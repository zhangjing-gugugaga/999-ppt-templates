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style1.xml" ContentType="application/vnd.ms-office.chartstyle+xml"/>
  <Override PartName="/ppt/charts/colors1.xml" ContentType="application/vnd.ms-office.chartcolor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2"/>
  </p:notesMasterIdLst>
  <p:sldIdLst>
    <p:sldId id="259" r:id="rId2"/>
    <p:sldId id="257" r:id="rId3"/>
    <p:sldId id="258" r:id="rId4"/>
    <p:sldId id="265" r:id="rId5"/>
    <p:sldId id="264" r:id="rId6"/>
    <p:sldId id="263" r:id="rId7"/>
    <p:sldId id="279" r:id="rId8"/>
    <p:sldId id="276" r:id="rId9"/>
    <p:sldId id="268" r:id="rId10"/>
    <p:sldId id="261" r:id="rId11"/>
    <p:sldId id="280" r:id="rId12"/>
    <p:sldId id="269" r:id="rId13"/>
    <p:sldId id="267" r:id="rId14"/>
    <p:sldId id="272" r:id="rId15"/>
    <p:sldId id="281" r:id="rId16"/>
    <p:sldId id="266" r:id="rId17"/>
    <p:sldId id="262" r:id="rId18"/>
    <p:sldId id="274" r:id="rId19"/>
    <p:sldId id="273" r:id="rId20"/>
    <p:sldId id="260" r:id="rId21"/>
  </p:sldIdLst>
  <p:sldSz cx="8640763" cy="4319588"/>
  <p:notesSz cx="6858000" cy="91440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05" userDrawn="1">
          <p15:clr>
            <a:srgbClr val="A4A3A4"/>
          </p15:clr>
        </p15:guide>
        <p15:guide id="2" pos="27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FAFA"/>
    <a:srgbClr val="00FEFE"/>
    <a:srgbClr val="6BFAFD"/>
    <a:srgbClr val="010C22"/>
    <a:srgbClr val="01595B"/>
    <a:srgbClr val="02AAAE"/>
    <a:srgbClr val="03E2E7"/>
    <a:srgbClr val="2AACD6"/>
    <a:srgbClr val="00BFF6"/>
    <a:srgbClr val="0915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29" autoAdjust="0"/>
    <p:restoredTop sz="94660"/>
  </p:normalViewPr>
  <p:slideViewPr>
    <p:cSldViewPr snapToGrid="0" showGuides="1">
      <p:cViewPr varScale="1">
        <p:scale>
          <a:sx n="113" d="100"/>
          <a:sy n="113" d="100"/>
        </p:scale>
        <p:origin x="-420" y="-96"/>
      </p:cViewPr>
      <p:guideLst>
        <p:guide orient="horz" pos="1905"/>
        <p:guide pos="2721"/>
      </p:guideLst>
    </p:cSldViewPr>
  </p:slideViewPr>
  <p:notesTextViewPr>
    <p:cViewPr>
      <p:scale>
        <a:sx n="1" d="1"/>
        <a:sy n="1" d="1"/>
      </p:scale>
      <p:origin x="0" y="0"/>
    </p:cViewPr>
  </p:notesTextViewPr>
  <p:sorterViewPr>
    <p:cViewPr>
      <p:scale>
        <a:sx n="58" d="100"/>
        <a:sy n="58"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Excel_Worksheet11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14357158541679382"/>
          <c:y val="6.9678656756877899E-2"/>
          <c:w val="0.71551555395126343"/>
          <c:h val="0.86064267158508301"/>
        </c:manualLayout>
      </c:layout>
      <c:barChart>
        <c:barDir val="col"/>
        <c:grouping val="clustered"/>
        <c:varyColors val="0"/>
        <c:ser>
          <c:idx val="0"/>
          <c:order val="0"/>
          <c:tx>
            <c:strRef>
              <c:f>Sheet1!$B$1</c:f>
              <c:strCache>
                <c:ptCount val="1"/>
                <c:pt idx="0">
                  <c:v>系列 1</c:v>
                </c:pt>
              </c:strCache>
            </c:strRef>
          </c:tx>
          <c:spPr>
            <a:gradFill flip="none" rotWithShape="1">
              <a:gsLst>
                <a:gs pos="0">
                  <a:schemeClr val="bg1">
                    <a:alpha val="0"/>
                  </a:schemeClr>
                </a:gs>
                <a:gs pos="100000">
                  <a:srgbClr val="00FEFE"/>
                </a:gs>
              </a:gsLst>
              <a:lin ang="5400000" scaled="1"/>
            </a:gra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B1A-4BD5-8807-AE3EBECD10CB}"/>
            </c:ext>
          </c:extLst>
        </c:ser>
        <c:ser>
          <c:idx val="2"/>
          <c:order val="1"/>
          <c:tx>
            <c:strRef>
              <c:f>Sheet1!$D$1</c:f>
              <c:strCache>
                <c:ptCount val="1"/>
                <c:pt idx="0">
                  <c:v>系列 3</c:v>
                </c:pt>
              </c:strCache>
            </c:strRef>
          </c:tx>
          <c:spPr>
            <a:gradFill flip="none" rotWithShape="1">
              <a:gsLst>
                <a:gs pos="0">
                  <a:schemeClr val="bg1">
                    <a:alpha val="0"/>
                  </a:schemeClr>
                </a:gs>
                <a:gs pos="100000">
                  <a:srgbClr val="00FEFE"/>
                </a:gs>
              </a:gsLst>
              <a:lin ang="5400000" scaled="1"/>
            </a:gra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B1A-4BD5-8807-AE3EBECD10CB}"/>
            </c:ext>
          </c:extLst>
        </c:ser>
        <c:dLbls>
          <c:showLegendKey val="0"/>
          <c:showVal val="0"/>
          <c:showCatName val="0"/>
          <c:showSerName val="0"/>
          <c:showPercent val="0"/>
          <c:showBubbleSize val="0"/>
        </c:dLbls>
        <c:gapWidth val="355"/>
        <c:overlap val="-70"/>
        <c:axId val="162053504"/>
        <c:axId val="291230848"/>
      </c:barChart>
      <c:catAx>
        <c:axId val="162053504"/>
        <c:scaling>
          <c:orientation val="minMax"/>
        </c:scaling>
        <c:delete val="1"/>
        <c:axPos val="b"/>
        <c:numFmt formatCode="General" sourceLinked="1"/>
        <c:majorTickMark val="none"/>
        <c:minorTickMark val="none"/>
        <c:tickLblPos val="nextTo"/>
        <c:crossAx val="291230848"/>
        <c:crosses val="autoZero"/>
        <c:auto val="0"/>
        <c:lblAlgn val="ctr"/>
        <c:lblOffset val="100"/>
        <c:noMultiLvlLbl val="0"/>
      </c:catAx>
      <c:valAx>
        <c:axId val="291230848"/>
        <c:scaling>
          <c:orientation val="minMax"/>
        </c:scaling>
        <c:delete val="1"/>
        <c:axPos val="l"/>
        <c:numFmt formatCode="General" sourceLinked="1"/>
        <c:majorTickMark val="none"/>
        <c:minorTickMark val="none"/>
        <c:tickLblPos val="nextTo"/>
        <c:crossAx val="16205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1">
    <c:autoUpdate val="0"/>
  </c:externalData>
</c:chartSpace>
</file>

<file path=ppt/charts/colors1.xml><?xml version="1.0" encoding="utf-8"?>
<cs:colorStyle xmlns:a="http://schemas.openxmlformats.org/drawingml/2006/main" xmlns:cs="http://schemas.microsoft.com/office/drawing/2012/chartStyle" meth="withinLinear" id="16">
  <a:schemeClr val="accent3"/>
</cs:colorStyle>
</file>

<file path=ppt/charts/style1.xml><?xml version="1.0" encoding="utf-8"?>
<cs:chartStyle xmlns:a="http://schemas.openxmlformats.org/drawingml/2006/main" xmlns:r="http://schemas.openxmlformats.org/officeDocument/2006/relationships" xmlns:cs="http://schemas.microsoft.com/office/drawing/2012/chartStyle" id="2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effectLst/>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295168-8A6B-489C-987C-14DBF83A2522}" type="datetimeFigureOut">
              <a:rPr lang="zh-CN" altLang="en-US" smtClean="0"/>
              <a:t>2020/12/15</a:t>
            </a:fld>
            <a:endParaRPr lang="zh-CN" altLang="en-US"/>
          </a:p>
        </p:txBody>
      </p:sp>
      <p:sp>
        <p:nvSpPr>
          <p:cNvPr id="4" name="幻灯片图像占位符 3"/>
          <p:cNvSpPr>
            <a:spLocks noGrp="1" noRot="1" noChangeAspect="1"/>
          </p:cNvSpPr>
          <p:nvPr>
            <p:ph type="sldImg" idx="2"/>
          </p:nvPr>
        </p:nvSpPr>
        <p:spPr>
          <a:xfrm>
            <a:off x="342900" y="1143000"/>
            <a:ext cx="61722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66C800-FEDB-4C15-83B8-A778CF78E983}" type="slidenum">
              <a:rPr lang="zh-CN" altLang="en-US" smtClean="0"/>
              <a:t>‹#›</a:t>
            </a:fld>
            <a:endParaRPr lang="zh-CN" altLang="en-US"/>
          </a:p>
        </p:txBody>
      </p:sp>
    </p:spTree>
    <p:extLst>
      <p:ext uri="{BB962C8B-B14F-4D97-AF65-F5344CB8AC3E}">
        <p14:creationId xmlns:p14="http://schemas.microsoft.com/office/powerpoint/2010/main" val="225903478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a:t>
            </a:fld>
            <a:endParaRPr lang="zh-CN" altLang="en-US"/>
          </a:p>
        </p:txBody>
      </p:sp>
    </p:spTree>
    <p:extLst>
      <p:ext uri="{BB962C8B-B14F-4D97-AF65-F5344CB8AC3E}">
        <p14:creationId xmlns:p14="http://schemas.microsoft.com/office/powerpoint/2010/main" val="1555475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2</a:t>
            </a:fld>
            <a:endParaRPr lang="zh-CN" altLang="en-US"/>
          </a:p>
        </p:txBody>
      </p:sp>
    </p:spTree>
    <p:extLst>
      <p:ext uri="{BB962C8B-B14F-4D97-AF65-F5344CB8AC3E}">
        <p14:creationId xmlns:p14="http://schemas.microsoft.com/office/powerpoint/2010/main" val="750827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3</a:t>
            </a:fld>
            <a:endParaRPr lang="zh-CN" altLang="en-US"/>
          </a:p>
        </p:txBody>
      </p:sp>
    </p:spTree>
    <p:extLst>
      <p:ext uri="{BB962C8B-B14F-4D97-AF65-F5344CB8AC3E}">
        <p14:creationId xmlns:p14="http://schemas.microsoft.com/office/powerpoint/2010/main" val="1275135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4</a:t>
            </a:fld>
            <a:endParaRPr lang="zh-CN" altLang="en-US"/>
          </a:p>
        </p:txBody>
      </p:sp>
    </p:spTree>
    <p:extLst>
      <p:ext uri="{BB962C8B-B14F-4D97-AF65-F5344CB8AC3E}">
        <p14:creationId xmlns:p14="http://schemas.microsoft.com/office/powerpoint/2010/main" val="724053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5</a:t>
            </a:fld>
            <a:endParaRPr lang="zh-CN" altLang="en-US"/>
          </a:p>
        </p:txBody>
      </p:sp>
    </p:spTree>
    <p:extLst>
      <p:ext uri="{BB962C8B-B14F-4D97-AF65-F5344CB8AC3E}">
        <p14:creationId xmlns:p14="http://schemas.microsoft.com/office/powerpoint/2010/main" val="199259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6</a:t>
            </a:fld>
            <a:endParaRPr lang="zh-CN" altLang="en-US"/>
          </a:p>
        </p:txBody>
      </p:sp>
    </p:spTree>
    <p:extLst>
      <p:ext uri="{BB962C8B-B14F-4D97-AF65-F5344CB8AC3E}">
        <p14:creationId xmlns:p14="http://schemas.microsoft.com/office/powerpoint/2010/main" val="1034479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7</a:t>
            </a:fld>
            <a:endParaRPr lang="zh-CN" altLang="en-US"/>
          </a:p>
        </p:txBody>
      </p:sp>
    </p:spTree>
    <p:extLst>
      <p:ext uri="{BB962C8B-B14F-4D97-AF65-F5344CB8AC3E}">
        <p14:creationId xmlns:p14="http://schemas.microsoft.com/office/powerpoint/2010/main" val="4218228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8</a:t>
            </a:fld>
            <a:endParaRPr lang="zh-CN" altLang="en-US"/>
          </a:p>
        </p:txBody>
      </p:sp>
    </p:spTree>
    <p:extLst>
      <p:ext uri="{BB962C8B-B14F-4D97-AF65-F5344CB8AC3E}">
        <p14:creationId xmlns:p14="http://schemas.microsoft.com/office/powerpoint/2010/main" val="2690762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9</a:t>
            </a:fld>
            <a:endParaRPr lang="zh-CN" altLang="en-US"/>
          </a:p>
        </p:txBody>
      </p:sp>
    </p:spTree>
    <p:extLst>
      <p:ext uri="{BB962C8B-B14F-4D97-AF65-F5344CB8AC3E}">
        <p14:creationId xmlns:p14="http://schemas.microsoft.com/office/powerpoint/2010/main" val="4020272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10</a:t>
            </a:fld>
            <a:endParaRPr lang="zh-CN" altLang="en-US"/>
          </a:p>
        </p:txBody>
      </p:sp>
    </p:spTree>
    <p:extLst>
      <p:ext uri="{BB962C8B-B14F-4D97-AF65-F5344CB8AC3E}">
        <p14:creationId xmlns:p14="http://schemas.microsoft.com/office/powerpoint/2010/main" val="2395343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11</a:t>
            </a:fld>
            <a:endParaRPr lang="zh-CN" altLang="en-US"/>
          </a:p>
        </p:txBody>
      </p:sp>
    </p:spTree>
    <p:extLst>
      <p:ext uri="{BB962C8B-B14F-4D97-AF65-F5344CB8AC3E}">
        <p14:creationId xmlns:p14="http://schemas.microsoft.com/office/powerpoint/2010/main" val="1916983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12</a:t>
            </a:fld>
            <a:endParaRPr lang="zh-CN" altLang="en-US"/>
          </a:p>
        </p:txBody>
      </p:sp>
    </p:spTree>
    <p:extLst>
      <p:ext uri="{BB962C8B-B14F-4D97-AF65-F5344CB8AC3E}">
        <p14:creationId xmlns:p14="http://schemas.microsoft.com/office/powerpoint/2010/main" val="2024924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13</a:t>
            </a:fld>
            <a:endParaRPr lang="zh-CN" altLang="en-US"/>
          </a:p>
        </p:txBody>
      </p:sp>
    </p:spTree>
    <p:extLst>
      <p:ext uri="{BB962C8B-B14F-4D97-AF65-F5344CB8AC3E}">
        <p14:creationId xmlns:p14="http://schemas.microsoft.com/office/powerpoint/2010/main" val="3398896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14</a:t>
            </a:fld>
            <a:endParaRPr lang="zh-CN" altLang="en-US"/>
          </a:p>
        </p:txBody>
      </p:sp>
    </p:spTree>
    <p:extLst>
      <p:ext uri="{BB962C8B-B14F-4D97-AF65-F5344CB8AC3E}">
        <p14:creationId xmlns:p14="http://schemas.microsoft.com/office/powerpoint/2010/main" val="2172629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15</a:t>
            </a:fld>
            <a:endParaRPr lang="zh-CN" altLang="en-US"/>
          </a:p>
        </p:txBody>
      </p:sp>
    </p:spTree>
    <p:extLst>
      <p:ext uri="{BB962C8B-B14F-4D97-AF65-F5344CB8AC3E}">
        <p14:creationId xmlns:p14="http://schemas.microsoft.com/office/powerpoint/2010/main" val="4136028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16</a:t>
            </a:fld>
            <a:endParaRPr lang="zh-CN" altLang="en-US"/>
          </a:p>
        </p:txBody>
      </p:sp>
    </p:spTree>
    <p:extLst>
      <p:ext uri="{BB962C8B-B14F-4D97-AF65-F5344CB8AC3E}">
        <p14:creationId xmlns:p14="http://schemas.microsoft.com/office/powerpoint/2010/main" val="3068498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17</a:t>
            </a:fld>
            <a:endParaRPr lang="zh-CN" altLang="en-US"/>
          </a:p>
        </p:txBody>
      </p:sp>
    </p:spTree>
    <p:extLst>
      <p:ext uri="{BB962C8B-B14F-4D97-AF65-F5344CB8AC3E}">
        <p14:creationId xmlns:p14="http://schemas.microsoft.com/office/powerpoint/2010/main" val="268263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18</a:t>
            </a:fld>
            <a:endParaRPr lang="zh-CN" altLang="en-US"/>
          </a:p>
        </p:txBody>
      </p:sp>
    </p:spTree>
    <p:extLst>
      <p:ext uri="{BB962C8B-B14F-4D97-AF65-F5344CB8AC3E}">
        <p14:creationId xmlns:p14="http://schemas.microsoft.com/office/powerpoint/2010/main" val="23436423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19</a:t>
            </a:fld>
            <a:endParaRPr lang="zh-CN" altLang="en-US"/>
          </a:p>
        </p:txBody>
      </p:sp>
    </p:spTree>
    <p:extLst>
      <p:ext uri="{BB962C8B-B14F-4D97-AF65-F5344CB8AC3E}">
        <p14:creationId xmlns:p14="http://schemas.microsoft.com/office/powerpoint/2010/main" val="2015934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5"/>
          </p:nvPr>
        </p:nvSpPr>
        <p:spPr/>
        <p:txBody>
          <a:bodyPr/>
          <a:lstStyle/>
          <a:p>
            <a:fld id="{FD66C800-FEDB-4C15-83B8-A778CF78E983}" type="slidenum">
              <a:rPr lang="zh-CN" altLang="en-US" smtClean="0"/>
              <a:t>20</a:t>
            </a:fld>
            <a:endParaRPr lang="zh-CN" altLang="en-US"/>
          </a:p>
        </p:txBody>
      </p:sp>
    </p:spTree>
    <p:extLst>
      <p:ext uri="{BB962C8B-B14F-4D97-AF65-F5344CB8AC3E}">
        <p14:creationId xmlns:p14="http://schemas.microsoft.com/office/powerpoint/2010/main" val="809053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7BB2E334-34FD-4661-9452-8F08C59C1EE4}" type="datetimeFigureOut">
              <a:rPr lang="zh-CN" altLang="en-US" smtClean="0"/>
              <a:t>2020/12/15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1BCD-25B3-4196-B3C9-5150051D13D2}" type="slidenum">
              <a:rPr lang="zh-CN" altLang="en-US" smtClean="0"/>
              <a:t>‹#›</a:t>
            </a:fld>
            <a:endParaRPr lang="zh-CN" altLang="en-US"/>
          </a:p>
        </p:txBody>
      </p:sp>
    </p:spTree>
    <p:extLst>
      <p:ext uri="{BB962C8B-B14F-4D97-AF65-F5344CB8AC3E}">
        <p14:creationId xmlns:p14="http://schemas.microsoft.com/office/powerpoint/2010/main" val="4066602595"/>
      </p:ext>
    </p:extLst>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053" y="229978"/>
            <a:ext cx="7452658" cy="834921"/>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594053" y="1149890"/>
            <a:ext cx="7452658" cy="2740739"/>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594052" y="4003618"/>
            <a:ext cx="1944172" cy="229978"/>
          </a:xfrm>
          <a:prstGeom prst="rect">
            <a:avLst/>
          </a:prstGeom>
        </p:spPr>
        <p:txBody>
          <a:bodyPr vert="horz" lIns="91440" tIns="45720" rIns="91440" bIns="45720" rtlCol="0" anchor="ctr"/>
          <a:lstStyle>
            <a:lvl1pPr algn="l">
              <a:defRPr sz="756">
                <a:solidFill>
                  <a:schemeClr val="tx1">
                    <a:tint val="75000"/>
                  </a:schemeClr>
                </a:solidFill>
              </a:defRPr>
            </a:lvl1pPr>
          </a:lstStyle>
          <a:p>
            <a:fld id="{7BB2E334-34FD-4661-9452-8F08C59C1EE4}" type="datetimeFigureOut">
              <a:rPr lang="zh-CN" altLang="en-US" smtClean="0"/>
              <a:t>2020/12/15</a:t>
            </a:fld>
            <a:endParaRPr lang="zh-CN" altLang="en-US"/>
          </a:p>
        </p:txBody>
      </p:sp>
      <p:sp>
        <p:nvSpPr>
          <p:cNvPr id="5" name="Footer Placeholder 4"/>
          <p:cNvSpPr>
            <a:spLocks noGrp="1"/>
          </p:cNvSpPr>
          <p:nvPr>
            <p:ph type="ftr" sz="quarter" idx="3"/>
          </p:nvPr>
        </p:nvSpPr>
        <p:spPr>
          <a:xfrm>
            <a:off x="2862253" y="4003618"/>
            <a:ext cx="2916258" cy="229978"/>
          </a:xfrm>
          <a:prstGeom prst="rect">
            <a:avLst/>
          </a:prstGeom>
        </p:spPr>
        <p:txBody>
          <a:bodyPr vert="horz" lIns="91440" tIns="45720" rIns="91440" bIns="45720" rtlCol="0" anchor="ctr"/>
          <a:lstStyle>
            <a:lvl1pPr algn="ctr">
              <a:defRPr sz="756">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102539" y="4003618"/>
            <a:ext cx="1944172" cy="229978"/>
          </a:xfrm>
          <a:prstGeom prst="rect">
            <a:avLst/>
          </a:prstGeom>
        </p:spPr>
        <p:txBody>
          <a:bodyPr vert="horz" lIns="91440" tIns="45720" rIns="91440" bIns="45720" rtlCol="0" anchor="ctr"/>
          <a:lstStyle>
            <a:lvl1pPr algn="r">
              <a:defRPr sz="756">
                <a:solidFill>
                  <a:schemeClr val="tx1">
                    <a:tint val="75000"/>
                  </a:schemeClr>
                </a:solidFill>
              </a:defRPr>
            </a:lvl1pPr>
          </a:lstStyle>
          <a:p>
            <a:fld id="{7B8B1BCD-25B3-4196-B3C9-5150051D13D2}" type="slidenum">
              <a:rPr lang="zh-CN" altLang="en-US" smtClean="0"/>
              <a:t>‹#›</a:t>
            </a:fld>
            <a:endParaRPr lang="zh-CN" altLang="en-US"/>
          </a:p>
        </p:txBody>
      </p:sp>
    </p:spTree>
    <p:extLst>
      <p:ext uri="{BB962C8B-B14F-4D97-AF65-F5344CB8AC3E}">
        <p14:creationId xmlns:p14="http://schemas.microsoft.com/office/powerpoint/2010/main" val="500998649"/>
      </p:ext>
    </p:extLst>
  </p:cSld>
  <p:clrMap bg1="lt1" tx1="dk1" bg2="lt2" tx2="dk2" accent1="accent1" accent2="accent2" accent3="accent3" accent4="accent4" accent5="accent5" accent6="accent6" hlink="hlink" folHlink="folHlink"/>
  <p:sldLayoutIdLst>
    <p:sldLayoutId id="2147483686" r:id="rId1"/>
  </p:sldLayoutIdLst>
  <p:transition/>
  <p:txStyles>
    <p:titleStyle>
      <a:lvl1pPr algn="l" defTabSz="575981" rtl="0" eaLnBrk="1" latinLnBrk="0" hangingPunct="1">
        <a:lnSpc>
          <a:spcPct val="90000"/>
        </a:lnSpc>
        <a:spcBef>
          <a:spcPct val="0"/>
        </a:spcBef>
        <a:buNone/>
        <a:defRPr sz="2772" kern="1200">
          <a:solidFill>
            <a:schemeClr val="tx1"/>
          </a:solidFill>
          <a:latin typeface="+mj-lt"/>
          <a:ea typeface="+mj-ea"/>
          <a:cs typeface="+mj-cs"/>
        </a:defRPr>
      </a:lvl1pPr>
    </p:titleStyle>
    <p:bodyStyle>
      <a:lvl1pPr marL="143995" indent="-143995" algn="l" defTabSz="575981" rtl="0" eaLnBrk="1" latinLnBrk="0" hangingPunct="1">
        <a:lnSpc>
          <a:spcPct val="90000"/>
        </a:lnSpc>
        <a:spcBef>
          <a:spcPts val="630"/>
        </a:spcBef>
        <a:buFont typeface="Arial" panose="020B0604020202020204" pitchFamily="34" charset="0"/>
        <a:buChar char="•"/>
        <a:defRPr sz="1764" kern="1200">
          <a:solidFill>
            <a:schemeClr val="tx1"/>
          </a:solidFill>
          <a:latin typeface="+mn-lt"/>
          <a:ea typeface="+mn-ea"/>
          <a:cs typeface="+mn-cs"/>
        </a:defRPr>
      </a:lvl1pPr>
      <a:lvl2pPr marL="431985" indent="-143995" algn="l" defTabSz="575981" rtl="0" eaLnBrk="1" latinLnBrk="0" hangingPunct="1">
        <a:lnSpc>
          <a:spcPct val="90000"/>
        </a:lnSpc>
        <a:spcBef>
          <a:spcPts val="315"/>
        </a:spcBef>
        <a:buFont typeface="Arial" panose="020B0604020202020204" pitchFamily="34" charset="0"/>
        <a:buChar char="•"/>
        <a:defRPr sz="1512" kern="1200">
          <a:solidFill>
            <a:schemeClr val="tx1"/>
          </a:solidFill>
          <a:latin typeface="+mn-lt"/>
          <a:ea typeface="+mn-ea"/>
          <a:cs typeface="+mn-cs"/>
        </a:defRPr>
      </a:lvl2pPr>
      <a:lvl3pPr marL="719976" indent="-143995" algn="l" defTabSz="575981" rtl="0" eaLnBrk="1" latinLnBrk="0" hangingPunct="1">
        <a:lnSpc>
          <a:spcPct val="90000"/>
        </a:lnSpc>
        <a:spcBef>
          <a:spcPts val="315"/>
        </a:spcBef>
        <a:buFont typeface="Arial" panose="020B0604020202020204" pitchFamily="34" charset="0"/>
        <a:buChar char="•"/>
        <a:defRPr sz="1260" kern="1200">
          <a:solidFill>
            <a:schemeClr val="tx1"/>
          </a:solidFill>
          <a:latin typeface="+mn-lt"/>
          <a:ea typeface="+mn-ea"/>
          <a:cs typeface="+mn-cs"/>
        </a:defRPr>
      </a:lvl3pPr>
      <a:lvl4pPr marL="1007966"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4pPr>
      <a:lvl5pPr marL="1295956"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5pPr>
      <a:lvl6pPr marL="158394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6pPr>
      <a:lvl7pPr marL="187193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7pPr>
      <a:lvl8pPr marL="215992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8pPr>
      <a:lvl9pPr marL="244791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9pPr>
    </p:bodyStyle>
    <p:otherStyle>
      <a:defPPr>
        <a:defRPr lang="en-US"/>
      </a:defPPr>
      <a:lvl1pPr marL="0" algn="l" defTabSz="575981" rtl="0" eaLnBrk="1" latinLnBrk="0" hangingPunct="1">
        <a:defRPr sz="1134" kern="1200">
          <a:solidFill>
            <a:schemeClr val="tx1"/>
          </a:solidFill>
          <a:latin typeface="+mn-lt"/>
          <a:ea typeface="+mn-ea"/>
          <a:cs typeface="+mn-cs"/>
        </a:defRPr>
      </a:lvl1pPr>
      <a:lvl2pPr marL="287990" algn="l" defTabSz="575981" rtl="0" eaLnBrk="1" latinLnBrk="0" hangingPunct="1">
        <a:defRPr sz="1134" kern="1200">
          <a:solidFill>
            <a:schemeClr val="tx1"/>
          </a:solidFill>
          <a:latin typeface="+mn-lt"/>
          <a:ea typeface="+mn-ea"/>
          <a:cs typeface="+mn-cs"/>
        </a:defRPr>
      </a:lvl2pPr>
      <a:lvl3pPr marL="575981" algn="l" defTabSz="575981" rtl="0" eaLnBrk="1" latinLnBrk="0" hangingPunct="1">
        <a:defRPr sz="1134" kern="1200">
          <a:solidFill>
            <a:schemeClr val="tx1"/>
          </a:solidFill>
          <a:latin typeface="+mn-lt"/>
          <a:ea typeface="+mn-ea"/>
          <a:cs typeface="+mn-cs"/>
        </a:defRPr>
      </a:lvl3pPr>
      <a:lvl4pPr marL="863971" algn="l" defTabSz="575981" rtl="0" eaLnBrk="1" latinLnBrk="0" hangingPunct="1">
        <a:defRPr sz="1134" kern="1200">
          <a:solidFill>
            <a:schemeClr val="tx1"/>
          </a:solidFill>
          <a:latin typeface="+mn-lt"/>
          <a:ea typeface="+mn-ea"/>
          <a:cs typeface="+mn-cs"/>
        </a:defRPr>
      </a:lvl4pPr>
      <a:lvl5pPr marL="1151961" algn="l" defTabSz="575981" rtl="0" eaLnBrk="1" latinLnBrk="0" hangingPunct="1">
        <a:defRPr sz="1134" kern="1200">
          <a:solidFill>
            <a:schemeClr val="tx1"/>
          </a:solidFill>
          <a:latin typeface="+mn-lt"/>
          <a:ea typeface="+mn-ea"/>
          <a:cs typeface="+mn-cs"/>
        </a:defRPr>
      </a:lvl5pPr>
      <a:lvl6pPr marL="1439951" algn="l" defTabSz="575981" rtl="0" eaLnBrk="1" latinLnBrk="0" hangingPunct="1">
        <a:defRPr sz="1134" kern="1200">
          <a:solidFill>
            <a:schemeClr val="tx1"/>
          </a:solidFill>
          <a:latin typeface="+mn-lt"/>
          <a:ea typeface="+mn-ea"/>
          <a:cs typeface="+mn-cs"/>
        </a:defRPr>
      </a:lvl6pPr>
      <a:lvl7pPr marL="1727942" algn="l" defTabSz="575981" rtl="0" eaLnBrk="1" latinLnBrk="0" hangingPunct="1">
        <a:defRPr sz="1134" kern="1200">
          <a:solidFill>
            <a:schemeClr val="tx1"/>
          </a:solidFill>
          <a:latin typeface="+mn-lt"/>
          <a:ea typeface="+mn-ea"/>
          <a:cs typeface="+mn-cs"/>
        </a:defRPr>
      </a:lvl7pPr>
      <a:lvl8pPr marL="2015932" algn="l" defTabSz="575981" rtl="0" eaLnBrk="1" latinLnBrk="0" hangingPunct="1">
        <a:defRPr sz="1134" kern="1200">
          <a:solidFill>
            <a:schemeClr val="tx1"/>
          </a:solidFill>
          <a:latin typeface="+mn-lt"/>
          <a:ea typeface="+mn-ea"/>
          <a:cs typeface="+mn-cs"/>
        </a:defRPr>
      </a:lvl8pPr>
      <a:lvl9pPr marL="2303922" algn="l" defTabSz="575981" rtl="0" eaLnBrk="1" latinLnBrk="0" hangingPunct="1">
        <a:defRPr sz="113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microsoft.com/office/2007/relationships/hdphoto" Target="../media/hdphoto1.wdp"/><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jpeg"/><Relationship Id="rId7" Type="http://schemas.openxmlformats.org/officeDocument/2006/relationships/image" Target="../media/image16.png"/><Relationship Id="rId12"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chart" Target="../charts/chart1.xml"/><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9.jpe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10" Type="http://schemas.microsoft.com/office/2007/relationships/hdphoto" Target="../media/hdphoto1.wdp"/><Relationship Id="rId4" Type="http://schemas.openxmlformats.org/officeDocument/2006/relationships/image" Target="../media/image19.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jpe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 Id="rId9"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9.jpe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9.jpe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9.jpe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9.jpeg"/><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p14="http://schemas.microsoft.com/office/powerpoint/2010/main" xmlns:p15="http://schemas.microsoft.com/office/powerpoint/2012/main" xmlns:a16="http://schemas.microsoft.com/office/drawing/2014/main" id="{46C7695A-0420-4CA5-A39D-9FDEC7538A54}"/>
              </a:ext>
            </a:extLst>
          </p:cNvPr>
          <p:cNvSpPr>
            <a:spLocks noGrp="1"/>
          </p:cNvSpPr>
          <p:nvPr>
            <p:ph type="title"/>
          </p:nvPr>
        </p:nvSpPr>
        <p:spPr/>
        <p:txBody>
          <a:bodyPr/>
          <a:lstStyle/>
          <a:p>
            <a:endParaRPr lang="zh-CN" altLang="en-US"/>
          </a:p>
        </p:txBody>
      </p:sp>
      <p:pic>
        <p:nvPicPr>
          <p:cNvPr id="4" name="图片 3">
            <a:extLst>
              <a:ext uri="{FF2B5EF4-FFF2-40B4-BE49-F238E27FC236}">
                <a16:creationId xmlns="" xmlns:p14="http://schemas.microsoft.com/office/powerpoint/2010/main" xmlns:p15="http://schemas.microsoft.com/office/powerpoint/2012/main" xmlns:a16="http://schemas.microsoft.com/office/drawing/2014/main" id="{173DF24D-44B6-42CB-86F1-F3C2E996DD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sp>
        <p:nvSpPr>
          <p:cNvPr id="6" name="文本框 5">
            <a:extLst>
              <a:ext uri="{FF2B5EF4-FFF2-40B4-BE49-F238E27FC236}">
                <a16:creationId xmlns="" xmlns:p14="http://schemas.microsoft.com/office/powerpoint/2010/main" xmlns:p15="http://schemas.microsoft.com/office/powerpoint/2012/main" xmlns:a16="http://schemas.microsoft.com/office/drawing/2014/main" id="{4B5B919D-7D19-4AEB-AC3D-1F08EA88E05B}"/>
              </a:ext>
            </a:extLst>
          </p:cNvPr>
          <p:cNvSpPr txBox="1"/>
          <p:nvPr/>
        </p:nvSpPr>
        <p:spPr>
          <a:xfrm>
            <a:off x="3964286" y="2172411"/>
            <a:ext cx="2061937" cy="923330"/>
          </a:xfrm>
          <a:prstGeom prst="rect">
            <a:avLst/>
          </a:prstGeom>
          <a:noFill/>
          <a:effectLst>
            <a:innerShdw blurRad="114300">
              <a:prstClr val="black"/>
            </a:innerShdw>
          </a:effectLst>
        </p:spPr>
        <p:txBody>
          <a:bodyPr wrap="square" rtlCol="0">
            <a:spAutoFit/>
          </a:bodyPr>
          <a:lstStyle/>
          <a:p>
            <a:pPr algn="ctr"/>
            <a:r>
              <a:rPr lang="en-US" altLang="zh-CN" sz="5400" b="1">
                <a:gradFill flip="none" rotWithShape="1">
                  <a:gsLst>
                    <a:gs pos="100000">
                      <a:srgbClr val="03E2E7"/>
                    </a:gs>
                    <a:gs pos="0">
                      <a:schemeClr val="tx1">
                        <a:alpha val="47000"/>
                      </a:schemeClr>
                    </a:gs>
                  </a:gsLst>
                  <a:lin ang="16200000" scaled="1"/>
                </a:gradFill>
                <a:latin typeface="宋体" panose="02010600030101010101" pitchFamily="2" charset="-122"/>
                <a:ea typeface="宋体" panose="02010600030101010101" pitchFamily="2" charset="-122"/>
              </a:rPr>
              <a:t>20XX</a:t>
            </a:r>
            <a:endParaRPr lang="zh-CN" altLang="en-US" sz="5400" b="1">
              <a:gradFill flip="none" rotWithShape="1">
                <a:gsLst>
                  <a:gs pos="100000">
                    <a:srgbClr val="03E2E7"/>
                  </a:gs>
                  <a:gs pos="0">
                    <a:schemeClr val="tx1">
                      <a:alpha val="47000"/>
                    </a:schemeClr>
                  </a:gs>
                </a:gsLst>
                <a:lin ang="16200000" scaled="1"/>
              </a:gradFill>
              <a:latin typeface="宋体" panose="02010600030101010101" pitchFamily="2" charset="-122"/>
              <a:ea typeface="宋体" panose="02010600030101010101" pitchFamily="2" charset="-122"/>
            </a:endParaRPr>
          </a:p>
        </p:txBody>
      </p:sp>
      <p:sp>
        <p:nvSpPr>
          <p:cNvPr id="7" name="文本框 6">
            <a:extLst>
              <a:ext uri="{FF2B5EF4-FFF2-40B4-BE49-F238E27FC236}">
                <a16:creationId xmlns="" xmlns:p14="http://schemas.microsoft.com/office/powerpoint/2010/main" xmlns:p15="http://schemas.microsoft.com/office/powerpoint/2012/main" xmlns:a16="http://schemas.microsoft.com/office/drawing/2014/main" id="{73FBBE0D-7E73-4502-A80E-9557B40B5710}"/>
              </a:ext>
            </a:extLst>
          </p:cNvPr>
          <p:cNvSpPr txBox="1"/>
          <p:nvPr/>
        </p:nvSpPr>
        <p:spPr>
          <a:xfrm>
            <a:off x="5838940" y="2413961"/>
            <a:ext cx="2599981" cy="517899"/>
          </a:xfrm>
          <a:prstGeom prst="rect">
            <a:avLst/>
          </a:prstGeom>
          <a:noFill/>
          <a:effectLst>
            <a:innerShdw blurRad="114300">
              <a:prstClr val="black"/>
            </a:innerShdw>
          </a:effectLst>
        </p:spPr>
        <p:txBody>
          <a:bodyPr wrap="square" rtlCol="0">
            <a:spAutoFit/>
          </a:bodyPr>
          <a:lstStyle/>
          <a:p>
            <a:pPr>
              <a:lnSpc>
                <a:spcPct val="150000"/>
              </a:lnSpc>
            </a:pPr>
            <a:r>
              <a:rPr lang="zh-CN" altLang="en-US" sz="1000">
                <a:solidFill>
                  <a:schemeClr val="bg1"/>
                </a:solidFill>
                <a:latin typeface="宋体" panose="02010600030101010101" pitchFamily="2" charset="-122"/>
                <a:ea typeface="宋体" panose="02010600030101010101" pitchFamily="2" charset="-122"/>
              </a:rPr>
              <a:t>输入内容资料概括复制粘贴即可使用输入内容资料概括复制粘贴即可使用输入内容</a:t>
            </a:r>
          </a:p>
        </p:txBody>
      </p:sp>
      <p:pic>
        <p:nvPicPr>
          <p:cNvPr id="12" name="内容占位符 11">
            <a:extLst>
              <a:ext uri="{FF2B5EF4-FFF2-40B4-BE49-F238E27FC236}">
                <a16:creationId xmlns="" xmlns:p14="http://schemas.microsoft.com/office/powerpoint/2010/main" xmlns:p15="http://schemas.microsoft.com/office/powerpoint/2012/main" xmlns:a16="http://schemas.microsoft.com/office/drawing/2014/main" id="{7E520095-0471-4A21-9892-E3511F9CFED1}"/>
              </a:ext>
            </a:extLst>
          </p:cNvPr>
          <p:cNvPicPr>
            <a:picLocks noGrp="1" noChangeAspect="1"/>
          </p:cNvPicPr>
          <p:nvPr>
            <p:ph idx="1"/>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4143153" y="878194"/>
            <a:ext cx="4042380" cy="1282791"/>
          </a:xfrm>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pic>
      <p:sp>
        <p:nvSpPr>
          <p:cNvPr id="13" name="椭圆 12">
            <a:extLst>
              <a:ext uri="{FF2B5EF4-FFF2-40B4-BE49-F238E27FC236}">
                <a16:creationId xmlns="" xmlns:p14="http://schemas.microsoft.com/office/powerpoint/2010/main" xmlns:p15="http://schemas.microsoft.com/office/powerpoint/2012/main" xmlns:a16="http://schemas.microsoft.com/office/drawing/2014/main" id="{960FF1FC-D540-4F47-A8A0-DEF000058545}"/>
              </a:ext>
            </a:extLst>
          </p:cNvPr>
          <p:cNvSpPr/>
          <p:nvPr/>
        </p:nvSpPr>
        <p:spPr>
          <a:xfrm rot="3340859" flipH="1">
            <a:off x="7460252" y="837103"/>
            <a:ext cx="300017" cy="245817"/>
          </a:xfrm>
          <a:prstGeom prst="ellipse">
            <a:avLst/>
          </a:prstGeom>
          <a:gradFill flip="none" rotWithShape="1">
            <a:gsLst>
              <a:gs pos="0">
                <a:srgbClr val="00FEFE"/>
              </a:gs>
              <a:gs pos="47000">
                <a:srgbClr val="00FEFE">
                  <a:alpha val="0"/>
                </a:srgbClr>
              </a:gs>
            </a:gsLst>
            <a:lin ang="8100000" scaled="1"/>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 xmlns:p14="http://schemas.microsoft.com/office/powerpoint/2010/main" xmlns:p15="http://schemas.microsoft.com/office/powerpoint/2012/main" xmlns:a16="http://schemas.microsoft.com/office/drawing/2014/main" id="{1D51376A-CBE9-4A64-BE03-CDC3F3D94D51}"/>
              </a:ext>
            </a:extLst>
          </p:cNvPr>
          <p:cNvSpPr/>
          <p:nvPr/>
        </p:nvSpPr>
        <p:spPr>
          <a:xfrm rot="20400726" flipH="1">
            <a:off x="4256464" y="1631587"/>
            <a:ext cx="370279" cy="255056"/>
          </a:xfrm>
          <a:prstGeom prst="ellipse">
            <a:avLst/>
          </a:prstGeom>
          <a:gradFill flip="none" rotWithShape="1">
            <a:gsLst>
              <a:gs pos="0">
                <a:srgbClr val="00FEFE"/>
              </a:gs>
              <a:gs pos="47000">
                <a:srgbClr val="00FEFE">
                  <a:alpha val="0"/>
                </a:srgbClr>
              </a:gs>
            </a:gsLst>
            <a:lin ang="8100000" scaled="1"/>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 xmlns:p14="http://schemas.microsoft.com/office/powerpoint/2010/main" xmlns:p15="http://schemas.microsoft.com/office/powerpoint/2012/main" xmlns:a16="http://schemas.microsoft.com/office/drawing/2014/main" id="{E9CBB659-D62C-4731-B88E-F3CB724AFE90}"/>
              </a:ext>
            </a:extLst>
          </p:cNvPr>
          <p:cNvSpPr txBox="1"/>
          <p:nvPr/>
        </p:nvSpPr>
        <p:spPr>
          <a:xfrm>
            <a:off x="4320382" y="3072629"/>
            <a:ext cx="4063454" cy="422552"/>
          </a:xfrm>
          <a:prstGeom prst="rect">
            <a:avLst/>
          </a:prstGeom>
          <a:noFill/>
          <a:effectLst>
            <a:innerShdw blurRad="114300">
              <a:prstClr val="black"/>
            </a:innerShdw>
          </a:effectLst>
        </p:spPr>
        <p:txBody>
          <a:bodyPr wrap="square" rtlCol="0">
            <a:spAutoFit/>
          </a:bodyPr>
          <a:lstStyle/>
          <a:p>
            <a:pPr algn="dist">
              <a:lnSpc>
                <a:spcPct val="150000"/>
              </a:lnSpc>
            </a:pPr>
            <a:r>
              <a:rPr lang="zh-CN" altLang="en-US" sz="1600" b="1" u="sng">
                <a:solidFill>
                  <a:srgbClr val="00FEFE"/>
                </a:solidFill>
                <a:latin typeface="思源黑体 CN Heavy" panose="020B0A00000000000000" pitchFamily="34" charset="-122"/>
                <a:ea typeface="思源黑体 CN Heavy" panose="020B0A00000000000000" pitchFamily="34" charset="-122"/>
              </a:rPr>
              <a:t>科技商用通用模板</a:t>
            </a:r>
          </a:p>
        </p:txBody>
      </p:sp>
      <p:cxnSp>
        <p:nvCxnSpPr>
          <p:cNvPr id="11" name="直接连接符 10">
            <a:extLst>
              <a:ext uri="{FF2B5EF4-FFF2-40B4-BE49-F238E27FC236}">
                <a16:creationId xmlns="" xmlns:p14="http://schemas.microsoft.com/office/powerpoint/2010/main" xmlns:p15="http://schemas.microsoft.com/office/powerpoint/2012/main" xmlns:a16="http://schemas.microsoft.com/office/drawing/2014/main" id="{051FF6BB-6863-4155-957B-D6435D4107D3}"/>
              </a:ext>
            </a:extLst>
          </p:cNvPr>
          <p:cNvCxnSpPr/>
          <p:nvPr/>
        </p:nvCxnSpPr>
        <p:spPr>
          <a:xfrm flipH="1">
            <a:off x="5771548" y="2566164"/>
            <a:ext cx="0" cy="360000"/>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 xmlns:p14="http://schemas.microsoft.com/office/powerpoint/2010/main" xmlns:p15="http://schemas.microsoft.com/office/powerpoint/2012/main" xmlns:a16="http://schemas.microsoft.com/office/drawing/2014/main" id="{A5481ACF-B582-4264-9F16-5B8F2C36864B}"/>
              </a:ext>
            </a:extLst>
          </p:cNvPr>
          <p:cNvCxnSpPr/>
          <p:nvPr/>
        </p:nvCxnSpPr>
        <p:spPr>
          <a:xfrm flipH="1" flipV="1">
            <a:off x="5771548" y="2436957"/>
            <a:ext cx="0" cy="360000"/>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2492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0" fill="hold" grpId="1" nodeType="withEffec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nodeType="withEffec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0" fill="hold" grpId="2" nodeType="withEffec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0" fill="hold" grpId="3" nodeType="withEffec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0" fill="hold" grpId="4" nodeType="withEffec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par>
                                <p:cTn id="35" presetID="53" presetClass="entr" presetSubtype="0" fill="hold" nodeType="withEffec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0" fill="hold" nodeType="withEffec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1"/>
      <p:bldP spid="13" grpId="2" animBg="1"/>
      <p:bldP spid="14" grpId="3" animBg="1"/>
      <p:bldP spid="17" grpId="4"/>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 xmlns:p14="http://schemas.microsoft.com/office/powerpoint/2010/main" xmlns:p15="http://schemas.microsoft.com/office/powerpoint/2012/main" xmlns:a16="http://schemas.microsoft.com/office/drawing/2014/main" id="{2A6A5ADB-9779-4D84-B6E3-13BEF7BE98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6" y="0"/>
            <a:ext cx="8639177" cy="4319588"/>
          </a:xfrm>
          <a:prstGeom prst="rect">
            <a:avLst/>
          </a:prstGeom>
        </p:spPr>
      </p:pic>
      <p:sp>
        <p:nvSpPr>
          <p:cNvPr id="14" name="弧形 13">
            <a:extLst>
              <a:ext uri="{FF2B5EF4-FFF2-40B4-BE49-F238E27FC236}">
                <a16:creationId xmlns="" xmlns:p14="http://schemas.microsoft.com/office/powerpoint/2010/main" xmlns:p15="http://schemas.microsoft.com/office/powerpoint/2012/main" xmlns:a16="http://schemas.microsoft.com/office/drawing/2014/main" id="{7E77539E-AA72-41EE-9F00-2839E3D72BF7}"/>
              </a:ext>
            </a:extLst>
          </p:cNvPr>
          <p:cNvSpPr/>
          <p:nvPr/>
        </p:nvSpPr>
        <p:spPr>
          <a:xfrm rot="16200000">
            <a:off x="2718413" y="834527"/>
            <a:ext cx="7414354" cy="5657165"/>
          </a:xfrm>
          <a:prstGeom prst="arc">
            <a:avLst>
              <a:gd name="adj1" fmla="val 15865679"/>
              <a:gd name="adj2" fmla="val 0"/>
            </a:avLst>
          </a:prstGeom>
          <a:ln>
            <a:gradFill flip="none" rotWithShape="1">
              <a:gsLst>
                <a:gs pos="100000">
                  <a:srgbClr val="03E2E7"/>
                </a:gs>
                <a:gs pos="0">
                  <a:schemeClr val="tx1"/>
                </a:gs>
              </a:gsLst>
              <a:lin ang="0" scaled="1"/>
            </a:gradFill>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文本框 50">
            <a:extLst>
              <a:ext uri="{FF2B5EF4-FFF2-40B4-BE49-F238E27FC236}">
                <a16:creationId xmlns="" xmlns:p14="http://schemas.microsoft.com/office/powerpoint/2010/main" xmlns:p15="http://schemas.microsoft.com/office/powerpoint/2012/main" xmlns:a16="http://schemas.microsoft.com/office/drawing/2014/main" id="{7462A654-9C17-4FC5-BE14-C3B24BCA3038}"/>
              </a:ext>
            </a:extLst>
          </p:cNvPr>
          <p:cNvSpPr txBox="1"/>
          <p:nvPr/>
        </p:nvSpPr>
        <p:spPr>
          <a:xfrm>
            <a:off x="4108515" y="1353122"/>
            <a:ext cx="1094941" cy="1323439"/>
          </a:xfrm>
          <a:prstGeom prst="rect">
            <a:avLst/>
          </a:prstGeom>
          <a:noFill/>
          <a:effectLst>
            <a:innerShdw blurRad="114300">
              <a:prstClr val="black"/>
            </a:innerShdw>
          </a:effectLst>
        </p:spPr>
        <p:txBody>
          <a:bodyPr wrap="square" rtlCol="0">
            <a:spAutoFit/>
          </a:bodyPr>
          <a:lstStyle/>
          <a:p>
            <a:r>
              <a:rPr lang="zh-CN" altLang="en-US" sz="8000" b="1">
                <a:gradFill>
                  <a:gsLst>
                    <a:gs pos="31000">
                      <a:srgbClr val="03E2E7"/>
                    </a:gs>
                    <a:gs pos="7000">
                      <a:schemeClr val="tx1">
                        <a:alpha val="0"/>
                        <a:lumMod val="0"/>
                        <a:lumOff val="100000"/>
                      </a:schemeClr>
                    </a:gs>
                  </a:gsLst>
                  <a:lin ang="16200000" scaled="1"/>
                </a:gradFill>
                <a:latin typeface="楷体" panose="02010609060101010101" pitchFamily="49" charset="-122"/>
                <a:ea typeface="楷体" panose="02010609060101010101" pitchFamily="49" charset="-122"/>
              </a:rPr>
              <a:t>目</a:t>
            </a:r>
            <a:endParaRPr lang="en-US" altLang="zh-CN" sz="8000" b="1">
              <a:gradFill>
                <a:gsLst>
                  <a:gs pos="31000">
                    <a:srgbClr val="03E2E7"/>
                  </a:gs>
                  <a:gs pos="7000">
                    <a:schemeClr val="tx1">
                      <a:alpha val="0"/>
                      <a:lumMod val="0"/>
                      <a:lumOff val="100000"/>
                    </a:schemeClr>
                  </a:gs>
                </a:gsLst>
                <a:lin ang="16200000" scaled="1"/>
              </a:gradFill>
              <a:latin typeface="楷体" panose="02010609060101010101" pitchFamily="49" charset="-122"/>
              <a:ea typeface="楷体" panose="02010609060101010101" pitchFamily="49" charset="-122"/>
            </a:endParaRPr>
          </a:p>
        </p:txBody>
      </p:sp>
      <p:grpSp>
        <p:nvGrpSpPr>
          <p:cNvPr id="4" name="组合 3">
            <a:extLst>
              <a:ext uri="{FF2B5EF4-FFF2-40B4-BE49-F238E27FC236}">
                <a16:creationId xmlns="" xmlns:p14="http://schemas.microsoft.com/office/powerpoint/2010/main" xmlns:p15="http://schemas.microsoft.com/office/powerpoint/2012/main" xmlns:a16="http://schemas.microsoft.com/office/drawing/2014/main" id="{CDA415A5-C545-4D5E-B96A-051F164D8A29}"/>
              </a:ext>
            </a:extLst>
          </p:cNvPr>
          <p:cNvGrpSpPr/>
          <p:nvPr/>
        </p:nvGrpSpPr>
        <p:grpSpPr>
          <a:xfrm>
            <a:off x="411530" y="456467"/>
            <a:ext cx="4376659" cy="661056"/>
            <a:chOff x="360596" y="702558"/>
            <a:chExt cx="4376659" cy="661056"/>
          </a:xfrm>
        </p:grpSpPr>
        <p:grpSp>
          <p:nvGrpSpPr>
            <p:cNvPr id="28" name="组合 27">
              <a:extLst>
                <a:ext uri="{FF2B5EF4-FFF2-40B4-BE49-F238E27FC236}">
                  <a16:creationId xmlns="" xmlns:p14="http://schemas.microsoft.com/office/powerpoint/2010/main" xmlns:p15="http://schemas.microsoft.com/office/powerpoint/2012/main" xmlns:a16="http://schemas.microsoft.com/office/drawing/2014/main" id="{AB55CD36-BC80-4988-AB5D-5ED4A6AF17B1}"/>
                </a:ext>
              </a:extLst>
            </p:cNvPr>
            <p:cNvGrpSpPr/>
            <p:nvPr/>
          </p:nvGrpSpPr>
          <p:grpSpPr>
            <a:xfrm>
              <a:off x="360596" y="702558"/>
              <a:ext cx="2412130" cy="661056"/>
              <a:chOff x="360596" y="559337"/>
              <a:chExt cx="2412130" cy="661056"/>
            </a:xfrm>
          </p:grpSpPr>
          <p:pic>
            <p:nvPicPr>
              <p:cNvPr id="25" name="图片 24">
                <a:extLst>
                  <a:ext uri="{FF2B5EF4-FFF2-40B4-BE49-F238E27FC236}">
                    <a16:creationId xmlns="" xmlns:p14="http://schemas.microsoft.com/office/powerpoint/2010/main" xmlns:p15="http://schemas.microsoft.com/office/powerpoint/2012/main" xmlns:a16="http://schemas.microsoft.com/office/drawing/2014/main" id="{F8DC28B4-6ABA-45FE-8E42-549E7659B22C}"/>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27" name="图片 26">
                <a:extLst>
                  <a:ext uri="{FF2B5EF4-FFF2-40B4-BE49-F238E27FC236}">
                    <a16:creationId xmlns="" xmlns:p14="http://schemas.microsoft.com/office/powerpoint/2010/main" xmlns:p15="http://schemas.microsoft.com/office/powerpoint/2012/main" xmlns:a16="http://schemas.microsoft.com/office/drawing/2014/main" id="{97CFCD03-3FC7-486F-9BC0-3BA6451932D2}"/>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26" name="图片 25">
                <a:extLst>
                  <a:ext uri="{FF2B5EF4-FFF2-40B4-BE49-F238E27FC236}">
                    <a16:creationId xmlns="" xmlns:p14="http://schemas.microsoft.com/office/powerpoint/2010/main" xmlns:p15="http://schemas.microsoft.com/office/powerpoint/2012/main" xmlns:a16="http://schemas.microsoft.com/office/drawing/2014/main" id="{D2FB96E6-B628-45A4-9848-29F57AD3041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37" name="文本框 36">
              <a:extLst>
                <a:ext uri="{FF2B5EF4-FFF2-40B4-BE49-F238E27FC236}">
                  <a16:creationId xmlns="" xmlns:p14="http://schemas.microsoft.com/office/powerpoint/2010/main" xmlns:p15="http://schemas.microsoft.com/office/powerpoint/2012/main" xmlns:a16="http://schemas.microsoft.com/office/drawing/2014/main" id="{976536F5-2657-47EC-8F85-EC3C7B04CF38}"/>
                </a:ext>
              </a:extLst>
            </p:cNvPr>
            <p:cNvSpPr txBox="1"/>
            <p:nvPr/>
          </p:nvSpPr>
          <p:spPr>
            <a:xfrm>
              <a:off x="462709" y="824708"/>
              <a:ext cx="2215186" cy="400110"/>
            </a:xfrm>
            <a:prstGeom prst="rect">
              <a:avLst/>
            </a:prstGeom>
            <a:noFill/>
            <a:effectLst>
              <a:innerShdw blurRad="114300">
                <a:prstClr val="black"/>
              </a:innerShdw>
            </a:effectLst>
          </p:spPr>
          <p:txBody>
            <a:bodyPr wrap="square" rtlCol="0" anchor="ctr">
              <a:spAutoFit/>
            </a:bodyPr>
            <a:lstStyle/>
            <a:p>
              <a:pPr algn="ctr"/>
              <a:r>
                <a:rPr lang="zh-CN" altLang="en-US" sz="20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输入内容</a:t>
              </a:r>
            </a:p>
          </p:txBody>
        </p:sp>
        <p:cxnSp>
          <p:nvCxnSpPr>
            <p:cNvPr id="41" name="连接符: 肘形 40">
              <a:extLst>
                <a:ext uri="{FF2B5EF4-FFF2-40B4-BE49-F238E27FC236}">
                  <a16:creationId xmlns="" xmlns:p14="http://schemas.microsoft.com/office/powerpoint/2010/main" xmlns:p15="http://schemas.microsoft.com/office/powerpoint/2012/main" xmlns:a16="http://schemas.microsoft.com/office/drawing/2014/main" id="{F12BD1C8-135E-45DC-97A0-236958047D9C}"/>
                </a:ext>
              </a:extLst>
            </p:cNvPr>
            <p:cNvCxnSpPr/>
            <p:nvPr/>
          </p:nvCxnSpPr>
          <p:spPr>
            <a:xfrm>
              <a:off x="2699929" y="889865"/>
              <a:ext cx="1944000" cy="54391"/>
            </a:xfrm>
            <a:prstGeom prst="bentConnector5">
              <a:avLst>
                <a:gd name="adj1" fmla="val 47572"/>
                <a:gd name="adj2" fmla="val -488390"/>
                <a:gd name="adj3" fmla="val 112730"/>
              </a:avLst>
            </a:prstGeom>
            <a:ln>
              <a:solidFill>
                <a:srgbClr val="03E2E7"/>
              </a:solidFill>
            </a:ln>
          </p:spPr>
          <p:style>
            <a:lnRef idx="1">
              <a:schemeClr val="accent1"/>
            </a:lnRef>
            <a:fillRef idx="0">
              <a:schemeClr val="accent1"/>
            </a:fillRef>
            <a:effectRef idx="0">
              <a:schemeClr val="accent1"/>
            </a:effectRef>
            <a:fontRef idx="minor">
              <a:schemeClr val="tx1"/>
            </a:fontRef>
          </p:style>
        </p:cxnSp>
        <p:sp>
          <p:nvSpPr>
            <p:cNvPr id="17" name="earth-with-americas_44996">
              <a:extLst>
                <a:ext uri="{FF2B5EF4-FFF2-40B4-BE49-F238E27FC236}">
                  <a16:creationId xmlns="" xmlns:p14="http://schemas.microsoft.com/office/powerpoint/2010/main" xmlns:p15="http://schemas.microsoft.com/office/powerpoint/2012/main" xmlns:a16="http://schemas.microsoft.com/office/drawing/2014/main" id="{8E9429E1-8F95-4587-8F84-72FE26AF94DF}"/>
                </a:ext>
              </a:extLst>
            </p:cNvPr>
            <p:cNvSpPr>
              <a:spLocks noChangeAspect="1"/>
            </p:cNvSpPr>
            <p:nvPr/>
          </p:nvSpPr>
          <p:spPr bwMode="auto">
            <a:xfrm>
              <a:off x="4518687" y="852825"/>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00FEFE"/>
            </a:solidFill>
            <a:ln>
              <a:noFill/>
            </a:ln>
            <a:effectLst>
              <a:innerShdw blurRad="114300">
                <a:prstClr val="black"/>
              </a:innerShdw>
            </a:effectLst>
          </p:spPr>
          <p:txBody>
            <a:bodyPr/>
            <a:lstStyle/>
            <a:p>
              <a:endParaRPr/>
            </a:p>
          </p:txBody>
        </p:sp>
      </p:grpSp>
      <p:grpSp>
        <p:nvGrpSpPr>
          <p:cNvPr id="6" name="组合 5">
            <a:extLst>
              <a:ext uri="{FF2B5EF4-FFF2-40B4-BE49-F238E27FC236}">
                <a16:creationId xmlns="" xmlns:p14="http://schemas.microsoft.com/office/powerpoint/2010/main" xmlns:p15="http://schemas.microsoft.com/office/powerpoint/2012/main" xmlns:a16="http://schemas.microsoft.com/office/drawing/2014/main" id="{C4D91089-1655-4546-A670-272B90029C1A}"/>
              </a:ext>
            </a:extLst>
          </p:cNvPr>
          <p:cNvGrpSpPr/>
          <p:nvPr/>
        </p:nvGrpSpPr>
        <p:grpSpPr>
          <a:xfrm>
            <a:off x="411530" y="2011021"/>
            <a:ext cx="3458584" cy="661056"/>
            <a:chOff x="360596" y="2411350"/>
            <a:chExt cx="3458584" cy="661056"/>
          </a:xfrm>
        </p:grpSpPr>
        <p:grpSp>
          <p:nvGrpSpPr>
            <p:cNvPr id="33" name="组合 32">
              <a:extLst>
                <a:ext uri="{FF2B5EF4-FFF2-40B4-BE49-F238E27FC236}">
                  <a16:creationId xmlns="" xmlns:p14="http://schemas.microsoft.com/office/powerpoint/2010/main" xmlns:p15="http://schemas.microsoft.com/office/powerpoint/2012/main" xmlns:a16="http://schemas.microsoft.com/office/drawing/2014/main" id="{B8B0C0A8-8431-4B2A-8FCA-01D7D11AB77B}"/>
                </a:ext>
              </a:extLst>
            </p:cNvPr>
            <p:cNvGrpSpPr/>
            <p:nvPr/>
          </p:nvGrpSpPr>
          <p:grpSpPr>
            <a:xfrm>
              <a:off x="360596" y="2411350"/>
              <a:ext cx="2412130" cy="661056"/>
              <a:chOff x="360596" y="559337"/>
              <a:chExt cx="2412130" cy="661056"/>
            </a:xfrm>
          </p:grpSpPr>
          <p:pic>
            <p:nvPicPr>
              <p:cNvPr id="34" name="图片 33">
                <a:extLst>
                  <a:ext uri="{FF2B5EF4-FFF2-40B4-BE49-F238E27FC236}">
                    <a16:creationId xmlns="" xmlns:p14="http://schemas.microsoft.com/office/powerpoint/2010/main" xmlns:p15="http://schemas.microsoft.com/office/powerpoint/2012/main" xmlns:a16="http://schemas.microsoft.com/office/drawing/2014/main" id="{15E4AE70-36BE-4365-8D97-25A5D245196B}"/>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35" name="图片 34">
                <a:extLst>
                  <a:ext uri="{FF2B5EF4-FFF2-40B4-BE49-F238E27FC236}">
                    <a16:creationId xmlns="" xmlns:p14="http://schemas.microsoft.com/office/powerpoint/2010/main" xmlns:p15="http://schemas.microsoft.com/office/powerpoint/2012/main" xmlns:a16="http://schemas.microsoft.com/office/drawing/2014/main" id="{7097109A-CDF4-42B8-BEDD-FF0411D2F416}"/>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36" name="图片 35">
                <a:extLst>
                  <a:ext uri="{FF2B5EF4-FFF2-40B4-BE49-F238E27FC236}">
                    <a16:creationId xmlns="" xmlns:p14="http://schemas.microsoft.com/office/powerpoint/2010/main" xmlns:p15="http://schemas.microsoft.com/office/powerpoint/2012/main" xmlns:a16="http://schemas.microsoft.com/office/drawing/2014/main" id="{B8B569A5-4205-4C7E-8CDE-51BF2FF8DFAE}"/>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39" name="文本框 38">
              <a:extLst>
                <a:ext uri="{FF2B5EF4-FFF2-40B4-BE49-F238E27FC236}">
                  <a16:creationId xmlns="" xmlns:p14="http://schemas.microsoft.com/office/powerpoint/2010/main" xmlns:p15="http://schemas.microsoft.com/office/powerpoint/2012/main" xmlns:a16="http://schemas.microsoft.com/office/drawing/2014/main" id="{63A1AC5E-F3C9-4F36-A935-00581945FC43}"/>
                </a:ext>
              </a:extLst>
            </p:cNvPr>
            <p:cNvSpPr txBox="1"/>
            <p:nvPr/>
          </p:nvSpPr>
          <p:spPr>
            <a:xfrm>
              <a:off x="459068" y="2517794"/>
              <a:ext cx="2215186" cy="400110"/>
            </a:xfrm>
            <a:prstGeom prst="rect">
              <a:avLst/>
            </a:prstGeom>
            <a:noFill/>
            <a:effectLst>
              <a:innerShdw blurRad="114300">
                <a:prstClr val="black"/>
              </a:innerShdw>
            </a:effectLst>
          </p:spPr>
          <p:txBody>
            <a:bodyPr wrap="square" rtlCol="0" anchor="ctr">
              <a:spAutoFit/>
            </a:bodyPr>
            <a:lstStyle/>
            <a:p>
              <a:pPr algn="ctr"/>
              <a:r>
                <a:rPr lang="zh-CN" altLang="en-US" sz="20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输入内容</a:t>
              </a:r>
            </a:p>
          </p:txBody>
        </p:sp>
        <p:cxnSp>
          <p:nvCxnSpPr>
            <p:cNvPr id="46" name="连接符: 肘形 45">
              <a:extLst>
                <a:ext uri="{FF2B5EF4-FFF2-40B4-BE49-F238E27FC236}">
                  <a16:creationId xmlns="" xmlns:p14="http://schemas.microsoft.com/office/powerpoint/2010/main" xmlns:p15="http://schemas.microsoft.com/office/powerpoint/2012/main" xmlns:a16="http://schemas.microsoft.com/office/drawing/2014/main" id="{9E2452C4-CCB1-41B5-AD95-9F6AC410C422}"/>
                </a:ext>
              </a:extLst>
            </p:cNvPr>
            <p:cNvCxnSpPr>
              <a:endCxn id="19" idx="17"/>
            </p:cNvCxnSpPr>
            <p:nvPr/>
          </p:nvCxnSpPr>
          <p:spPr>
            <a:xfrm>
              <a:off x="2677895" y="2598657"/>
              <a:ext cx="1012822" cy="65617"/>
            </a:xfrm>
            <a:prstGeom prst="bentConnector5">
              <a:avLst>
                <a:gd name="adj1" fmla="val 45552"/>
                <a:gd name="adj2" fmla="val -395986"/>
                <a:gd name="adj3" fmla="val 122571"/>
              </a:avLst>
            </a:prstGeom>
            <a:ln>
              <a:solidFill>
                <a:srgbClr val="03E2E7"/>
              </a:solidFill>
            </a:ln>
          </p:spPr>
          <p:style>
            <a:lnRef idx="1">
              <a:schemeClr val="accent1"/>
            </a:lnRef>
            <a:fillRef idx="0">
              <a:schemeClr val="accent1"/>
            </a:fillRef>
            <a:effectRef idx="0">
              <a:schemeClr val="accent1"/>
            </a:effectRef>
            <a:fontRef idx="minor">
              <a:schemeClr val="tx1"/>
            </a:fontRef>
          </p:style>
        </p:cxnSp>
        <p:sp>
          <p:nvSpPr>
            <p:cNvPr id="19" name="earth-with-americas_44996">
              <a:extLst>
                <a:ext uri="{FF2B5EF4-FFF2-40B4-BE49-F238E27FC236}">
                  <a16:creationId xmlns="" xmlns:p14="http://schemas.microsoft.com/office/powerpoint/2010/main" xmlns:p15="http://schemas.microsoft.com/office/powerpoint/2012/main" xmlns:a16="http://schemas.microsoft.com/office/drawing/2014/main" id="{836D897A-7CE9-4375-99DC-176F2C88D37D}"/>
                </a:ext>
              </a:extLst>
            </p:cNvPr>
            <p:cNvSpPr>
              <a:spLocks noChangeAspect="1"/>
            </p:cNvSpPr>
            <p:nvPr/>
          </p:nvSpPr>
          <p:spPr bwMode="auto">
            <a:xfrm>
              <a:off x="3600612" y="2567423"/>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00FEFE"/>
            </a:solidFill>
            <a:ln>
              <a:noFill/>
            </a:ln>
            <a:effectLst>
              <a:innerShdw blurRad="114300">
                <a:prstClr val="black"/>
              </a:innerShdw>
            </a:effectLst>
          </p:spPr>
          <p:txBody>
            <a:bodyPr/>
            <a:lstStyle/>
            <a:p>
              <a:endParaRPr/>
            </a:p>
          </p:txBody>
        </p:sp>
      </p:grpSp>
      <p:grpSp>
        <p:nvGrpSpPr>
          <p:cNvPr id="5" name="组合 4">
            <a:extLst>
              <a:ext uri="{FF2B5EF4-FFF2-40B4-BE49-F238E27FC236}">
                <a16:creationId xmlns="" xmlns:p14="http://schemas.microsoft.com/office/powerpoint/2010/main" xmlns:p15="http://schemas.microsoft.com/office/powerpoint/2012/main" xmlns:a16="http://schemas.microsoft.com/office/drawing/2014/main" id="{45CE969B-7D57-4CB6-AD81-F950FECE2466}"/>
              </a:ext>
            </a:extLst>
          </p:cNvPr>
          <p:cNvGrpSpPr/>
          <p:nvPr/>
        </p:nvGrpSpPr>
        <p:grpSpPr>
          <a:xfrm>
            <a:off x="411530" y="1233744"/>
            <a:ext cx="3912113" cy="661056"/>
            <a:chOff x="360596" y="1556954"/>
            <a:chExt cx="3912113" cy="661056"/>
          </a:xfrm>
        </p:grpSpPr>
        <p:grpSp>
          <p:nvGrpSpPr>
            <p:cNvPr id="29" name="组合 28">
              <a:extLst>
                <a:ext uri="{FF2B5EF4-FFF2-40B4-BE49-F238E27FC236}">
                  <a16:creationId xmlns="" xmlns:p14="http://schemas.microsoft.com/office/powerpoint/2010/main" xmlns:p15="http://schemas.microsoft.com/office/powerpoint/2012/main" xmlns:a16="http://schemas.microsoft.com/office/drawing/2014/main" id="{02020B9E-886B-48F0-84D8-A758B46B0DD9}"/>
                </a:ext>
              </a:extLst>
            </p:cNvPr>
            <p:cNvGrpSpPr/>
            <p:nvPr/>
          </p:nvGrpSpPr>
          <p:grpSpPr>
            <a:xfrm>
              <a:off x="360596" y="1556954"/>
              <a:ext cx="2412130" cy="661056"/>
              <a:chOff x="360596" y="559337"/>
              <a:chExt cx="2412130" cy="661056"/>
            </a:xfrm>
          </p:grpSpPr>
          <p:pic>
            <p:nvPicPr>
              <p:cNvPr id="30" name="图片 29">
                <a:extLst>
                  <a:ext uri="{FF2B5EF4-FFF2-40B4-BE49-F238E27FC236}">
                    <a16:creationId xmlns="" xmlns:p14="http://schemas.microsoft.com/office/powerpoint/2010/main" xmlns:p15="http://schemas.microsoft.com/office/powerpoint/2012/main" xmlns:a16="http://schemas.microsoft.com/office/drawing/2014/main" id="{D38CFA37-B929-47E2-8527-38FCDD704AD4}"/>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31" name="图片 30">
                <a:extLst>
                  <a:ext uri="{FF2B5EF4-FFF2-40B4-BE49-F238E27FC236}">
                    <a16:creationId xmlns="" xmlns:p14="http://schemas.microsoft.com/office/powerpoint/2010/main" xmlns:p15="http://schemas.microsoft.com/office/powerpoint/2012/main" xmlns:a16="http://schemas.microsoft.com/office/drawing/2014/main" id="{0F24CFDA-F834-44BF-B1B5-5BA821EE9896}"/>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32" name="图片 31">
                <a:extLst>
                  <a:ext uri="{FF2B5EF4-FFF2-40B4-BE49-F238E27FC236}">
                    <a16:creationId xmlns="" xmlns:p14="http://schemas.microsoft.com/office/powerpoint/2010/main" xmlns:p15="http://schemas.microsoft.com/office/powerpoint/2012/main" xmlns:a16="http://schemas.microsoft.com/office/drawing/2014/main" id="{7385DD1C-7A5E-4748-A78E-C5EF36A90120}"/>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38" name="文本框 37">
              <a:extLst>
                <a:ext uri="{FF2B5EF4-FFF2-40B4-BE49-F238E27FC236}">
                  <a16:creationId xmlns="" xmlns:p14="http://schemas.microsoft.com/office/powerpoint/2010/main" xmlns:p15="http://schemas.microsoft.com/office/powerpoint/2012/main" xmlns:a16="http://schemas.microsoft.com/office/drawing/2014/main" id="{E4EE195C-E22D-4841-9DDB-4148672D061C}"/>
                </a:ext>
              </a:extLst>
            </p:cNvPr>
            <p:cNvSpPr txBox="1"/>
            <p:nvPr/>
          </p:nvSpPr>
          <p:spPr>
            <a:xfrm>
              <a:off x="462709" y="1676410"/>
              <a:ext cx="2215186" cy="400110"/>
            </a:xfrm>
            <a:prstGeom prst="rect">
              <a:avLst/>
            </a:prstGeom>
            <a:noFill/>
            <a:effectLst>
              <a:innerShdw blurRad="114300">
                <a:prstClr val="black"/>
              </a:innerShdw>
            </a:effectLst>
          </p:spPr>
          <p:txBody>
            <a:bodyPr wrap="square" rtlCol="0" anchor="ctr">
              <a:spAutoFit/>
            </a:bodyPr>
            <a:lstStyle/>
            <a:p>
              <a:pPr algn="ctr"/>
              <a:r>
                <a:rPr lang="zh-CN" altLang="en-US" sz="20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输入内容</a:t>
              </a:r>
            </a:p>
          </p:txBody>
        </p:sp>
        <p:cxnSp>
          <p:nvCxnSpPr>
            <p:cNvPr id="44" name="连接符: 肘形 43">
              <a:extLst>
                <a:ext uri="{FF2B5EF4-FFF2-40B4-BE49-F238E27FC236}">
                  <a16:creationId xmlns="" xmlns:p14="http://schemas.microsoft.com/office/powerpoint/2010/main" xmlns:p15="http://schemas.microsoft.com/office/powerpoint/2012/main" xmlns:a16="http://schemas.microsoft.com/office/drawing/2014/main" id="{35E33A05-9023-4289-A93E-D052F8365D71}"/>
                </a:ext>
              </a:extLst>
            </p:cNvPr>
            <p:cNvCxnSpPr/>
            <p:nvPr/>
          </p:nvCxnSpPr>
          <p:spPr>
            <a:xfrm flipV="1">
              <a:off x="2677895" y="1709615"/>
              <a:ext cx="1476000" cy="17436"/>
            </a:xfrm>
            <a:prstGeom prst="bentConnector5">
              <a:avLst>
                <a:gd name="adj1" fmla="val 48688"/>
                <a:gd name="adj2" fmla="val 1786230"/>
                <a:gd name="adj3" fmla="val 118216"/>
              </a:avLst>
            </a:prstGeom>
            <a:ln>
              <a:solidFill>
                <a:srgbClr val="03E2E7"/>
              </a:solidFill>
            </a:ln>
          </p:spPr>
          <p:style>
            <a:lnRef idx="1">
              <a:schemeClr val="accent1"/>
            </a:lnRef>
            <a:fillRef idx="0">
              <a:schemeClr val="accent1"/>
            </a:fillRef>
            <a:effectRef idx="0">
              <a:schemeClr val="accent1"/>
            </a:effectRef>
            <a:fontRef idx="minor">
              <a:schemeClr val="tx1"/>
            </a:fontRef>
          </p:style>
        </p:cxnSp>
        <p:sp>
          <p:nvSpPr>
            <p:cNvPr id="40" name="earth-with-americas_44996">
              <a:extLst>
                <a:ext uri="{FF2B5EF4-FFF2-40B4-BE49-F238E27FC236}">
                  <a16:creationId xmlns="" xmlns:p14="http://schemas.microsoft.com/office/powerpoint/2010/main" xmlns:p15="http://schemas.microsoft.com/office/powerpoint/2012/main" xmlns:a16="http://schemas.microsoft.com/office/drawing/2014/main" id="{5C6062AD-F780-4C3C-8747-5F8F707098ED}"/>
                </a:ext>
              </a:extLst>
            </p:cNvPr>
            <p:cNvSpPr>
              <a:spLocks noChangeAspect="1"/>
            </p:cNvSpPr>
            <p:nvPr/>
          </p:nvSpPr>
          <p:spPr bwMode="auto">
            <a:xfrm>
              <a:off x="4054141" y="1602640"/>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00FEFE"/>
            </a:solidFill>
            <a:ln>
              <a:noFill/>
            </a:ln>
            <a:effectLst>
              <a:innerShdw blurRad="114300">
                <a:prstClr val="black"/>
              </a:innerShdw>
            </a:effectLst>
          </p:spPr>
          <p:txBody>
            <a:bodyPr/>
            <a:lstStyle/>
            <a:p>
              <a:endParaRPr/>
            </a:p>
          </p:txBody>
        </p:sp>
      </p:grpSp>
      <p:sp>
        <p:nvSpPr>
          <p:cNvPr id="3" name="矩形 2">
            <a:extLst>
              <a:ext uri="{FF2B5EF4-FFF2-40B4-BE49-F238E27FC236}">
                <a16:creationId xmlns="" xmlns:p14="http://schemas.microsoft.com/office/powerpoint/2010/main" xmlns:p15="http://schemas.microsoft.com/office/powerpoint/2012/main" xmlns:a16="http://schemas.microsoft.com/office/drawing/2014/main" id="{096A81C5-5EBB-4889-8875-471501ECCFF1}"/>
              </a:ext>
            </a:extLst>
          </p:cNvPr>
          <p:cNvSpPr/>
          <p:nvPr/>
        </p:nvSpPr>
        <p:spPr>
          <a:xfrm>
            <a:off x="4546889" y="2125915"/>
            <a:ext cx="1215396" cy="1323439"/>
          </a:xfrm>
          <a:prstGeom prst="rect">
            <a:avLst/>
          </a:prstGeom>
        </p:spPr>
        <p:txBody>
          <a:bodyPr wrap="none">
            <a:spAutoFit/>
          </a:bodyPr>
          <a:lstStyle/>
          <a:p>
            <a:pPr lvl="0" algn="r"/>
            <a:r>
              <a:rPr lang="zh-CN" altLang="en-US" sz="8000" b="1">
                <a:gradFill>
                  <a:gsLst>
                    <a:gs pos="31000">
                      <a:srgbClr val="03E2E7"/>
                    </a:gs>
                    <a:gs pos="7000">
                      <a:prstClr val="black">
                        <a:alpha val="0"/>
                        <a:lumMod val="0"/>
                        <a:lumOff val="100000"/>
                      </a:prstClr>
                    </a:gs>
                  </a:gsLst>
                  <a:lin ang="16200000" scaled="1"/>
                </a:gradFill>
                <a:latin typeface="楷体" panose="02010609060101010101" pitchFamily="49" charset="-122"/>
                <a:ea typeface="楷体" panose="02010609060101010101" pitchFamily="49" charset="-122"/>
              </a:rPr>
              <a:t>录</a:t>
            </a:r>
          </a:p>
        </p:txBody>
      </p:sp>
      <p:grpSp>
        <p:nvGrpSpPr>
          <p:cNvPr id="42" name="组合 41">
            <a:extLst>
              <a:ext uri="{FF2B5EF4-FFF2-40B4-BE49-F238E27FC236}">
                <a16:creationId xmlns="" xmlns:p14="http://schemas.microsoft.com/office/powerpoint/2010/main" xmlns:p15="http://schemas.microsoft.com/office/powerpoint/2012/main" xmlns:a16="http://schemas.microsoft.com/office/drawing/2014/main" id="{AF8FBF3B-645D-4DE3-82F7-DAD0B778B296}"/>
              </a:ext>
            </a:extLst>
          </p:cNvPr>
          <p:cNvGrpSpPr/>
          <p:nvPr/>
        </p:nvGrpSpPr>
        <p:grpSpPr>
          <a:xfrm>
            <a:off x="411530" y="2788298"/>
            <a:ext cx="3326380" cy="661056"/>
            <a:chOff x="360596" y="2411350"/>
            <a:chExt cx="3326380" cy="661056"/>
          </a:xfrm>
        </p:grpSpPr>
        <p:grpSp>
          <p:nvGrpSpPr>
            <p:cNvPr id="43" name="组合 42">
              <a:extLst>
                <a:ext uri="{FF2B5EF4-FFF2-40B4-BE49-F238E27FC236}">
                  <a16:creationId xmlns="" xmlns:p14="http://schemas.microsoft.com/office/powerpoint/2010/main" xmlns:p15="http://schemas.microsoft.com/office/powerpoint/2012/main" xmlns:a16="http://schemas.microsoft.com/office/drawing/2014/main" id="{4FED2444-ACBC-472B-A54A-4D3DBA7227CD}"/>
                </a:ext>
              </a:extLst>
            </p:cNvPr>
            <p:cNvGrpSpPr/>
            <p:nvPr/>
          </p:nvGrpSpPr>
          <p:grpSpPr>
            <a:xfrm>
              <a:off x="360596" y="2411350"/>
              <a:ext cx="2412130" cy="661056"/>
              <a:chOff x="360596" y="559337"/>
              <a:chExt cx="2412130" cy="661056"/>
            </a:xfrm>
          </p:grpSpPr>
          <p:pic>
            <p:nvPicPr>
              <p:cNvPr id="49" name="图片 48">
                <a:extLst>
                  <a:ext uri="{FF2B5EF4-FFF2-40B4-BE49-F238E27FC236}">
                    <a16:creationId xmlns="" xmlns:p14="http://schemas.microsoft.com/office/powerpoint/2010/main" xmlns:p15="http://schemas.microsoft.com/office/powerpoint/2012/main" xmlns:a16="http://schemas.microsoft.com/office/drawing/2014/main" id="{905515A5-6F41-4B63-8D2E-CC3E90EA04DD}"/>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50" name="图片 49">
                <a:extLst>
                  <a:ext uri="{FF2B5EF4-FFF2-40B4-BE49-F238E27FC236}">
                    <a16:creationId xmlns="" xmlns:p14="http://schemas.microsoft.com/office/powerpoint/2010/main" xmlns:p15="http://schemas.microsoft.com/office/powerpoint/2012/main" xmlns:a16="http://schemas.microsoft.com/office/drawing/2014/main" id="{1FD4E549-E656-4AB1-8760-01043FA5785E}"/>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52" name="图片 51">
                <a:extLst>
                  <a:ext uri="{FF2B5EF4-FFF2-40B4-BE49-F238E27FC236}">
                    <a16:creationId xmlns="" xmlns:p14="http://schemas.microsoft.com/office/powerpoint/2010/main" xmlns:p15="http://schemas.microsoft.com/office/powerpoint/2012/main" xmlns:a16="http://schemas.microsoft.com/office/drawing/2014/main" id="{90C19FCA-0E5E-47EE-94D3-C858CEB5550D}"/>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45" name="文本框 44">
              <a:extLst>
                <a:ext uri="{FF2B5EF4-FFF2-40B4-BE49-F238E27FC236}">
                  <a16:creationId xmlns="" xmlns:p14="http://schemas.microsoft.com/office/powerpoint/2010/main" xmlns:p15="http://schemas.microsoft.com/office/powerpoint/2012/main" xmlns:a16="http://schemas.microsoft.com/office/drawing/2014/main" id="{1AB23EA4-95D7-43CE-8540-197D12B34C00}"/>
                </a:ext>
              </a:extLst>
            </p:cNvPr>
            <p:cNvSpPr txBox="1"/>
            <p:nvPr/>
          </p:nvSpPr>
          <p:spPr>
            <a:xfrm>
              <a:off x="459068" y="2517794"/>
              <a:ext cx="2215186" cy="400110"/>
            </a:xfrm>
            <a:prstGeom prst="rect">
              <a:avLst/>
            </a:prstGeom>
            <a:noFill/>
            <a:effectLst>
              <a:innerShdw blurRad="114300">
                <a:prstClr val="black"/>
              </a:innerShdw>
            </a:effectLst>
          </p:spPr>
          <p:txBody>
            <a:bodyPr wrap="square" rtlCol="0" anchor="ctr">
              <a:spAutoFit/>
            </a:bodyPr>
            <a:lstStyle/>
            <a:p>
              <a:pPr algn="ctr"/>
              <a:r>
                <a:rPr lang="zh-CN" altLang="en-US" sz="20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输入内容</a:t>
              </a:r>
            </a:p>
          </p:txBody>
        </p:sp>
        <p:cxnSp>
          <p:nvCxnSpPr>
            <p:cNvPr id="47" name="连接符: 肘形 46">
              <a:extLst>
                <a:ext uri="{FF2B5EF4-FFF2-40B4-BE49-F238E27FC236}">
                  <a16:creationId xmlns="" xmlns:p14="http://schemas.microsoft.com/office/powerpoint/2010/main" xmlns:p15="http://schemas.microsoft.com/office/powerpoint/2012/main" xmlns:a16="http://schemas.microsoft.com/office/drawing/2014/main" id="{91D53FA1-A116-4B6A-9AD8-EDB5016A0BAB}"/>
                </a:ext>
              </a:extLst>
            </p:cNvPr>
            <p:cNvCxnSpPr>
              <a:endCxn id="48" idx="17"/>
            </p:cNvCxnSpPr>
            <p:nvPr/>
          </p:nvCxnSpPr>
          <p:spPr>
            <a:xfrm>
              <a:off x="2677895" y="2598657"/>
              <a:ext cx="880618" cy="65617"/>
            </a:xfrm>
            <a:prstGeom prst="bentConnector5">
              <a:avLst>
                <a:gd name="adj1" fmla="val 44884"/>
                <a:gd name="adj2" fmla="val -395986"/>
                <a:gd name="adj3" fmla="val 125959"/>
              </a:avLst>
            </a:prstGeom>
            <a:ln>
              <a:solidFill>
                <a:srgbClr val="03E2E7"/>
              </a:solidFill>
            </a:ln>
          </p:spPr>
          <p:style>
            <a:lnRef idx="1">
              <a:schemeClr val="accent1"/>
            </a:lnRef>
            <a:fillRef idx="0">
              <a:schemeClr val="accent1"/>
            </a:fillRef>
            <a:effectRef idx="0">
              <a:schemeClr val="accent1"/>
            </a:effectRef>
            <a:fontRef idx="minor">
              <a:schemeClr val="tx1"/>
            </a:fontRef>
          </p:style>
        </p:cxnSp>
        <p:sp>
          <p:nvSpPr>
            <p:cNvPr id="48" name="earth-with-americas_44996">
              <a:extLst>
                <a:ext uri="{FF2B5EF4-FFF2-40B4-BE49-F238E27FC236}">
                  <a16:creationId xmlns="" xmlns:p14="http://schemas.microsoft.com/office/powerpoint/2010/main" xmlns:p15="http://schemas.microsoft.com/office/powerpoint/2012/main" xmlns:a16="http://schemas.microsoft.com/office/drawing/2014/main" id="{B91D4679-75DC-4238-842D-9FF3131812D2}"/>
                </a:ext>
              </a:extLst>
            </p:cNvPr>
            <p:cNvSpPr>
              <a:spLocks noChangeAspect="1"/>
            </p:cNvSpPr>
            <p:nvPr/>
          </p:nvSpPr>
          <p:spPr bwMode="auto">
            <a:xfrm>
              <a:off x="3468408" y="2567423"/>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00FEFE"/>
            </a:solidFill>
            <a:ln>
              <a:noFill/>
            </a:ln>
            <a:effectLst>
              <a:innerShdw blurRad="114300">
                <a:prstClr val="black"/>
              </a:innerShdw>
            </a:effectLst>
          </p:spPr>
          <p:txBody>
            <a:bodyPr/>
            <a:lstStyle/>
            <a:p>
              <a:endParaRPr/>
            </a:p>
          </p:txBody>
        </p:sp>
      </p:grpSp>
      <p:sp>
        <p:nvSpPr>
          <p:cNvPr id="53" name="文本框 52">
            <a:extLst>
              <a:ext uri="{FF2B5EF4-FFF2-40B4-BE49-F238E27FC236}">
                <a16:creationId xmlns="" xmlns:p14="http://schemas.microsoft.com/office/powerpoint/2010/main" xmlns:p15="http://schemas.microsoft.com/office/powerpoint/2012/main" xmlns:a16="http://schemas.microsoft.com/office/drawing/2014/main" id="{F8217619-714B-49A7-BBB8-8A6FD8F50749}"/>
              </a:ext>
            </a:extLst>
          </p:cNvPr>
          <p:cNvSpPr txBox="1"/>
          <p:nvPr/>
        </p:nvSpPr>
        <p:spPr>
          <a:xfrm>
            <a:off x="479003" y="425153"/>
            <a:ext cx="841240" cy="584775"/>
          </a:xfrm>
          <a:prstGeom prst="rect">
            <a:avLst/>
          </a:prstGeom>
          <a:noFill/>
          <a:effectLst>
            <a:innerShdw blurRad="114300">
              <a:prstClr val="black"/>
            </a:innerShdw>
          </a:effectLst>
        </p:spPr>
        <p:txBody>
          <a:bodyPr wrap="square" rtlCol="0">
            <a:spAutoFit/>
          </a:bodyPr>
          <a:lstStyle/>
          <a:p>
            <a:r>
              <a:rPr lang="en-US" altLang="zh-CN"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01</a:t>
            </a:r>
            <a:endParaRPr lang="zh-CN" altLang="en-US"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sp>
        <p:nvSpPr>
          <p:cNvPr id="54" name="文本框 53">
            <a:extLst>
              <a:ext uri="{FF2B5EF4-FFF2-40B4-BE49-F238E27FC236}">
                <a16:creationId xmlns="" xmlns:p14="http://schemas.microsoft.com/office/powerpoint/2010/main" xmlns:p15="http://schemas.microsoft.com/office/powerpoint/2012/main" xmlns:a16="http://schemas.microsoft.com/office/drawing/2014/main" id="{FD604F55-BEF6-4F48-8982-6D26214657A9}"/>
              </a:ext>
            </a:extLst>
          </p:cNvPr>
          <p:cNvSpPr txBox="1"/>
          <p:nvPr/>
        </p:nvSpPr>
        <p:spPr>
          <a:xfrm>
            <a:off x="479003" y="1212809"/>
            <a:ext cx="841240" cy="584775"/>
          </a:xfrm>
          <a:prstGeom prst="rect">
            <a:avLst/>
          </a:prstGeom>
          <a:noFill/>
          <a:effectLst>
            <a:innerShdw blurRad="114300">
              <a:prstClr val="black"/>
            </a:innerShdw>
          </a:effectLst>
        </p:spPr>
        <p:txBody>
          <a:bodyPr wrap="square" rtlCol="0">
            <a:spAutoFit/>
          </a:bodyPr>
          <a:lstStyle/>
          <a:p>
            <a:r>
              <a:rPr lang="en-US" altLang="zh-CN"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02</a:t>
            </a:r>
            <a:endParaRPr lang="zh-CN" altLang="en-US"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sp>
        <p:nvSpPr>
          <p:cNvPr id="55" name="文本框 54">
            <a:extLst>
              <a:ext uri="{FF2B5EF4-FFF2-40B4-BE49-F238E27FC236}">
                <a16:creationId xmlns="" xmlns:p14="http://schemas.microsoft.com/office/powerpoint/2010/main" xmlns:p15="http://schemas.microsoft.com/office/powerpoint/2012/main" xmlns:a16="http://schemas.microsoft.com/office/drawing/2014/main" id="{F88AAD31-05C0-4191-89B1-492E4BFB7DD4}"/>
              </a:ext>
            </a:extLst>
          </p:cNvPr>
          <p:cNvSpPr txBox="1"/>
          <p:nvPr/>
        </p:nvSpPr>
        <p:spPr>
          <a:xfrm>
            <a:off x="479003" y="2000465"/>
            <a:ext cx="841240" cy="584775"/>
          </a:xfrm>
          <a:prstGeom prst="rect">
            <a:avLst/>
          </a:prstGeom>
          <a:noFill/>
          <a:effectLst>
            <a:innerShdw blurRad="114300">
              <a:prstClr val="black"/>
            </a:innerShdw>
          </a:effectLst>
        </p:spPr>
        <p:txBody>
          <a:bodyPr wrap="square" rtlCol="0">
            <a:spAutoFit/>
          </a:bodyPr>
          <a:lstStyle/>
          <a:p>
            <a:r>
              <a:rPr lang="en-US" altLang="zh-CN"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03</a:t>
            </a:r>
            <a:endParaRPr lang="zh-CN" altLang="en-US"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sp>
        <p:nvSpPr>
          <p:cNvPr id="56" name="文本框 55">
            <a:extLst>
              <a:ext uri="{FF2B5EF4-FFF2-40B4-BE49-F238E27FC236}">
                <a16:creationId xmlns="" xmlns:p14="http://schemas.microsoft.com/office/powerpoint/2010/main" xmlns:p15="http://schemas.microsoft.com/office/powerpoint/2012/main" xmlns:a16="http://schemas.microsoft.com/office/drawing/2014/main" id="{B43016CB-54AC-40AF-B943-89A6DAE8564D}"/>
              </a:ext>
            </a:extLst>
          </p:cNvPr>
          <p:cNvSpPr txBox="1"/>
          <p:nvPr/>
        </p:nvSpPr>
        <p:spPr>
          <a:xfrm>
            <a:off x="479003" y="2788122"/>
            <a:ext cx="841240" cy="584775"/>
          </a:xfrm>
          <a:prstGeom prst="rect">
            <a:avLst/>
          </a:prstGeom>
          <a:noFill/>
          <a:effectLst>
            <a:innerShdw blurRad="114300">
              <a:prstClr val="black"/>
            </a:innerShdw>
          </a:effectLst>
        </p:spPr>
        <p:txBody>
          <a:bodyPr wrap="square" rtlCol="0">
            <a:spAutoFit/>
          </a:bodyPr>
          <a:lstStyle/>
          <a:p>
            <a:r>
              <a:rPr lang="en-US" altLang="zh-CN"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04</a:t>
            </a:r>
            <a:endParaRPr lang="zh-CN" altLang="en-US" sz="32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345793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22" presetClass="entr" presetSubtype="4" fill="hold" grpId="0" nodeType="afterEffect">
                                  <p:childTnLst>
                                    <p:set>
                                      <p:cBhvr>
                                        <p:cTn id="7" dur="1" fill="hold">
                                          <p:stCondLst>
                                            <p:cond delay="0"/>
                                          </p:stCondLst>
                                        </p:cTn>
                                        <p:tgtEl>
                                          <p:spTgt spid="14"/>
                                        </p:tgtEl>
                                        <p:attrNameLst>
                                          <p:attrName>style.visibility</p:attrName>
                                        </p:attrNameLst>
                                      </p:cBhvr>
                                      <p:to>
                                        <p:strVal val="visible"/>
                                      </p:to>
                                    </p:set>
                                    <p:animEffect transition="in" filter="wipe(down)">
                                      <p:cBhvr>
                                        <p:cTn id="8" dur="500"/>
                                        <p:tgtEl>
                                          <p:spTgt spid="14"/>
                                        </p:tgtEl>
                                      </p:cBhvr>
                                    </p:animEffect>
                                  </p:childTnLst>
                                </p:cTn>
                              </p:par>
                            </p:childTnLst>
                          </p:cTn>
                        </p:par>
                        <p:par>
                          <p:cTn id="9" fill="hold" nodeType="withGroup">
                            <p:stCondLst>
                              <p:cond delay="500"/>
                            </p:stCondLst>
                            <p:childTnLst>
                              <p:par>
                                <p:cTn id="10" presetID="53" presetClass="entr" presetSubtype="0" fill="hold" nodeType="afterEffec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nodeType="withGroup">
                            <p:stCondLst>
                              <p:cond delay="1000"/>
                            </p:stCondLst>
                            <p:childTnLst>
                              <p:par>
                                <p:cTn id="16" presetID="53" presetClass="entr" presetSubtype="0" fill="hold" nodeType="afterEffec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par>
                          <p:cTn id="21" fill="hold" nodeType="withGroup">
                            <p:stCondLst>
                              <p:cond delay="1500"/>
                            </p:stCondLst>
                            <p:childTnLst>
                              <p:par>
                                <p:cTn id="22" presetID="53" presetClass="entr" presetSubtype="0" fill="hold" nodeType="afterEffec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childTnLst>
                          </p:cTn>
                        </p:par>
                        <p:par>
                          <p:cTn id="27" fill="hold" nodeType="withGroup">
                            <p:stCondLst>
                              <p:cond delay="2000"/>
                            </p:stCondLst>
                            <p:childTnLst>
                              <p:par>
                                <p:cTn id="28" presetID="53" presetClass="entr" presetSubtype="0" fill="hold" nodeType="afterEffect">
                                  <p:childTnLst>
                                    <p:set>
                                      <p:cBhvr>
                                        <p:cTn id="29" dur="1" fill="hold">
                                          <p:stCondLst>
                                            <p:cond delay="0"/>
                                          </p:stCondLst>
                                        </p:cTn>
                                        <p:tgtEl>
                                          <p:spTgt spid="42"/>
                                        </p:tgtEl>
                                        <p:attrNameLst>
                                          <p:attrName>style.visibility</p:attrName>
                                        </p:attrNameLst>
                                      </p:cBhvr>
                                      <p:to>
                                        <p:strVal val="visible"/>
                                      </p:to>
                                    </p:set>
                                    <p:anim calcmode="lin" valueType="num">
                                      <p:cBhvr>
                                        <p:cTn id="30" dur="500" fill="hold"/>
                                        <p:tgtEl>
                                          <p:spTgt spid="42"/>
                                        </p:tgtEl>
                                        <p:attrNameLst>
                                          <p:attrName>ppt_w</p:attrName>
                                        </p:attrNameLst>
                                      </p:cBhvr>
                                      <p:tavLst>
                                        <p:tav tm="0">
                                          <p:val>
                                            <p:fltVal val="0"/>
                                          </p:val>
                                        </p:tav>
                                        <p:tav tm="100000">
                                          <p:val>
                                            <p:strVal val="#ppt_w"/>
                                          </p:val>
                                        </p:tav>
                                      </p:tavLst>
                                    </p:anim>
                                    <p:anim calcmode="lin" valueType="num">
                                      <p:cBhvr>
                                        <p:cTn id="31" dur="500" fill="hold"/>
                                        <p:tgtEl>
                                          <p:spTgt spid="42"/>
                                        </p:tgtEl>
                                        <p:attrNameLst>
                                          <p:attrName>ppt_h</p:attrName>
                                        </p:attrNameLst>
                                      </p:cBhvr>
                                      <p:tavLst>
                                        <p:tav tm="0">
                                          <p:val>
                                            <p:fltVal val="0"/>
                                          </p:val>
                                        </p:tav>
                                        <p:tav tm="100000">
                                          <p:val>
                                            <p:strVal val="#ppt_h"/>
                                          </p:val>
                                        </p:tav>
                                      </p:tavLst>
                                    </p:anim>
                                    <p:animEffect transition="in" filter="fade">
                                      <p:cBhvr>
                                        <p:cTn id="32" dur="500"/>
                                        <p:tgtEl>
                                          <p:spTgt spid="42"/>
                                        </p:tgtEl>
                                      </p:cBhvr>
                                    </p:animEffect>
                                  </p:childTnLst>
                                </p:cTn>
                              </p:par>
                              <p:par>
                                <p:cTn id="33" presetID="53" presetClass="entr" presetSubtype="0" fill="hold" grpId="1" nodeType="withEffect">
                                  <p:childTnLst>
                                    <p:set>
                                      <p:cBhvr>
                                        <p:cTn id="34" dur="1" fill="hold">
                                          <p:stCondLst>
                                            <p:cond delay="0"/>
                                          </p:stCondLst>
                                        </p:cTn>
                                        <p:tgtEl>
                                          <p:spTgt spid="53"/>
                                        </p:tgtEl>
                                        <p:attrNameLst>
                                          <p:attrName>style.visibility</p:attrName>
                                        </p:attrNameLst>
                                      </p:cBhvr>
                                      <p:to>
                                        <p:strVal val="visible"/>
                                      </p:to>
                                    </p:set>
                                    <p:anim calcmode="lin" valueType="num">
                                      <p:cBhvr>
                                        <p:cTn id="35" dur="500" fill="hold"/>
                                        <p:tgtEl>
                                          <p:spTgt spid="53"/>
                                        </p:tgtEl>
                                        <p:attrNameLst>
                                          <p:attrName>ppt_w</p:attrName>
                                        </p:attrNameLst>
                                      </p:cBhvr>
                                      <p:tavLst>
                                        <p:tav tm="0">
                                          <p:val>
                                            <p:fltVal val="0"/>
                                          </p:val>
                                        </p:tav>
                                        <p:tav tm="100000">
                                          <p:val>
                                            <p:strVal val="#ppt_w"/>
                                          </p:val>
                                        </p:tav>
                                      </p:tavLst>
                                    </p:anim>
                                    <p:anim calcmode="lin" valueType="num">
                                      <p:cBhvr>
                                        <p:cTn id="36" dur="500" fill="hold"/>
                                        <p:tgtEl>
                                          <p:spTgt spid="53"/>
                                        </p:tgtEl>
                                        <p:attrNameLst>
                                          <p:attrName>ppt_h</p:attrName>
                                        </p:attrNameLst>
                                      </p:cBhvr>
                                      <p:tavLst>
                                        <p:tav tm="0">
                                          <p:val>
                                            <p:fltVal val="0"/>
                                          </p:val>
                                        </p:tav>
                                        <p:tav tm="100000">
                                          <p:val>
                                            <p:strVal val="#ppt_h"/>
                                          </p:val>
                                        </p:tav>
                                      </p:tavLst>
                                    </p:anim>
                                    <p:animEffect transition="in" filter="fade">
                                      <p:cBhvr>
                                        <p:cTn id="37" dur="500"/>
                                        <p:tgtEl>
                                          <p:spTgt spid="53"/>
                                        </p:tgtEl>
                                      </p:cBhvr>
                                    </p:animEffect>
                                  </p:childTnLst>
                                </p:cTn>
                              </p:par>
                              <p:par>
                                <p:cTn id="38" presetID="53" presetClass="entr" presetSubtype="0" fill="hold" grpId="2" nodeType="withEffect">
                                  <p:childTnLst>
                                    <p:set>
                                      <p:cBhvr>
                                        <p:cTn id="39" dur="1" fill="hold">
                                          <p:stCondLst>
                                            <p:cond delay="0"/>
                                          </p:stCondLst>
                                        </p:cTn>
                                        <p:tgtEl>
                                          <p:spTgt spid="54"/>
                                        </p:tgtEl>
                                        <p:attrNameLst>
                                          <p:attrName>style.visibility</p:attrName>
                                        </p:attrNameLst>
                                      </p:cBhvr>
                                      <p:to>
                                        <p:strVal val="visible"/>
                                      </p:to>
                                    </p:se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animEffect transition="in" filter="fade">
                                      <p:cBhvr>
                                        <p:cTn id="42" dur="500"/>
                                        <p:tgtEl>
                                          <p:spTgt spid="54"/>
                                        </p:tgtEl>
                                      </p:cBhvr>
                                    </p:animEffect>
                                  </p:childTnLst>
                                </p:cTn>
                              </p:par>
                              <p:par>
                                <p:cTn id="43" presetID="53" presetClass="entr" presetSubtype="0" fill="hold" grpId="3" nodeType="withEffect">
                                  <p:childTnLst>
                                    <p:set>
                                      <p:cBhvr>
                                        <p:cTn id="44" dur="1" fill="hold">
                                          <p:stCondLst>
                                            <p:cond delay="0"/>
                                          </p:stCondLst>
                                        </p:cTn>
                                        <p:tgtEl>
                                          <p:spTgt spid="55"/>
                                        </p:tgtEl>
                                        <p:attrNameLst>
                                          <p:attrName>style.visibility</p:attrName>
                                        </p:attrNameLst>
                                      </p:cBhvr>
                                      <p:to>
                                        <p:strVal val="visible"/>
                                      </p:to>
                                    </p:set>
                                    <p:anim calcmode="lin" valueType="num">
                                      <p:cBhvr>
                                        <p:cTn id="45" dur="500" fill="hold"/>
                                        <p:tgtEl>
                                          <p:spTgt spid="55"/>
                                        </p:tgtEl>
                                        <p:attrNameLst>
                                          <p:attrName>ppt_w</p:attrName>
                                        </p:attrNameLst>
                                      </p:cBhvr>
                                      <p:tavLst>
                                        <p:tav tm="0">
                                          <p:val>
                                            <p:fltVal val="0"/>
                                          </p:val>
                                        </p:tav>
                                        <p:tav tm="100000">
                                          <p:val>
                                            <p:strVal val="#ppt_w"/>
                                          </p:val>
                                        </p:tav>
                                      </p:tavLst>
                                    </p:anim>
                                    <p:anim calcmode="lin" valueType="num">
                                      <p:cBhvr>
                                        <p:cTn id="46" dur="500" fill="hold"/>
                                        <p:tgtEl>
                                          <p:spTgt spid="55"/>
                                        </p:tgtEl>
                                        <p:attrNameLst>
                                          <p:attrName>ppt_h</p:attrName>
                                        </p:attrNameLst>
                                      </p:cBhvr>
                                      <p:tavLst>
                                        <p:tav tm="0">
                                          <p:val>
                                            <p:fltVal val="0"/>
                                          </p:val>
                                        </p:tav>
                                        <p:tav tm="100000">
                                          <p:val>
                                            <p:strVal val="#ppt_h"/>
                                          </p:val>
                                        </p:tav>
                                      </p:tavLst>
                                    </p:anim>
                                    <p:animEffect transition="in" filter="fade">
                                      <p:cBhvr>
                                        <p:cTn id="47" dur="500"/>
                                        <p:tgtEl>
                                          <p:spTgt spid="55"/>
                                        </p:tgtEl>
                                      </p:cBhvr>
                                    </p:animEffect>
                                  </p:childTnLst>
                                </p:cTn>
                              </p:par>
                              <p:par>
                                <p:cTn id="48" presetID="53" presetClass="entr" presetSubtype="0" fill="hold" grpId="4" nodeType="withEffect">
                                  <p:childTnLst>
                                    <p:set>
                                      <p:cBhvr>
                                        <p:cTn id="49" dur="1" fill="hold">
                                          <p:stCondLst>
                                            <p:cond delay="0"/>
                                          </p:stCondLst>
                                        </p:cTn>
                                        <p:tgtEl>
                                          <p:spTgt spid="56"/>
                                        </p:tgtEl>
                                        <p:attrNameLst>
                                          <p:attrName>style.visibility</p:attrName>
                                        </p:attrNameLst>
                                      </p:cBhvr>
                                      <p:to>
                                        <p:strVal val="visible"/>
                                      </p:to>
                                    </p:set>
                                    <p:anim calcmode="lin" valueType="num">
                                      <p:cBhvr>
                                        <p:cTn id="50" dur="500" fill="hold"/>
                                        <p:tgtEl>
                                          <p:spTgt spid="56"/>
                                        </p:tgtEl>
                                        <p:attrNameLst>
                                          <p:attrName>ppt_w</p:attrName>
                                        </p:attrNameLst>
                                      </p:cBhvr>
                                      <p:tavLst>
                                        <p:tav tm="0">
                                          <p:val>
                                            <p:fltVal val="0"/>
                                          </p:val>
                                        </p:tav>
                                        <p:tav tm="100000">
                                          <p:val>
                                            <p:strVal val="#ppt_w"/>
                                          </p:val>
                                        </p:tav>
                                      </p:tavLst>
                                    </p:anim>
                                    <p:anim calcmode="lin" valueType="num">
                                      <p:cBhvr>
                                        <p:cTn id="51" dur="500" fill="hold"/>
                                        <p:tgtEl>
                                          <p:spTgt spid="56"/>
                                        </p:tgtEl>
                                        <p:attrNameLst>
                                          <p:attrName>ppt_h</p:attrName>
                                        </p:attrNameLst>
                                      </p:cBhvr>
                                      <p:tavLst>
                                        <p:tav tm="0">
                                          <p:val>
                                            <p:fltVal val="0"/>
                                          </p:val>
                                        </p:tav>
                                        <p:tav tm="100000">
                                          <p:val>
                                            <p:strVal val="#ppt_h"/>
                                          </p:val>
                                        </p:tav>
                                      </p:tavLst>
                                    </p:anim>
                                    <p:animEffect transition="in" filter="fade">
                                      <p:cBhvr>
                                        <p:cTn id="5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3" grpId="1"/>
      <p:bldP spid="54" grpId="2"/>
      <p:bldP spid="55" grpId="3"/>
      <p:bldP spid="56" grpId="4"/>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p14="http://schemas.microsoft.com/office/powerpoint/2010/main" xmlns:p15="http://schemas.microsoft.com/office/powerpoint/2012/main" xmlns:a16="http://schemas.microsoft.com/office/drawing/2014/main" id="{29E38136-BE8B-418A-BEA2-ECC4377B9F6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 xmlns:p14="http://schemas.microsoft.com/office/powerpoint/2010/main" xmlns:p15="http://schemas.microsoft.com/office/powerpoint/2012/main" xmlns:a16="http://schemas.microsoft.com/office/drawing/2014/main" id="{11280EA5-0B5A-4501-8A34-084C1A15701B}"/>
              </a:ext>
            </a:extLst>
          </p:cNvPr>
          <p:cNvSpPr>
            <a:spLocks noGrp="1"/>
          </p:cNvSpPr>
          <p:nvPr>
            <p:ph idx="1"/>
          </p:nvPr>
        </p:nvSpPr>
        <p:spPr/>
        <p:txBody>
          <a:bodyPr/>
          <a:lstStyle/>
          <a:p>
            <a:endParaRPr lang="zh-CN" altLang="en-US"/>
          </a:p>
        </p:txBody>
      </p:sp>
      <p:pic>
        <p:nvPicPr>
          <p:cNvPr id="4" name="图片 3">
            <a:extLst>
              <a:ext uri="{FF2B5EF4-FFF2-40B4-BE49-F238E27FC236}">
                <a16:creationId xmlns="" xmlns:p14="http://schemas.microsoft.com/office/powerpoint/2010/main" xmlns:p15="http://schemas.microsoft.com/office/powerpoint/2012/main" xmlns:a16="http://schemas.microsoft.com/office/drawing/2014/main" id="{2266DC4A-FCF9-43D5-B748-91745F5A1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sp>
        <p:nvSpPr>
          <p:cNvPr id="5" name="文本框 4">
            <a:extLst>
              <a:ext uri="{FF2B5EF4-FFF2-40B4-BE49-F238E27FC236}">
                <a16:creationId xmlns="" xmlns:p14="http://schemas.microsoft.com/office/powerpoint/2010/main" xmlns:p15="http://schemas.microsoft.com/office/powerpoint/2012/main" xmlns:a16="http://schemas.microsoft.com/office/drawing/2014/main" id="{5F8535EF-6A80-4C19-A25D-9B17344C9747}"/>
              </a:ext>
            </a:extLst>
          </p:cNvPr>
          <p:cNvSpPr txBox="1"/>
          <p:nvPr/>
        </p:nvSpPr>
        <p:spPr>
          <a:xfrm>
            <a:off x="340664" y="484044"/>
            <a:ext cx="2909312" cy="3154710"/>
          </a:xfrm>
          <a:prstGeom prst="rect">
            <a:avLst/>
          </a:prstGeom>
          <a:noFill/>
          <a:effectLst>
            <a:innerShdw blurRad="114300">
              <a:prstClr val="black"/>
            </a:innerShdw>
          </a:effectLst>
        </p:spPr>
        <p:txBody>
          <a:bodyPr wrap="square" rtlCol="0">
            <a:spAutoFit/>
          </a:bodyPr>
          <a:lstStyle/>
          <a:p>
            <a:r>
              <a:rPr lang="en-US" altLang="zh-CN"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01</a:t>
            </a:r>
            <a:endParaRPr lang="zh-CN" altLang="en-US"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grpSp>
        <p:nvGrpSpPr>
          <p:cNvPr id="11" name="组合 10">
            <a:extLst>
              <a:ext uri="{FF2B5EF4-FFF2-40B4-BE49-F238E27FC236}">
                <a16:creationId xmlns="" xmlns:p14="http://schemas.microsoft.com/office/powerpoint/2010/main" xmlns:p15="http://schemas.microsoft.com/office/powerpoint/2012/main" xmlns:a16="http://schemas.microsoft.com/office/drawing/2014/main" id="{36000B5B-F5BB-40A0-BC80-7EB57D83C42B}"/>
              </a:ext>
            </a:extLst>
          </p:cNvPr>
          <p:cNvGrpSpPr/>
          <p:nvPr/>
        </p:nvGrpSpPr>
        <p:grpSpPr>
          <a:xfrm>
            <a:off x="3833013" y="1783964"/>
            <a:ext cx="4010998" cy="834922"/>
            <a:chOff x="360596" y="559337"/>
            <a:chExt cx="2412130" cy="661056"/>
          </a:xfrm>
        </p:grpSpPr>
        <p:pic>
          <p:nvPicPr>
            <p:cNvPr id="12" name="图片 11">
              <a:extLst>
                <a:ext uri="{FF2B5EF4-FFF2-40B4-BE49-F238E27FC236}">
                  <a16:creationId xmlns="" xmlns:p14="http://schemas.microsoft.com/office/powerpoint/2010/main" xmlns:p15="http://schemas.microsoft.com/office/powerpoint/2012/main" xmlns:a16="http://schemas.microsoft.com/office/drawing/2014/main" id="{550775FE-7491-455D-85C7-C2E19E5D1DB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13" name="图片 12">
              <a:extLst>
                <a:ext uri="{FF2B5EF4-FFF2-40B4-BE49-F238E27FC236}">
                  <a16:creationId xmlns="" xmlns:p14="http://schemas.microsoft.com/office/powerpoint/2010/main" xmlns:p15="http://schemas.microsoft.com/office/powerpoint/2012/main" xmlns:a16="http://schemas.microsoft.com/office/drawing/2014/main" id="{EA0EF64C-4BD4-4834-8764-6521801B6727}"/>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14" name="图片 13">
              <a:extLst>
                <a:ext uri="{FF2B5EF4-FFF2-40B4-BE49-F238E27FC236}">
                  <a16:creationId xmlns="" xmlns:p14="http://schemas.microsoft.com/office/powerpoint/2010/main" xmlns:p15="http://schemas.microsoft.com/office/powerpoint/2012/main" xmlns:a16="http://schemas.microsoft.com/office/drawing/2014/main" id="{51579107-2EE2-44F2-BF5F-A39B1A8C712B}"/>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5" name="文本框 14">
            <a:extLst>
              <a:ext uri="{FF2B5EF4-FFF2-40B4-BE49-F238E27FC236}">
                <a16:creationId xmlns="" xmlns:p14="http://schemas.microsoft.com/office/powerpoint/2010/main" xmlns:p15="http://schemas.microsoft.com/office/powerpoint/2012/main" xmlns:a16="http://schemas.microsoft.com/office/drawing/2014/main" id="{6696FD60-DCF1-4C0E-BD0C-7B1ACAC36B22}"/>
              </a:ext>
            </a:extLst>
          </p:cNvPr>
          <p:cNvSpPr txBox="1"/>
          <p:nvPr/>
        </p:nvSpPr>
        <p:spPr>
          <a:xfrm>
            <a:off x="3745735" y="1874692"/>
            <a:ext cx="4190766" cy="646331"/>
          </a:xfrm>
          <a:prstGeom prst="rect">
            <a:avLst/>
          </a:prstGeom>
          <a:noFill/>
          <a:effectLst>
            <a:outerShdw blurRad="63500" sx="102000" sy="102000" algn="ctr" rotWithShape="0">
              <a:prstClr val="black">
                <a:alpha val="40000"/>
              </a:prstClr>
            </a:outerShdw>
          </a:effectLst>
        </p:spPr>
        <p:txBody>
          <a:bodyPr wrap="square" rtlCol="0" anchor="ctr">
            <a:spAutoFit/>
          </a:bodyPr>
          <a:lstStyle/>
          <a:p>
            <a:pPr algn="ctr"/>
            <a:r>
              <a:rPr lang="zh-CN" altLang="en-US" sz="3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输入标题或内容</a:t>
            </a:r>
          </a:p>
        </p:txBody>
      </p:sp>
      <p:sp>
        <p:nvSpPr>
          <p:cNvPr id="16" name="文本框 15">
            <a:extLst>
              <a:ext uri="{FF2B5EF4-FFF2-40B4-BE49-F238E27FC236}">
                <a16:creationId xmlns="" xmlns:p14="http://schemas.microsoft.com/office/powerpoint/2010/main" xmlns:p15="http://schemas.microsoft.com/office/powerpoint/2012/main" xmlns:a16="http://schemas.microsoft.com/office/drawing/2014/main" id="{718054E2-ED1E-492A-A66A-C073739F1AFC}"/>
              </a:ext>
            </a:extLst>
          </p:cNvPr>
          <p:cNvSpPr txBox="1"/>
          <p:nvPr/>
        </p:nvSpPr>
        <p:spPr>
          <a:xfrm>
            <a:off x="4280283" y="2592560"/>
            <a:ext cx="3563728" cy="422552"/>
          </a:xfrm>
          <a:prstGeom prst="rect">
            <a:avLst/>
          </a:prstGeom>
          <a:noFill/>
          <a:effectLst>
            <a:innerShdw blurRad="114300">
              <a:prstClr val="black"/>
            </a:innerShdw>
          </a:effectLst>
        </p:spPr>
        <p:txBody>
          <a:bodyPr wrap="square" rtlCol="0">
            <a:spAutoFit/>
          </a:bodyPr>
          <a:lstStyle/>
          <a:p>
            <a:pPr algn="dist">
              <a:lnSpc>
                <a:spcPct val="150000"/>
              </a:lnSpc>
            </a:pPr>
            <a:r>
              <a:rPr lang="zh-CN" altLang="en-US" sz="1600" b="1" u="sng">
                <a:solidFill>
                  <a:srgbClr val="00FEFE"/>
                </a:solidFill>
                <a:latin typeface="思源黑体 CN Heavy" panose="020B0A00000000000000" pitchFamily="34" charset="-122"/>
                <a:ea typeface="思源黑体 CN Heavy" panose="020B0A00000000000000" pitchFamily="34" charset="-122"/>
              </a:rPr>
              <a:t>科技商用通用模板</a:t>
            </a:r>
          </a:p>
        </p:txBody>
      </p:sp>
    </p:spTree>
    <p:extLst>
      <p:ext uri="{BB962C8B-B14F-4D97-AF65-F5344CB8AC3E}">
        <p14:creationId xmlns:p14="http://schemas.microsoft.com/office/powerpoint/2010/main" val="17955955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5" presetClass="entr" presetSubtype="0" fill="hold" nodeType="withEffec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0.70"/>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par>
                                <p:cTn id="15" presetID="55" presetClass="entr" presetSubtype="0" fill="hold" grpId="1" nodeType="withEffect">
                                  <p:childTnLst>
                                    <p:set>
                                      <p:cBhvr>
                                        <p:cTn id="16" dur="1"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strVal val="#ppt_w*0.70"/>
                                          </p:val>
                                        </p:tav>
                                        <p:tav tm="100000">
                                          <p:val>
                                            <p:strVal val="#ppt_w"/>
                                          </p:val>
                                        </p:tav>
                                      </p:tavLst>
                                    </p:anim>
                                    <p:anim calcmode="lin" valueType="num">
                                      <p:cBhvr>
                                        <p:cTn id="18" dur="1000" fill="hold"/>
                                        <p:tgtEl>
                                          <p:spTgt spid="15"/>
                                        </p:tgtEl>
                                        <p:attrNameLst>
                                          <p:attrName>ppt_h</p:attrName>
                                        </p:attrNameLst>
                                      </p:cBhvr>
                                      <p:tavLst>
                                        <p:tav tm="0">
                                          <p:val>
                                            <p:strVal val="#ppt_h"/>
                                          </p:val>
                                        </p:tav>
                                        <p:tav tm="100000">
                                          <p:val>
                                            <p:strVal val="#ppt_h"/>
                                          </p:val>
                                        </p:tav>
                                      </p:tavLst>
                                    </p:anim>
                                    <p:animEffect transition="in" filter="fade">
                                      <p:cBhvr>
                                        <p:cTn id="19" dur="1000"/>
                                        <p:tgtEl>
                                          <p:spTgt spid="15"/>
                                        </p:tgtEl>
                                      </p:cBhvr>
                                    </p:animEffect>
                                  </p:childTnLst>
                                </p:cTn>
                              </p:par>
                              <p:par>
                                <p:cTn id="20" presetID="53" presetClass="entr" presetSubtype="0" fill="hold" grpId="2" nodeType="withEffec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1"/>
      <p:bldP spid="16"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grpSp>
        <p:nvGrpSpPr>
          <p:cNvPr id="2" name="组合 1">
            <a:extLst>
              <a:ext uri="{FF2B5EF4-FFF2-40B4-BE49-F238E27FC236}">
                <a16:creationId xmlns="" xmlns:p14="http://schemas.microsoft.com/office/powerpoint/2010/main" xmlns:p15="http://schemas.microsoft.com/office/powerpoint/2012/main" xmlns:a16="http://schemas.microsoft.com/office/drawing/2014/main" id="{D09CAFC2-4B97-422F-9A06-F2723DC3279A}"/>
              </a:ext>
            </a:extLst>
          </p:cNvPr>
          <p:cNvGrpSpPr/>
          <p:nvPr/>
        </p:nvGrpSpPr>
        <p:grpSpPr>
          <a:xfrm>
            <a:off x="397454" y="1592388"/>
            <a:ext cx="3534167" cy="1715558"/>
            <a:chOff x="1704392" y="714905"/>
            <a:chExt cx="5096135" cy="3538063"/>
          </a:xfrm>
        </p:grpSpPr>
        <p:grpSp>
          <p:nvGrpSpPr>
            <p:cNvPr id="19" name="组合 18">
              <a:extLst>
                <a:ext uri="{FF2B5EF4-FFF2-40B4-BE49-F238E27FC236}">
                  <a16:creationId xmlns="" xmlns:p14="http://schemas.microsoft.com/office/powerpoint/2010/main" xmlns:p15="http://schemas.microsoft.com/office/powerpoint/2012/main" xmlns:a16="http://schemas.microsoft.com/office/drawing/2014/main" id="{FA3AEF51-9668-4F6D-9DC9-731BD9524940}"/>
                </a:ext>
              </a:extLst>
            </p:cNvPr>
            <p:cNvGrpSpPr/>
            <p:nvPr/>
          </p:nvGrpSpPr>
          <p:grpSpPr>
            <a:xfrm>
              <a:off x="1704392" y="2282571"/>
              <a:ext cx="5096135" cy="1970397"/>
              <a:chOff x="5014853" y="1960248"/>
              <a:chExt cx="8194196" cy="3474144"/>
            </a:xfrm>
          </p:grpSpPr>
          <p:sp>
            <p:nvSpPr>
              <p:cNvPr id="20" name="椭圆 19">
                <a:extLst>
                  <a:ext uri="{FF2B5EF4-FFF2-40B4-BE49-F238E27FC236}">
                    <a16:creationId xmlns="" xmlns:p14="http://schemas.microsoft.com/office/powerpoint/2010/main" xmlns:p15="http://schemas.microsoft.com/office/powerpoint/2012/main" xmlns:a16="http://schemas.microsoft.com/office/drawing/2014/main" id="{7E72C158-EBEE-49D5-8D74-6D463B9934D7}"/>
                  </a:ext>
                </a:extLst>
              </p:cNvPr>
              <p:cNvSpPr/>
              <p:nvPr/>
            </p:nvSpPr>
            <p:spPr>
              <a:xfrm>
                <a:off x="5014853" y="1960248"/>
                <a:ext cx="8194196" cy="3474144"/>
              </a:xfrm>
              <a:prstGeom prst="ellipse">
                <a:avLst/>
              </a:prstGeom>
              <a:gradFill>
                <a:gsLst>
                  <a:gs pos="0">
                    <a:srgbClr val="16F7BC">
                      <a:alpha val="0"/>
                    </a:srgbClr>
                  </a:gs>
                  <a:gs pos="100000">
                    <a:srgbClr val="16F7BC">
                      <a:alpha val="4000"/>
                    </a:srgbClr>
                  </a:gs>
                </a:gsLst>
                <a:lin ang="5400000" scaled="1"/>
              </a:gradFill>
              <a:ln>
                <a:gradFill>
                  <a:gsLst>
                    <a:gs pos="0">
                      <a:srgbClr val="03E2E7">
                        <a:alpha val="0"/>
                      </a:srgbClr>
                    </a:gs>
                    <a:gs pos="100000">
                      <a:srgbClr val="03E2E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21" name="椭圆 20">
                <a:extLst>
                  <a:ext uri="{FF2B5EF4-FFF2-40B4-BE49-F238E27FC236}">
                    <a16:creationId xmlns="" xmlns:p14="http://schemas.microsoft.com/office/powerpoint/2010/main" xmlns:p15="http://schemas.microsoft.com/office/powerpoint/2012/main" xmlns:a16="http://schemas.microsoft.com/office/drawing/2014/main" id="{680A2BEC-389B-43E2-88C5-3A8DF5613ABF}"/>
                  </a:ext>
                </a:extLst>
              </p:cNvPr>
              <p:cNvSpPr/>
              <p:nvPr/>
            </p:nvSpPr>
            <p:spPr>
              <a:xfrm>
                <a:off x="6553794" y="2140886"/>
                <a:ext cx="5116314" cy="2169195"/>
              </a:xfrm>
              <a:prstGeom prst="ellipse">
                <a:avLst/>
              </a:prstGeom>
              <a:gradFill>
                <a:gsLst>
                  <a:gs pos="0">
                    <a:srgbClr val="16F7BC">
                      <a:alpha val="0"/>
                    </a:srgbClr>
                  </a:gs>
                  <a:gs pos="100000">
                    <a:srgbClr val="16F7BC">
                      <a:alpha val="4000"/>
                    </a:srgbClr>
                  </a:gs>
                </a:gsLst>
                <a:lin ang="5400000" scaled="1"/>
              </a:gradFill>
              <a:ln>
                <a:gradFill>
                  <a:gsLst>
                    <a:gs pos="0">
                      <a:srgbClr val="03E2E7">
                        <a:alpha val="0"/>
                      </a:srgbClr>
                    </a:gs>
                    <a:gs pos="100000">
                      <a:srgbClr val="03E2E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22" name="椭圆 21">
                <a:extLst>
                  <a:ext uri="{FF2B5EF4-FFF2-40B4-BE49-F238E27FC236}">
                    <a16:creationId xmlns="" xmlns:p14="http://schemas.microsoft.com/office/powerpoint/2010/main" xmlns:p15="http://schemas.microsoft.com/office/powerpoint/2012/main" xmlns:a16="http://schemas.microsoft.com/office/drawing/2014/main" id="{295E60E8-F2A4-48CC-A698-5C35EB8BC325}"/>
                  </a:ext>
                </a:extLst>
              </p:cNvPr>
              <p:cNvSpPr/>
              <p:nvPr/>
            </p:nvSpPr>
            <p:spPr>
              <a:xfrm>
                <a:off x="7413067" y="2345590"/>
                <a:ext cx="3397769" cy="1440573"/>
              </a:xfrm>
              <a:prstGeom prst="ellipse">
                <a:avLst/>
              </a:prstGeom>
              <a:gradFill>
                <a:gsLst>
                  <a:gs pos="0">
                    <a:srgbClr val="03E2E7">
                      <a:alpha val="0"/>
                    </a:srgbClr>
                  </a:gs>
                  <a:gs pos="100000">
                    <a:srgbClr val="03E2E7">
                      <a:alpha val="21000"/>
                    </a:srgbClr>
                  </a:gs>
                </a:gsLst>
                <a:lin ang="5400000" scaled="1"/>
              </a:gradFill>
              <a:ln>
                <a:gradFill>
                  <a:gsLst>
                    <a:gs pos="0">
                      <a:srgbClr val="03E2E7">
                        <a:alpha val="0"/>
                      </a:srgbClr>
                    </a:gs>
                    <a:gs pos="100000">
                      <a:srgbClr val="03E2E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23" name="椭圆 22">
                <a:extLst>
                  <a:ext uri="{FF2B5EF4-FFF2-40B4-BE49-F238E27FC236}">
                    <a16:creationId xmlns="" xmlns:p14="http://schemas.microsoft.com/office/powerpoint/2010/main" xmlns:p15="http://schemas.microsoft.com/office/powerpoint/2012/main" xmlns:a16="http://schemas.microsoft.com/office/drawing/2014/main" id="{3270432A-F1C4-429E-9B46-C9BA62E8A445}"/>
                  </a:ext>
                </a:extLst>
              </p:cNvPr>
              <p:cNvSpPr/>
              <p:nvPr/>
            </p:nvSpPr>
            <p:spPr>
              <a:xfrm>
                <a:off x="7842191" y="2475066"/>
                <a:ext cx="2539519" cy="1076696"/>
              </a:xfrm>
              <a:prstGeom prst="ellipse">
                <a:avLst/>
              </a:prstGeom>
              <a:gradFill>
                <a:gsLst>
                  <a:gs pos="0">
                    <a:srgbClr val="03E2E7">
                      <a:alpha val="0"/>
                    </a:srgbClr>
                  </a:gs>
                  <a:gs pos="100000">
                    <a:srgbClr val="03E2E7">
                      <a:alpha val="21000"/>
                    </a:srgbClr>
                  </a:gs>
                </a:gsLst>
                <a:lin ang="5400000" scaled="1"/>
              </a:gradFill>
              <a:ln>
                <a:gradFill>
                  <a:gsLst>
                    <a:gs pos="0">
                      <a:srgbClr val="03E2E7">
                        <a:alpha val="0"/>
                      </a:srgbClr>
                    </a:gs>
                    <a:gs pos="100000">
                      <a:srgbClr val="03E2E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grpSp>
        <p:sp>
          <p:nvSpPr>
            <p:cNvPr id="24" name="六边形 23">
              <a:extLst>
                <a:ext uri="{FF2B5EF4-FFF2-40B4-BE49-F238E27FC236}">
                  <a16:creationId xmlns="" xmlns:p14="http://schemas.microsoft.com/office/powerpoint/2010/main" xmlns:p15="http://schemas.microsoft.com/office/powerpoint/2012/main" xmlns:a16="http://schemas.microsoft.com/office/drawing/2014/main" id="{5AACCF0E-1EF2-4176-A343-43B3FDA94279}"/>
                </a:ext>
              </a:extLst>
            </p:cNvPr>
            <p:cNvSpPr/>
            <p:nvPr/>
          </p:nvSpPr>
          <p:spPr>
            <a:xfrm rot="5400000" flipH="1">
              <a:off x="5673571" y="1402927"/>
              <a:ext cx="381823" cy="360937"/>
            </a:xfrm>
            <a:prstGeom prst="hexagon">
              <a:avLst/>
            </a:prstGeom>
            <a:no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25" name="任意多边形: 形状 106">
              <a:extLst>
                <a:ext uri="{FF2B5EF4-FFF2-40B4-BE49-F238E27FC236}">
                  <a16:creationId xmlns="" xmlns:p14="http://schemas.microsoft.com/office/powerpoint/2010/main" xmlns:p15="http://schemas.microsoft.com/office/powerpoint/2012/main" xmlns:a16="http://schemas.microsoft.com/office/drawing/2014/main" id="{D73F5BC3-0F9A-4138-A0AF-C2FCD84CB41A}"/>
                </a:ext>
              </a:extLst>
            </p:cNvPr>
            <p:cNvSpPr/>
            <p:nvPr/>
          </p:nvSpPr>
          <p:spPr>
            <a:xfrm rot="5400000" flipH="1">
              <a:off x="4782503" y="2553336"/>
              <a:ext cx="1983489" cy="180468"/>
            </a:xfrm>
            <a:custGeom>
              <a:avLst/>
              <a:gdLst>
                <a:gd name="connsiteX0" fmla="*/ 1396965 w 1396965"/>
                <a:gd name="connsiteY0" fmla="*/ 220291 h 223731"/>
                <a:gd name="connsiteX1" fmla="*/ 1395245 w 1396965"/>
                <a:gd name="connsiteY1" fmla="*/ 223731 h 223731"/>
                <a:gd name="connsiteX2" fmla="*/ 111865 w 1396965"/>
                <a:gd name="connsiteY2" fmla="*/ 223731 h 223731"/>
                <a:gd name="connsiteX3" fmla="*/ 0 w 1396965"/>
                <a:gd name="connsiteY3" fmla="*/ 1 h 223731"/>
                <a:gd name="connsiteX4" fmla="*/ 1 w 1396965"/>
                <a:gd name="connsiteY4" fmla="*/ 0 h 223731"/>
                <a:gd name="connsiteX5" fmla="*/ 1286821 w 1396965"/>
                <a:gd name="connsiteY5" fmla="*/ 0 h 223731"/>
                <a:gd name="connsiteX6" fmla="*/ 1286820 w 1396965"/>
                <a:gd name="connsiteY6" fmla="*/ 1 h 223731"/>
                <a:gd name="connsiteX7" fmla="*/ 1396965 w 1396965"/>
                <a:gd name="connsiteY7" fmla="*/ 220291 h 2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6965" h="223731">
                  <a:moveTo>
                    <a:pt x="1396965" y="220291"/>
                  </a:moveTo>
                  <a:lnTo>
                    <a:pt x="1395245" y="223731"/>
                  </a:lnTo>
                  <a:lnTo>
                    <a:pt x="111865" y="223731"/>
                  </a:lnTo>
                  <a:lnTo>
                    <a:pt x="0" y="1"/>
                  </a:lnTo>
                  <a:lnTo>
                    <a:pt x="1" y="0"/>
                  </a:lnTo>
                  <a:lnTo>
                    <a:pt x="1286821" y="0"/>
                  </a:lnTo>
                  <a:lnTo>
                    <a:pt x="1286820" y="1"/>
                  </a:lnTo>
                  <a:lnTo>
                    <a:pt x="1396965" y="220291"/>
                  </a:lnTo>
                  <a:close/>
                </a:path>
              </a:pathLst>
            </a:custGeom>
            <a:gradFill flip="none" rotWithShape="1">
              <a:gsLst>
                <a:gs pos="4000">
                  <a:srgbClr val="03E2E7">
                    <a:alpha val="0"/>
                  </a:srgbClr>
                </a:gs>
                <a:gs pos="100000">
                  <a:srgbClr val="03E2E7"/>
                </a:gs>
              </a:gsLst>
              <a:lin ang="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28" name="任意多边形: 形状 107">
              <a:extLst>
                <a:ext uri="{FF2B5EF4-FFF2-40B4-BE49-F238E27FC236}">
                  <a16:creationId xmlns="" xmlns:p14="http://schemas.microsoft.com/office/powerpoint/2010/main" xmlns:p15="http://schemas.microsoft.com/office/powerpoint/2012/main" xmlns:a16="http://schemas.microsoft.com/office/drawing/2014/main" id="{30F3AE1E-84DF-4EFD-B0CD-7D4B4D35D38F}"/>
                </a:ext>
              </a:extLst>
            </p:cNvPr>
            <p:cNvSpPr/>
            <p:nvPr/>
          </p:nvSpPr>
          <p:spPr>
            <a:xfrm rot="5400000" flipH="1">
              <a:off x="4962975" y="2553336"/>
              <a:ext cx="1983487" cy="180468"/>
            </a:xfrm>
            <a:custGeom>
              <a:avLst/>
              <a:gdLst>
                <a:gd name="connsiteX0" fmla="*/ 1396964 w 1396964"/>
                <a:gd name="connsiteY0" fmla="*/ 3440 h 223729"/>
                <a:gd name="connsiteX1" fmla="*/ 1286820 w 1396964"/>
                <a:gd name="connsiteY1" fmla="*/ 223729 h 223729"/>
                <a:gd name="connsiteX2" fmla="*/ 0 w 1396964"/>
                <a:gd name="connsiteY2" fmla="*/ 223729 h 223729"/>
                <a:gd name="connsiteX3" fmla="*/ 111865 w 1396964"/>
                <a:gd name="connsiteY3" fmla="*/ 0 h 223729"/>
                <a:gd name="connsiteX4" fmla="*/ 1395244 w 1396964"/>
                <a:gd name="connsiteY4" fmla="*/ 0 h 223729"/>
                <a:gd name="connsiteX5" fmla="*/ 1396964 w 1396964"/>
                <a:gd name="connsiteY5" fmla="*/ 3440 h 22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6964" h="223729">
                  <a:moveTo>
                    <a:pt x="1396964" y="3440"/>
                  </a:moveTo>
                  <a:lnTo>
                    <a:pt x="1286820" y="223729"/>
                  </a:lnTo>
                  <a:lnTo>
                    <a:pt x="0" y="223729"/>
                  </a:lnTo>
                  <a:lnTo>
                    <a:pt x="111865" y="0"/>
                  </a:lnTo>
                  <a:lnTo>
                    <a:pt x="1395244" y="0"/>
                  </a:lnTo>
                  <a:lnTo>
                    <a:pt x="1396964" y="3440"/>
                  </a:lnTo>
                  <a:close/>
                </a:path>
              </a:pathLst>
            </a:custGeom>
            <a:gradFill flip="none" rotWithShape="1">
              <a:gsLst>
                <a:gs pos="4000">
                  <a:srgbClr val="03E2E7">
                    <a:alpha val="0"/>
                  </a:srgbClr>
                </a:gs>
                <a:gs pos="100000">
                  <a:srgbClr val="03E2E7"/>
                </a:gs>
              </a:gsLst>
              <a:lin ang="27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30" name="六边形 29">
              <a:extLst>
                <a:ext uri="{FF2B5EF4-FFF2-40B4-BE49-F238E27FC236}">
                  <a16:creationId xmlns="" xmlns:p14="http://schemas.microsoft.com/office/powerpoint/2010/main" xmlns:p15="http://schemas.microsoft.com/office/powerpoint/2012/main" xmlns:a16="http://schemas.microsoft.com/office/drawing/2014/main" id="{DD96BC04-EC0B-470E-ACF0-078D2FAB1E2C}"/>
                </a:ext>
              </a:extLst>
            </p:cNvPr>
            <p:cNvSpPr/>
            <p:nvPr/>
          </p:nvSpPr>
          <p:spPr>
            <a:xfrm rot="5400000" flipH="1">
              <a:off x="5273213" y="871925"/>
              <a:ext cx="381823" cy="360937"/>
            </a:xfrm>
            <a:prstGeom prst="hexagon">
              <a:avLst/>
            </a:prstGeom>
            <a:no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38" name="任意多边形: 形状 109">
              <a:extLst>
                <a:ext uri="{FF2B5EF4-FFF2-40B4-BE49-F238E27FC236}">
                  <a16:creationId xmlns="" xmlns:p14="http://schemas.microsoft.com/office/powerpoint/2010/main" xmlns:p15="http://schemas.microsoft.com/office/powerpoint/2012/main" xmlns:a16="http://schemas.microsoft.com/office/drawing/2014/main" id="{35E87CF2-6E80-41F0-9813-3579BB28CF1D}"/>
                </a:ext>
              </a:extLst>
            </p:cNvPr>
            <p:cNvSpPr/>
            <p:nvPr/>
          </p:nvSpPr>
          <p:spPr>
            <a:xfrm rot="5400000" flipH="1">
              <a:off x="4382145" y="2006010"/>
              <a:ext cx="1983489" cy="180468"/>
            </a:xfrm>
            <a:custGeom>
              <a:avLst/>
              <a:gdLst>
                <a:gd name="connsiteX0" fmla="*/ 1396965 w 1396965"/>
                <a:gd name="connsiteY0" fmla="*/ 220291 h 223731"/>
                <a:gd name="connsiteX1" fmla="*/ 1395245 w 1396965"/>
                <a:gd name="connsiteY1" fmla="*/ 223731 h 223731"/>
                <a:gd name="connsiteX2" fmla="*/ 111865 w 1396965"/>
                <a:gd name="connsiteY2" fmla="*/ 223731 h 223731"/>
                <a:gd name="connsiteX3" fmla="*/ 0 w 1396965"/>
                <a:gd name="connsiteY3" fmla="*/ 1 h 223731"/>
                <a:gd name="connsiteX4" fmla="*/ 1 w 1396965"/>
                <a:gd name="connsiteY4" fmla="*/ 0 h 223731"/>
                <a:gd name="connsiteX5" fmla="*/ 1286821 w 1396965"/>
                <a:gd name="connsiteY5" fmla="*/ 0 h 223731"/>
                <a:gd name="connsiteX6" fmla="*/ 1286820 w 1396965"/>
                <a:gd name="connsiteY6" fmla="*/ 1 h 223731"/>
                <a:gd name="connsiteX7" fmla="*/ 1396965 w 1396965"/>
                <a:gd name="connsiteY7" fmla="*/ 220291 h 2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6965" h="223731">
                  <a:moveTo>
                    <a:pt x="1396965" y="220291"/>
                  </a:moveTo>
                  <a:lnTo>
                    <a:pt x="1395245" y="223731"/>
                  </a:lnTo>
                  <a:lnTo>
                    <a:pt x="111865" y="223731"/>
                  </a:lnTo>
                  <a:lnTo>
                    <a:pt x="0" y="1"/>
                  </a:lnTo>
                  <a:lnTo>
                    <a:pt x="1" y="0"/>
                  </a:lnTo>
                  <a:lnTo>
                    <a:pt x="1286821" y="0"/>
                  </a:lnTo>
                  <a:lnTo>
                    <a:pt x="1286820" y="1"/>
                  </a:lnTo>
                  <a:lnTo>
                    <a:pt x="1396965" y="220291"/>
                  </a:lnTo>
                  <a:close/>
                </a:path>
              </a:pathLst>
            </a:custGeom>
            <a:gradFill flip="none" rotWithShape="1">
              <a:gsLst>
                <a:gs pos="4000">
                  <a:srgbClr val="03E2E7">
                    <a:alpha val="0"/>
                  </a:srgbClr>
                </a:gs>
                <a:gs pos="100000">
                  <a:srgbClr val="03E2E7"/>
                </a:gs>
              </a:gsLst>
              <a:lin ang="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39" name="任意多边形: 形状 110">
              <a:extLst>
                <a:ext uri="{FF2B5EF4-FFF2-40B4-BE49-F238E27FC236}">
                  <a16:creationId xmlns="" xmlns:p14="http://schemas.microsoft.com/office/powerpoint/2010/main" xmlns:p15="http://schemas.microsoft.com/office/powerpoint/2012/main" xmlns:a16="http://schemas.microsoft.com/office/drawing/2014/main" id="{C3022E97-A618-4A72-9EF3-B6F39B3C4945}"/>
                </a:ext>
              </a:extLst>
            </p:cNvPr>
            <p:cNvSpPr/>
            <p:nvPr/>
          </p:nvSpPr>
          <p:spPr>
            <a:xfrm rot="5400000" flipH="1">
              <a:off x="4562617" y="2006010"/>
              <a:ext cx="1983487" cy="180468"/>
            </a:xfrm>
            <a:custGeom>
              <a:avLst/>
              <a:gdLst>
                <a:gd name="connsiteX0" fmla="*/ 1396964 w 1396964"/>
                <a:gd name="connsiteY0" fmla="*/ 3440 h 223729"/>
                <a:gd name="connsiteX1" fmla="*/ 1286820 w 1396964"/>
                <a:gd name="connsiteY1" fmla="*/ 223729 h 223729"/>
                <a:gd name="connsiteX2" fmla="*/ 0 w 1396964"/>
                <a:gd name="connsiteY2" fmla="*/ 223729 h 223729"/>
                <a:gd name="connsiteX3" fmla="*/ 111865 w 1396964"/>
                <a:gd name="connsiteY3" fmla="*/ 0 h 223729"/>
                <a:gd name="connsiteX4" fmla="*/ 1395244 w 1396964"/>
                <a:gd name="connsiteY4" fmla="*/ 0 h 223729"/>
                <a:gd name="connsiteX5" fmla="*/ 1396964 w 1396964"/>
                <a:gd name="connsiteY5" fmla="*/ 3440 h 22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6964" h="223729">
                  <a:moveTo>
                    <a:pt x="1396964" y="3440"/>
                  </a:moveTo>
                  <a:lnTo>
                    <a:pt x="1286820" y="223729"/>
                  </a:lnTo>
                  <a:lnTo>
                    <a:pt x="0" y="223729"/>
                  </a:lnTo>
                  <a:lnTo>
                    <a:pt x="111865" y="0"/>
                  </a:lnTo>
                  <a:lnTo>
                    <a:pt x="1395244" y="0"/>
                  </a:lnTo>
                  <a:lnTo>
                    <a:pt x="1396964" y="3440"/>
                  </a:lnTo>
                  <a:close/>
                </a:path>
              </a:pathLst>
            </a:custGeom>
            <a:gradFill flip="none" rotWithShape="1">
              <a:gsLst>
                <a:gs pos="4000">
                  <a:srgbClr val="03E2E7">
                    <a:alpha val="0"/>
                  </a:srgbClr>
                </a:gs>
                <a:gs pos="100000">
                  <a:srgbClr val="03E2E7"/>
                </a:gs>
              </a:gsLst>
              <a:lin ang="27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0" name="Freeform 11">
              <a:extLst>
                <a:ext uri="{FF2B5EF4-FFF2-40B4-BE49-F238E27FC236}">
                  <a16:creationId xmlns="" xmlns:p14="http://schemas.microsoft.com/office/powerpoint/2010/main" xmlns:p15="http://schemas.microsoft.com/office/powerpoint/2012/main" xmlns:a16="http://schemas.microsoft.com/office/drawing/2014/main" id="{5EF52A89-3DD2-44F2-99BF-B4F56B820A38}"/>
                </a:ext>
              </a:extLst>
            </p:cNvPr>
            <p:cNvSpPr>
              <a:spLocks noEditPoints="1"/>
            </p:cNvSpPr>
            <p:nvPr/>
          </p:nvSpPr>
          <p:spPr bwMode="auto">
            <a:xfrm>
              <a:off x="5369404" y="985064"/>
              <a:ext cx="189440" cy="146814"/>
            </a:xfrm>
            <a:custGeom>
              <a:avLst/>
              <a:gdLst>
                <a:gd name="connsiteX0" fmla="*/ 306059 w 608918"/>
                <a:gd name="connsiteY0" fmla="*/ 242406 h 517470"/>
                <a:gd name="connsiteX1" fmla="*/ 432216 w 608918"/>
                <a:gd name="connsiteY1" fmla="*/ 517470 h 517470"/>
                <a:gd name="connsiteX2" fmla="*/ 193493 w 608918"/>
                <a:gd name="connsiteY2" fmla="*/ 517470 h 517470"/>
                <a:gd name="connsiteX3" fmla="*/ 305728 w 608918"/>
                <a:gd name="connsiteY3" fmla="*/ 150812 h 517470"/>
                <a:gd name="connsiteX4" fmla="*/ 344292 w 608918"/>
                <a:gd name="connsiteY4" fmla="*/ 189341 h 517470"/>
                <a:gd name="connsiteX5" fmla="*/ 305728 w 608918"/>
                <a:gd name="connsiteY5" fmla="*/ 227870 h 517470"/>
                <a:gd name="connsiteX6" fmla="*/ 267164 w 608918"/>
                <a:gd name="connsiteY6" fmla="*/ 189341 h 517470"/>
                <a:gd name="connsiteX7" fmla="*/ 305728 w 608918"/>
                <a:gd name="connsiteY7" fmla="*/ 150812 h 517470"/>
                <a:gd name="connsiteX8" fmla="*/ 373592 w 608918"/>
                <a:gd name="connsiteY8" fmla="*/ 111934 h 517470"/>
                <a:gd name="connsiteX9" fmla="*/ 388972 w 608918"/>
                <a:gd name="connsiteY9" fmla="*/ 112531 h 517470"/>
                <a:gd name="connsiteX10" fmla="*/ 389741 w 608918"/>
                <a:gd name="connsiteY10" fmla="*/ 269879 h 517470"/>
                <a:gd name="connsiteX11" fmla="*/ 380941 w 608918"/>
                <a:gd name="connsiteY11" fmla="*/ 274231 h 517470"/>
                <a:gd name="connsiteX12" fmla="*/ 374447 w 608918"/>
                <a:gd name="connsiteY12" fmla="*/ 272098 h 517470"/>
                <a:gd name="connsiteX13" fmla="*/ 372225 w 608918"/>
                <a:gd name="connsiteY13" fmla="*/ 256824 h 517470"/>
                <a:gd name="connsiteX14" fmla="*/ 372994 w 608918"/>
                <a:gd name="connsiteY14" fmla="*/ 127293 h 517470"/>
                <a:gd name="connsiteX15" fmla="*/ 373592 w 608918"/>
                <a:gd name="connsiteY15" fmla="*/ 111934 h 517470"/>
                <a:gd name="connsiteX16" fmla="*/ 235403 w 608918"/>
                <a:gd name="connsiteY16" fmla="*/ 111934 h 517470"/>
                <a:gd name="connsiteX17" fmla="*/ 236002 w 608918"/>
                <a:gd name="connsiteY17" fmla="*/ 127293 h 517470"/>
                <a:gd name="connsiteX18" fmla="*/ 236686 w 608918"/>
                <a:gd name="connsiteY18" fmla="*/ 256824 h 517470"/>
                <a:gd name="connsiteX19" fmla="*/ 234463 w 608918"/>
                <a:gd name="connsiteY19" fmla="*/ 272098 h 517470"/>
                <a:gd name="connsiteX20" fmla="*/ 227964 w 608918"/>
                <a:gd name="connsiteY20" fmla="*/ 274231 h 517470"/>
                <a:gd name="connsiteX21" fmla="*/ 219241 w 608918"/>
                <a:gd name="connsiteY21" fmla="*/ 269879 h 517470"/>
                <a:gd name="connsiteX22" fmla="*/ 219925 w 608918"/>
                <a:gd name="connsiteY22" fmla="*/ 112531 h 517470"/>
                <a:gd name="connsiteX23" fmla="*/ 235403 w 608918"/>
                <a:gd name="connsiteY23" fmla="*/ 111934 h 517470"/>
                <a:gd name="connsiteX24" fmla="*/ 448816 w 608918"/>
                <a:gd name="connsiteY24" fmla="*/ 56257 h 517470"/>
                <a:gd name="connsiteX25" fmla="*/ 464199 w 608918"/>
                <a:gd name="connsiteY25" fmla="*/ 56854 h 517470"/>
                <a:gd name="connsiteX26" fmla="*/ 464968 w 608918"/>
                <a:gd name="connsiteY26" fmla="*/ 325625 h 517470"/>
                <a:gd name="connsiteX27" fmla="*/ 456251 w 608918"/>
                <a:gd name="connsiteY27" fmla="*/ 329977 h 517470"/>
                <a:gd name="connsiteX28" fmla="*/ 449756 w 608918"/>
                <a:gd name="connsiteY28" fmla="*/ 327844 h 517470"/>
                <a:gd name="connsiteX29" fmla="*/ 447534 w 608918"/>
                <a:gd name="connsiteY29" fmla="*/ 312571 h 517470"/>
                <a:gd name="connsiteX30" fmla="*/ 448217 w 608918"/>
                <a:gd name="connsiteY30" fmla="*/ 71615 h 517470"/>
                <a:gd name="connsiteX31" fmla="*/ 448816 w 608918"/>
                <a:gd name="connsiteY31" fmla="*/ 56257 h 517470"/>
                <a:gd name="connsiteX32" fmla="*/ 160096 w 608918"/>
                <a:gd name="connsiteY32" fmla="*/ 56257 h 517470"/>
                <a:gd name="connsiteX33" fmla="*/ 160695 w 608918"/>
                <a:gd name="connsiteY33" fmla="*/ 71615 h 517470"/>
                <a:gd name="connsiteX34" fmla="*/ 161464 w 608918"/>
                <a:gd name="connsiteY34" fmla="*/ 312571 h 517470"/>
                <a:gd name="connsiteX35" fmla="*/ 159241 w 608918"/>
                <a:gd name="connsiteY35" fmla="*/ 327844 h 517470"/>
                <a:gd name="connsiteX36" fmla="*/ 152744 w 608918"/>
                <a:gd name="connsiteY36" fmla="*/ 329977 h 517470"/>
                <a:gd name="connsiteX37" fmla="*/ 144024 w 608918"/>
                <a:gd name="connsiteY37" fmla="*/ 325625 h 517470"/>
                <a:gd name="connsiteX38" fmla="*/ 102645 w 608918"/>
                <a:gd name="connsiteY38" fmla="*/ 135779 h 517470"/>
                <a:gd name="connsiteX39" fmla="*/ 144708 w 608918"/>
                <a:gd name="connsiteY39" fmla="*/ 56854 h 517470"/>
                <a:gd name="connsiteX40" fmla="*/ 160096 w 608918"/>
                <a:gd name="connsiteY40" fmla="*/ 56257 h 517470"/>
                <a:gd name="connsiteX41" fmla="*/ 524534 w 608918"/>
                <a:gd name="connsiteY41" fmla="*/ 2910 h 517470"/>
                <a:gd name="connsiteX42" fmla="*/ 539919 w 608918"/>
                <a:gd name="connsiteY42" fmla="*/ 3507 h 517470"/>
                <a:gd name="connsiteX43" fmla="*/ 540603 w 608918"/>
                <a:gd name="connsiteY43" fmla="*/ 378973 h 517470"/>
                <a:gd name="connsiteX44" fmla="*/ 531885 w 608918"/>
                <a:gd name="connsiteY44" fmla="*/ 383325 h 517470"/>
                <a:gd name="connsiteX45" fmla="*/ 525388 w 608918"/>
                <a:gd name="connsiteY45" fmla="*/ 381192 h 517470"/>
                <a:gd name="connsiteX46" fmla="*/ 523166 w 608918"/>
                <a:gd name="connsiteY46" fmla="*/ 365917 h 517470"/>
                <a:gd name="connsiteX47" fmla="*/ 523935 w 608918"/>
                <a:gd name="connsiteY47" fmla="*/ 18270 h 517470"/>
                <a:gd name="connsiteX48" fmla="*/ 524534 w 608918"/>
                <a:gd name="connsiteY48" fmla="*/ 2910 h 517470"/>
                <a:gd name="connsiteX49" fmla="*/ 84467 w 608918"/>
                <a:gd name="connsiteY49" fmla="*/ 2910 h 517470"/>
                <a:gd name="connsiteX50" fmla="*/ 85065 w 608918"/>
                <a:gd name="connsiteY50" fmla="*/ 18270 h 517470"/>
                <a:gd name="connsiteX51" fmla="*/ 85749 w 608918"/>
                <a:gd name="connsiteY51" fmla="*/ 366002 h 517470"/>
                <a:gd name="connsiteX52" fmla="*/ 83527 w 608918"/>
                <a:gd name="connsiteY52" fmla="*/ 381192 h 517470"/>
                <a:gd name="connsiteX53" fmla="*/ 77030 w 608918"/>
                <a:gd name="connsiteY53" fmla="*/ 383325 h 517470"/>
                <a:gd name="connsiteX54" fmla="*/ 68312 w 608918"/>
                <a:gd name="connsiteY54" fmla="*/ 378973 h 517470"/>
                <a:gd name="connsiteX55" fmla="*/ 69081 w 608918"/>
                <a:gd name="connsiteY55" fmla="*/ 3507 h 517470"/>
                <a:gd name="connsiteX56" fmla="*/ 84467 w 608918"/>
                <a:gd name="connsiteY56" fmla="*/ 2910 h 5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8918" h="517469">
                  <a:moveTo>
                    <a:pt x="306059" y="242406"/>
                  </a:moveTo>
                  <a:lnTo>
                    <a:pt x="432216" y="517470"/>
                  </a:lnTo>
                  <a:lnTo>
                    <a:pt x="193493" y="517470"/>
                  </a:lnTo>
                  <a:close/>
                  <a:moveTo>
                    <a:pt x="305728" y="150812"/>
                  </a:moveTo>
                  <a:cubicBezTo>
                    <a:pt x="327026" y="150812"/>
                    <a:pt x="344292" y="168062"/>
                    <a:pt x="344292" y="189341"/>
                  </a:cubicBezTo>
                  <a:cubicBezTo>
                    <a:pt x="344292" y="210620"/>
                    <a:pt x="327026" y="227870"/>
                    <a:pt x="305728" y="227870"/>
                  </a:cubicBezTo>
                  <a:cubicBezTo>
                    <a:pt x="284430" y="227870"/>
                    <a:pt x="267164" y="210620"/>
                    <a:pt x="267164" y="189341"/>
                  </a:cubicBezTo>
                  <a:cubicBezTo>
                    <a:pt x="267164" y="168062"/>
                    <a:pt x="284430" y="150812"/>
                    <a:pt x="305728" y="150812"/>
                  </a:cubicBezTo>
                  <a:close/>
                  <a:moveTo>
                    <a:pt x="373592" y="111934"/>
                  </a:moveTo>
                  <a:cubicBezTo>
                    <a:pt x="378036" y="107838"/>
                    <a:pt x="384871" y="108094"/>
                    <a:pt x="388972" y="112531"/>
                  </a:cubicBezTo>
                  <a:cubicBezTo>
                    <a:pt x="389656" y="113214"/>
                    <a:pt x="453739" y="184208"/>
                    <a:pt x="389741" y="269879"/>
                  </a:cubicBezTo>
                  <a:cubicBezTo>
                    <a:pt x="387605" y="272695"/>
                    <a:pt x="384273" y="274231"/>
                    <a:pt x="380941" y="274231"/>
                  </a:cubicBezTo>
                  <a:cubicBezTo>
                    <a:pt x="378719" y="274231"/>
                    <a:pt x="376412" y="273548"/>
                    <a:pt x="374447" y="272098"/>
                  </a:cubicBezTo>
                  <a:cubicBezTo>
                    <a:pt x="369662" y="268514"/>
                    <a:pt x="368637" y="261688"/>
                    <a:pt x="372225" y="256824"/>
                  </a:cubicBezTo>
                  <a:cubicBezTo>
                    <a:pt x="425542" y="185488"/>
                    <a:pt x="375130" y="129597"/>
                    <a:pt x="372994" y="127293"/>
                  </a:cubicBezTo>
                  <a:cubicBezTo>
                    <a:pt x="368893" y="122856"/>
                    <a:pt x="369149" y="116030"/>
                    <a:pt x="373592" y="111934"/>
                  </a:cubicBezTo>
                  <a:close/>
                  <a:moveTo>
                    <a:pt x="235403" y="111934"/>
                  </a:moveTo>
                  <a:cubicBezTo>
                    <a:pt x="239765" y="116030"/>
                    <a:pt x="240021" y="122856"/>
                    <a:pt x="236002" y="127293"/>
                  </a:cubicBezTo>
                  <a:cubicBezTo>
                    <a:pt x="233779" y="129682"/>
                    <a:pt x="183667" y="185915"/>
                    <a:pt x="236686" y="256824"/>
                  </a:cubicBezTo>
                  <a:cubicBezTo>
                    <a:pt x="240278" y="261688"/>
                    <a:pt x="239337" y="268514"/>
                    <a:pt x="234463" y="272098"/>
                  </a:cubicBezTo>
                  <a:cubicBezTo>
                    <a:pt x="232496" y="273548"/>
                    <a:pt x="230273" y="274231"/>
                    <a:pt x="227964" y="274231"/>
                  </a:cubicBezTo>
                  <a:cubicBezTo>
                    <a:pt x="224629" y="274231"/>
                    <a:pt x="221379" y="272695"/>
                    <a:pt x="219241" y="269879"/>
                  </a:cubicBezTo>
                  <a:cubicBezTo>
                    <a:pt x="155106" y="184208"/>
                    <a:pt x="219327" y="113214"/>
                    <a:pt x="219925" y="112531"/>
                  </a:cubicBezTo>
                  <a:cubicBezTo>
                    <a:pt x="224030" y="108094"/>
                    <a:pt x="230957" y="107838"/>
                    <a:pt x="235403" y="111934"/>
                  </a:cubicBezTo>
                  <a:close/>
                  <a:moveTo>
                    <a:pt x="448816" y="56257"/>
                  </a:moveTo>
                  <a:cubicBezTo>
                    <a:pt x="453260" y="52161"/>
                    <a:pt x="460097" y="52417"/>
                    <a:pt x="464199" y="56854"/>
                  </a:cubicBezTo>
                  <a:cubicBezTo>
                    <a:pt x="465310" y="58048"/>
                    <a:pt x="574617" y="178953"/>
                    <a:pt x="464968" y="325625"/>
                  </a:cubicBezTo>
                  <a:cubicBezTo>
                    <a:pt x="462831" y="328441"/>
                    <a:pt x="459584" y="329977"/>
                    <a:pt x="456251" y="329977"/>
                  </a:cubicBezTo>
                  <a:cubicBezTo>
                    <a:pt x="453943" y="329977"/>
                    <a:pt x="451636" y="329294"/>
                    <a:pt x="449756" y="327844"/>
                  </a:cubicBezTo>
                  <a:cubicBezTo>
                    <a:pt x="444884" y="324175"/>
                    <a:pt x="443859" y="317434"/>
                    <a:pt x="447534" y="312571"/>
                  </a:cubicBezTo>
                  <a:cubicBezTo>
                    <a:pt x="546415" y="180233"/>
                    <a:pt x="449243" y="72724"/>
                    <a:pt x="448217" y="71615"/>
                  </a:cubicBezTo>
                  <a:cubicBezTo>
                    <a:pt x="444115" y="67263"/>
                    <a:pt x="444457" y="60352"/>
                    <a:pt x="448816" y="56257"/>
                  </a:cubicBezTo>
                  <a:close/>
                  <a:moveTo>
                    <a:pt x="160096" y="56257"/>
                  </a:moveTo>
                  <a:cubicBezTo>
                    <a:pt x="164542" y="60352"/>
                    <a:pt x="164798" y="67178"/>
                    <a:pt x="160695" y="71615"/>
                  </a:cubicBezTo>
                  <a:cubicBezTo>
                    <a:pt x="156676" y="76052"/>
                    <a:pt x="62806" y="180659"/>
                    <a:pt x="161464" y="312571"/>
                  </a:cubicBezTo>
                  <a:cubicBezTo>
                    <a:pt x="165055" y="317434"/>
                    <a:pt x="164029" y="324260"/>
                    <a:pt x="159241" y="327844"/>
                  </a:cubicBezTo>
                  <a:cubicBezTo>
                    <a:pt x="157275" y="329294"/>
                    <a:pt x="154967" y="329977"/>
                    <a:pt x="152744" y="329977"/>
                  </a:cubicBezTo>
                  <a:cubicBezTo>
                    <a:pt x="149410" y="329977"/>
                    <a:pt x="146161" y="328441"/>
                    <a:pt x="144024" y="325625"/>
                  </a:cubicBezTo>
                  <a:cubicBezTo>
                    <a:pt x="86829" y="249175"/>
                    <a:pt x="89992" y="180147"/>
                    <a:pt x="102645" y="135779"/>
                  </a:cubicBezTo>
                  <a:cubicBezTo>
                    <a:pt x="116410" y="87741"/>
                    <a:pt x="143596" y="58134"/>
                    <a:pt x="144708" y="56854"/>
                  </a:cubicBezTo>
                  <a:cubicBezTo>
                    <a:pt x="148811" y="52417"/>
                    <a:pt x="155651" y="52161"/>
                    <a:pt x="160096" y="56257"/>
                  </a:cubicBezTo>
                  <a:close/>
                  <a:moveTo>
                    <a:pt x="524534" y="2910"/>
                  </a:moveTo>
                  <a:cubicBezTo>
                    <a:pt x="528978" y="-1186"/>
                    <a:pt x="535816" y="-930"/>
                    <a:pt x="539919" y="3507"/>
                  </a:cubicBezTo>
                  <a:cubicBezTo>
                    <a:pt x="541458" y="5129"/>
                    <a:pt x="693943" y="173832"/>
                    <a:pt x="540603" y="378973"/>
                  </a:cubicBezTo>
                  <a:cubicBezTo>
                    <a:pt x="538466" y="381789"/>
                    <a:pt x="535218" y="383325"/>
                    <a:pt x="531885" y="383325"/>
                  </a:cubicBezTo>
                  <a:cubicBezTo>
                    <a:pt x="529662" y="383325"/>
                    <a:pt x="527354" y="382642"/>
                    <a:pt x="525388" y="381192"/>
                  </a:cubicBezTo>
                  <a:cubicBezTo>
                    <a:pt x="520602" y="377608"/>
                    <a:pt x="519576" y="370781"/>
                    <a:pt x="523166" y="365917"/>
                  </a:cubicBezTo>
                  <a:cubicBezTo>
                    <a:pt x="665480" y="175624"/>
                    <a:pt x="529748" y="24585"/>
                    <a:pt x="523935" y="18270"/>
                  </a:cubicBezTo>
                  <a:cubicBezTo>
                    <a:pt x="519833" y="13833"/>
                    <a:pt x="520089" y="7006"/>
                    <a:pt x="524534" y="2910"/>
                  </a:cubicBezTo>
                  <a:close/>
                  <a:moveTo>
                    <a:pt x="84467" y="2910"/>
                  </a:moveTo>
                  <a:cubicBezTo>
                    <a:pt x="88826" y="7006"/>
                    <a:pt x="89168" y="13833"/>
                    <a:pt x="85065" y="18270"/>
                  </a:cubicBezTo>
                  <a:cubicBezTo>
                    <a:pt x="79167" y="24585"/>
                    <a:pt x="-56480" y="175624"/>
                    <a:pt x="85749" y="366002"/>
                  </a:cubicBezTo>
                  <a:cubicBezTo>
                    <a:pt x="89339" y="370781"/>
                    <a:pt x="88399" y="377608"/>
                    <a:pt x="83527" y="381192"/>
                  </a:cubicBezTo>
                  <a:cubicBezTo>
                    <a:pt x="81561" y="382642"/>
                    <a:pt x="79338" y="383325"/>
                    <a:pt x="77030" y="383325"/>
                  </a:cubicBezTo>
                  <a:cubicBezTo>
                    <a:pt x="73697" y="383325"/>
                    <a:pt x="70449" y="381789"/>
                    <a:pt x="68312" y="378973"/>
                  </a:cubicBezTo>
                  <a:cubicBezTo>
                    <a:pt x="-85028" y="173918"/>
                    <a:pt x="67457" y="5129"/>
                    <a:pt x="69081" y="3507"/>
                  </a:cubicBezTo>
                  <a:cubicBezTo>
                    <a:pt x="73184" y="-930"/>
                    <a:pt x="80022" y="-1186"/>
                    <a:pt x="84467" y="2910"/>
                  </a:cubicBezTo>
                  <a:close/>
                </a:path>
              </a:pathLst>
            </a:custGeom>
            <a:noFill/>
            <a:ln w="6350">
              <a:solidFill>
                <a:srgbClr val="00B0F0"/>
              </a:solidFill>
              <a:round/>
            </a:ln>
            <a:effectLst>
              <a:outerShdw blurRad="114300" dist="38100" dir="5400000" algn="t" rotWithShape="0">
                <a:schemeClr val="accent3">
                  <a:alpha val="57000"/>
                </a:schemeClr>
              </a:outerShdw>
            </a:effectLst>
          </p:spPr>
          <p:txBody>
            <a:bodyPr vert="horz" wrap="square" lIns="60723" tIns="30361" rIns="60723" bIns="30361"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7253">
                <a:defRPr/>
              </a:pPr>
              <a:endParaRPr lang="zh-CN" altLang="en-US" sz="1195">
                <a:solidFill>
                  <a:prstClr val="black"/>
                </a:solidFill>
                <a:latin typeface="思源黑体 Heavy" panose="020B0A00000000000000" pitchFamily="34" charset="-122"/>
                <a:ea typeface="思源黑体 Heavy" panose="020B0A00000000000000" pitchFamily="34" charset="-122"/>
              </a:endParaRPr>
            </a:p>
          </p:txBody>
        </p:sp>
        <p:sp>
          <p:nvSpPr>
            <p:cNvPr id="41" name="六边形 40">
              <a:extLst>
                <a:ext uri="{FF2B5EF4-FFF2-40B4-BE49-F238E27FC236}">
                  <a16:creationId xmlns="" xmlns:p14="http://schemas.microsoft.com/office/powerpoint/2010/main" xmlns:p15="http://schemas.microsoft.com/office/powerpoint/2012/main" xmlns:a16="http://schemas.microsoft.com/office/drawing/2014/main" id="{F56208CA-6759-43BD-A9F5-15D162CFCCDE}"/>
                </a:ext>
              </a:extLst>
            </p:cNvPr>
            <p:cNvSpPr/>
            <p:nvPr/>
          </p:nvSpPr>
          <p:spPr>
            <a:xfrm rot="16200000">
              <a:off x="2449525" y="1402927"/>
              <a:ext cx="381823" cy="360937"/>
            </a:xfrm>
            <a:prstGeom prst="hexagon">
              <a:avLst/>
            </a:prstGeom>
            <a:no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2" name="任意多边形: 形状 19">
              <a:extLst>
                <a:ext uri="{FF2B5EF4-FFF2-40B4-BE49-F238E27FC236}">
                  <a16:creationId xmlns="" xmlns:p14="http://schemas.microsoft.com/office/powerpoint/2010/main" xmlns:p15="http://schemas.microsoft.com/office/powerpoint/2012/main" xmlns:a16="http://schemas.microsoft.com/office/drawing/2014/main" id="{669E6072-170F-4CA5-9371-53C611A158CE}"/>
                </a:ext>
              </a:extLst>
            </p:cNvPr>
            <p:cNvSpPr/>
            <p:nvPr/>
          </p:nvSpPr>
          <p:spPr>
            <a:xfrm rot="16200000">
              <a:off x="1738931" y="2553336"/>
              <a:ext cx="1983487" cy="180468"/>
            </a:xfrm>
            <a:custGeom>
              <a:avLst/>
              <a:gdLst>
                <a:gd name="connsiteX0" fmla="*/ 1396965 w 1396965"/>
                <a:gd name="connsiteY0" fmla="*/ 220291 h 223731"/>
                <a:gd name="connsiteX1" fmla="*/ 1395245 w 1396965"/>
                <a:gd name="connsiteY1" fmla="*/ 223731 h 223731"/>
                <a:gd name="connsiteX2" fmla="*/ 111865 w 1396965"/>
                <a:gd name="connsiteY2" fmla="*/ 223731 h 223731"/>
                <a:gd name="connsiteX3" fmla="*/ 0 w 1396965"/>
                <a:gd name="connsiteY3" fmla="*/ 1 h 223731"/>
                <a:gd name="connsiteX4" fmla="*/ 1 w 1396965"/>
                <a:gd name="connsiteY4" fmla="*/ 0 h 223731"/>
                <a:gd name="connsiteX5" fmla="*/ 1286821 w 1396965"/>
                <a:gd name="connsiteY5" fmla="*/ 0 h 223731"/>
                <a:gd name="connsiteX6" fmla="*/ 1286820 w 1396965"/>
                <a:gd name="connsiteY6" fmla="*/ 1 h 223731"/>
                <a:gd name="connsiteX7" fmla="*/ 1396965 w 1396965"/>
                <a:gd name="connsiteY7" fmla="*/ 220291 h 2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6965" h="223731">
                  <a:moveTo>
                    <a:pt x="1396965" y="220291"/>
                  </a:moveTo>
                  <a:lnTo>
                    <a:pt x="1395245" y="223731"/>
                  </a:lnTo>
                  <a:lnTo>
                    <a:pt x="111865" y="223731"/>
                  </a:lnTo>
                  <a:lnTo>
                    <a:pt x="0" y="1"/>
                  </a:lnTo>
                  <a:lnTo>
                    <a:pt x="1" y="0"/>
                  </a:lnTo>
                  <a:lnTo>
                    <a:pt x="1286821" y="0"/>
                  </a:lnTo>
                  <a:lnTo>
                    <a:pt x="1286820" y="1"/>
                  </a:lnTo>
                  <a:lnTo>
                    <a:pt x="1396965" y="220291"/>
                  </a:lnTo>
                  <a:close/>
                </a:path>
              </a:pathLst>
            </a:custGeom>
            <a:gradFill flip="none" rotWithShape="1">
              <a:gsLst>
                <a:gs pos="4000">
                  <a:srgbClr val="03E2E7">
                    <a:alpha val="0"/>
                  </a:srgbClr>
                </a:gs>
                <a:gs pos="100000">
                  <a:srgbClr val="03E2E7"/>
                </a:gs>
              </a:gsLst>
              <a:lin ang="27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3" name="任意多边形: 形状 17">
              <a:extLst>
                <a:ext uri="{FF2B5EF4-FFF2-40B4-BE49-F238E27FC236}">
                  <a16:creationId xmlns="" xmlns:p14="http://schemas.microsoft.com/office/powerpoint/2010/main" xmlns:p15="http://schemas.microsoft.com/office/powerpoint/2012/main" xmlns:a16="http://schemas.microsoft.com/office/drawing/2014/main" id="{6A41E98D-8A2C-41CF-932E-4AA56F77B6E3}"/>
                </a:ext>
              </a:extLst>
            </p:cNvPr>
            <p:cNvSpPr/>
            <p:nvPr/>
          </p:nvSpPr>
          <p:spPr>
            <a:xfrm rot="16200000">
              <a:off x="1558463" y="2553338"/>
              <a:ext cx="1983485" cy="180468"/>
            </a:xfrm>
            <a:custGeom>
              <a:avLst/>
              <a:gdLst>
                <a:gd name="connsiteX0" fmla="*/ 1396964 w 1396964"/>
                <a:gd name="connsiteY0" fmla="*/ 3440 h 223729"/>
                <a:gd name="connsiteX1" fmla="*/ 1286820 w 1396964"/>
                <a:gd name="connsiteY1" fmla="*/ 223729 h 223729"/>
                <a:gd name="connsiteX2" fmla="*/ 0 w 1396964"/>
                <a:gd name="connsiteY2" fmla="*/ 223729 h 223729"/>
                <a:gd name="connsiteX3" fmla="*/ 111865 w 1396964"/>
                <a:gd name="connsiteY3" fmla="*/ 0 h 223729"/>
                <a:gd name="connsiteX4" fmla="*/ 1395244 w 1396964"/>
                <a:gd name="connsiteY4" fmla="*/ 0 h 223729"/>
                <a:gd name="connsiteX5" fmla="*/ 1396964 w 1396964"/>
                <a:gd name="connsiteY5" fmla="*/ 3440 h 22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6964" h="223729">
                  <a:moveTo>
                    <a:pt x="1396964" y="3440"/>
                  </a:moveTo>
                  <a:lnTo>
                    <a:pt x="1286820" y="223729"/>
                  </a:lnTo>
                  <a:lnTo>
                    <a:pt x="0" y="223729"/>
                  </a:lnTo>
                  <a:lnTo>
                    <a:pt x="111865" y="0"/>
                  </a:lnTo>
                  <a:lnTo>
                    <a:pt x="1395244" y="0"/>
                  </a:lnTo>
                  <a:lnTo>
                    <a:pt x="1396964" y="3440"/>
                  </a:lnTo>
                  <a:close/>
                </a:path>
              </a:pathLst>
            </a:custGeom>
            <a:gradFill flip="none" rotWithShape="1">
              <a:gsLst>
                <a:gs pos="4000">
                  <a:srgbClr val="03E2E7">
                    <a:alpha val="0"/>
                  </a:srgbClr>
                </a:gs>
                <a:gs pos="100000">
                  <a:srgbClr val="03E2E7"/>
                </a:gs>
              </a:gsLst>
              <a:lin ang="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4" name="Freeform 20">
              <a:extLst>
                <a:ext uri="{FF2B5EF4-FFF2-40B4-BE49-F238E27FC236}">
                  <a16:creationId xmlns="" xmlns:p14="http://schemas.microsoft.com/office/powerpoint/2010/main" xmlns:p15="http://schemas.microsoft.com/office/powerpoint/2012/main" xmlns:a16="http://schemas.microsoft.com/office/drawing/2014/main" id="{B3B11AF7-00EA-453B-A576-59D132143FDA}"/>
                </a:ext>
              </a:extLst>
            </p:cNvPr>
            <p:cNvSpPr>
              <a:spLocks noEditPoints="1"/>
            </p:cNvSpPr>
            <p:nvPr/>
          </p:nvSpPr>
          <p:spPr bwMode="auto">
            <a:xfrm>
              <a:off x="2554023" y="1519488"/>
              <a:ext cx="172826" cy="133939"/>
            </a:xfrm>
            <a:custGeom>
              <a:avLst/>
              <a:gdLst>
                <a:gd name="connsiteX0" fmla="*/ 306059 w 608918"/>
                <a:gd name="connsiteY0" fmla="*/ 242406 h 517470"/>
                <a:gd name="connsiteX1" fmla="*/ 432216 w 608918"/>
                <a:gd name="connsiteY1" fmla="*/ 517470 h 517470"/>
                <a:gd name="connsiteX2" fmla="*/ 193493 w 608918"/>
                <a:gd name="connsiteY2" fmla="*/ 517470 h 517470"/>
                <a:gd name="connsiteX3" fmla="*/ 305728 w 608918"/>
                <a:gd name="connsiteY3" fmla="*/ 150812 h 517470"/>
                <a:gd name="connsiteX4" fmla="*/ 344292 w 608918"/>
                <a:gd name="connsiteY4" fmla="*/ 189341 h 517470"/>
                <a:gd name="connsiteX5" fmla="*/ 305728 w 608918"/>
                <a:gd name="connsiteY5" fmla="*/ 227870 h 517470"/>
                <a:gd name="connsiteX6" fmla="*/ 267164 w 608918"/>
                <a:gd name="connsiteY6" fmla="*/ 189341 h 517470"/>
                <a:gd name="connsiteX7" fmla="*/ 305728 w 608918"/>
                <a:gd name="connsiteY7" fmla="*/ 150812 h 517470"/>
                <a:gd name="connsiteX8" fmla="*/ 373592 w 608918"/>
                <a:gd name="connsiteY8" fmla="*/ 111934 h 517470"/>
                <a:gd name="connsiteX9" fmla="*/ 388972 w 608918"/>
                <a:gd name="connsiteY9" fmla="*/ 112531 h 517470"/>
                <a:gd name="connsiteX10" fmla="*/ 389741 w 608918"/>
                <a:gd name="connsiteY10" fmla="*/ 269879 h 517470"/>
                <a:gd name="connsiteX11" fmla="*/ 380941 w 608918"/>
                <a:gd name="connsiteY11" fmla="*/ 274231 h 517470"/>
                <a:gd name="connsiteX12" fmla="*/ 374447 w 608918"/>
                <a:gd name="connsiteY12" fmla="*/ 272098 h 517470"/>
                <a:gd name="connsiteX13" fmla="*/ 372225 w 608918"/>
                <a:gd name="connsiteY13" fmla="*/ 256824 h 517470"/>
                <a:gd name="connsiteX14" fmla="*/ 372994 w 608918"/>
                <a:gd name="connsiteY14" fmla="*/ 127293 h 517470"/>
                <a:gd name="connsiteX15" fmla="*/ 373592 w 608918"/>
                <a:gd name="connsiteY15" fmla="*/ 111934 h 517470"/>
                <a:gd name="connsiteX16" fmla="*/ 235403 w 608918"/>
                <a:gd name="connsiteY16" fmla="*/ 111934 h 517470"/>
                <a:gd name="connsiteX17" fmla="*/ 236002 w 608918"/>
                <a:gd name="connsiteY17" fmla="*/ 127293 h 517470"/>
                <a:gd name="connsiteX18" fmla="*/ 236686 w 608918"/>
                <a:gd name="connsiteY18" fmla="*/ 256824 h 517470"/>
                <a:gd name="connsiteX19" fmla="*/ 234463 w 608918"/>
                <a:gd name="connsiteY19" fmla="*/ 272098 h 517470"/>
                <a:gd name="connsiteX20" fmla="*/ 227964 w 608918"/>
                <a:gd name="connsiteY20" fmla="*/ 274231 h 517470"/>
                <a:gd name="connsiteX21" fmla="*/ 219241 w 608918"/>
                <a:gd name="connsiteY21" fmla="*/ 269879 h 517470"/>
                <a:gd name="connsiteX22" fmla="*/ 219925 w 608918"/>
                <a:gd name="connsiteY22" fmla="*/ 112531 h 517470"/>
                <a:gd name="connsiteX23" fmla="*/ 235403 w 608918"/>
                <a:gd name="connsiteY23" fmla="*/ 111934 h 517470"/>
                <a:gd name="connsiteX24" fmla="*/ 448816 w 608918"/>
                <a:gd name="connsiteY24" fmla="*/ 56257 h 517470"/>
                <a:gd name="connsiteX25" fmla="*/ 464199 w 608918"/>
                <a:gd name="connsiteY25" fmla="*/ 56854 h 517470"/>
                <a:gd name="connsiteX26" fmla="*/ 464968 w 608918"/>
                <a:gd name="connsiteY26" fmla="*/ 325625 h 517470"/>
                <a:gd name="connsiteX27" fmla="*/ 456251 w 608918"/>
                <a:gd name="connsiteY27" fmla="*/ 329977 h 517470"/>
                <a:gd name="connsiteX28" fmla="*/ 449756 w 608918"/>
                <a:gd name="connsiteY28" fmla="*/ 327844 h 517470"/>
                <a:gd name="connsiteX29" fmla="*/ 447534 w 608918"/>
                <a:gd name="connsiteY29" fmla="*/ 312571 h 517470"/>
                <a:gd name="connsiteX30" fmla="*/ 448217 w 608918"/>
                <a:gd name="connsiteY30" fmla="*/ 71615 h 517470"/>
                <a:gd name="connsiteX31" fmla="*/ 448816 w 608918"/>
                <a:gd name="connsiteY31" fmla="*/ 56257 h 517470"/>
                <a:gd name="connsiteX32" fmla="*/ 160096 w 608918"/>
                <a:gd name="connsiteY32" fmla="*/ 56257 h 517470"/>
                <a:gd name="connsiteX33" fmla="*/ 160695 w 608918"/>
                <a:gd name="connsiteY33" fmla="*/ 71615 h 517470"/>
                <a:gd name="connsiteX34" fmla="*/ 161464 w 608918"/>
                <a:gd name="connsiteY34" fmla="*/ 312571 h 517470"/>
                <a:gd name="connsiteX35" fmla="*/ 159241 w 608918"/>
                <a:gd name="connsiteY35" fmla="*/ 327844 h 517470"/>
                <a:gd name="connsiteX36" fmla="*/ 152744 w 608918"/>
                <a:gd name="connsiteY36" fmla="*/ 329977 h 517470"/>
                <a:gd name="connsiteX37" fmla="*/ 144024 w 608918"/>
                <a:gd name="connsiteY37" fmla="*/ 325625 h 517470"/>
                <a:gd name="connsiteX38" fmla="*/ 102645 w 608918"/>
                <a:gd name="connsiteY38" fmla="*/ 135779 h 517470"/>
                <a:gd name="connsiteX39" fmla="*/ 144708 w 608918"/>
                <a:gd name="connsiteY39" fmla="*/ 56854 h 517470"/>
                <a:gd name="connsiteX40" fmla="*/ 160096 w 608918"/>
                <a:gd name="connsiteY40" fmla="*/ 56257 h 517470"/>
                <a:gd name="connsiteX41" fmla="*/ 524534 w 608918"/>
                <a:gd name="connsiteY41" fmla="*/ 2910 h 517470"/>
                <a:gd name="connsiteX42" fmla="*/ 539919 w 608918"/>
                <a:gd name="connsiteY42" fmla="*/ 3507 h 517470"/>
                <a:gd name="connsiteX43" fmla="*/ 540603 w 608918"/>
                <a:gd name="connsiteY43" fmla="*/ 378973 h 517470"/>
                <a:gd name="connsiteX44" fmla="*/ 531885 w 608918"/>
                <a:gd name="connsiteY44" fmla="*/ 383325 h 517470"/>
                <a:gd name="connsiteX45" fmla="*/ 525388 w 608918"/>
                <a:gd name="connsiteY45" fmla="*/ 381192 h 517470"/>
                <a:gd name="connsiteX46" fmla="*/ 523166 w 608918"/>
                <a:gd name="connsiteY46" fmla="*/ 365917 h 517470"/>
                <a:gd name="connsiteX47" fmla="*/ 523935 w 608918"/>
                <a:gd name="connsiteY47" fmla="*/ 18270 h 517470"/>
                <a:gd name="connsiteX48" fmla="*/ 524534 w 608918"/>
                <a:gd name="connsiteY48" fmla="*/ 2910 h 517470"/>
                <a:gd name="connsiteX49" fmla="*/ 84467 w 608918"/>
                <a:gd name="connsiteY49" fmla="*/ 2910 h 517470"/>
                <a:gd name="connsiteX50" fmla="*/ 85065 w 608918"/>
                <a:gd name="connsiteY50" fmla="*/ 18270 h 517470"/>
                <a:gd name="connsiteX51" fmla="*/ 85749 w 608918"/>
                <a:gd name="connsiteY51" fmla="*/ 366002 h 517470"/>
                <a:gd name="connsiteX52" fmla="*/ 83527 w 608918"/>
                <a:gd name="connsiteY52" fmla="*/ 381192 h 517470"/>
                <a:gd name="connsiteX53" fmla="*/ 77030 w 608918"/>
                <a:gd name="connsiteY53" fmla="*/ 383325 h 517470"/>
                <a:gd name="connsiteX54" fmla="*/ 68312 w 608918"/>
                <a:gd name="connsiteY54" fmla="*/ 378973 h 517470"/>
                <a:gd name="connsiteX55" fmla="*/ 69081 w 608918"/>
                <a:gd name="connsiteY55" fmla="*/ 3507 h 517470"/>
                <a:gd name="connsiteX56" fmla="*/ 84467 w 608918"/>
                <a:gd name="connsiteY56" fmla="*/ 2910 h 5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8918" h="517469">
                  <a:moveTo>
                    <a:pt x="306059" y="242406"/>
                  </a:moveTo>
                  <a:lnTo>
                    <a:pt x="432216" y="517470"/>
                  </a:lnTo>
                  <a:lnTo>
                    <a:pt x="193493" y="517470"/>
                  </a:lnTo>
                  <a:close/>
                  <a:moveTo>
                    <a:pt x="305728" y="150812"/>
                  </a:moveTo>
                  <a:cubicBezTo>
                    <a:pt x="327026" y="150812"/>
                    <a:pt x="344292" y="168062"/>
                    <a:pt x="344292" y="189341"/>
                  </a:cubicBezTo>
                  <a:cubicBezTo>
                    <a:pt x="344292" y="210620"/>
                    <a:pt x="327026" y="227870"/>
                    <a:pt x="305728" y="227870"/>
                  </a:cubicBezTo>
                  <a:cubicBezTo>
                    <a:pt x="284430" y="227870"/>
                    <a:pt x="267164" y="210620"/>
                    <a:pt x="267164" y="189341"/>
                  </a:cubicBezTo>
                  <a:cubicBezTo>
                    <a:pt x="267164" y="168062"/>
                    <a:pt x="284430" y="150812"/>
                    <a:pt x="305728" y="150812"/>
                  </a:cubicBezTo>
                  <a:close/>
                  <a:moveTo>
                    <a:pt x="373592" y="111934"/>
                  </a:moveTo>
                  <a:cubicBezTo>
                    <a:pt x="378036" y="107838"/>
                    <a:pt x="384871" y="108094"/>
                    <a:pt x="388972" y="112531"/>
                  </a:cubicBezTo>
                  <a:cubicBezTo>
                    <a:pt x="389656" y="113214"/>
                    <a:pt x="453739" y="184208"/>
                    <a:pt x="389741" y="269879"/>
                  </a:cubicBezTo>
                  <a:cubicBezTo>
                    <a:pt x="387605" y="272695"/>
                    <a:pt x="384273" y="274231"/>
                    <a:pt x="380941" y="274231"/>
                  </a:cubicBezTo>
                  <a:cubicBezTo>
                    <a:pt x="378719" y="274231"/>
                    <a:pt x="376412" y="273548"/>
                    <a:pt x="374447" y="272098"/>
                  </a:cubicBezTo>
                  <a:cubicBezTo>
                    <a:pt x="369662" y="268514"/>
                    <a:pt x="368637" y="261688"/>
                    <a:pt x="372225" y="256824"/>
                  </a:cubicBezTo>
                  <a:cubicBezTo>
                    <a:pt x="425542" y="185488"/>
                    <a:pt x="375130" y="129597"/>
                    <a:pt x="372994" y="127293"/>
                  </a:cubicBezTo>
                  <a:cubicBezTo>
                    <a:pt x="368893" y="122856"/>
                    <a:pt x="369149" y="116030"/>
                    <a:pt x="373592" y="111934"/>
                  </a:cubicBezTo>
                  <a:close/>
                  <a:moveTo>
                    <a:pt x="235403" y="111934"/>
                  </a:moveTo>
                  <a:cubicBezTo>
                    <a:pt x="239765" y="116030"/>
                    <a:pt x="240021" y="122856"/>
                    <a:pt x="236002" y="127293"/>
                  </a:cubicBezTo>
                  <a:cubicBezTo>
                    <a:pt x="233779" y="129682"/>
                    <a:pt x="183667" y="185915"/>
                    <a:pt x="236686" y="256824"/>
                  </a:cubicBezTo>
                  <a:cubicBezTo>
                    <a:pt x="240278" y="261688"/>
                    <a:pt x="239337" y="268514"/>
                    <a:pt x="234463" y="272098"/>
                  </a:cubicBezTo>
                  <a:cubicBezTo>
                    <a:pt x="232496" y="273548"/>
                    <a:pt x="230273" y="274231"/>
                    <a:pt x="227964" y="274231"/>
                  </a:cubicBezTo>
                  <a:cubicBezTo>
                    <a:pt x="224629" y="274231"/>
                    <a:pt x="221379" y="272695"/>
                    <a:pt x="219241" y="269879"/>
                  </a:cubicBezTo>
                  <a:cubicBezTo>
                    <a:pt x="155106" y="184208"/>
                    <a:pt x="219327" y="113214"/>
                    <a:pt x="219925" y="112531"/>
                  </a:cubicBezTo>
                  <a:cubicBezTo>
                    <a:pt x="224030" y="108094"/>
                    <a:pt x="230957" y="107838"/>
                    <a:pt x="235403" y="111934"/>
                  </a:cubicBezTo>
                  <a:close/>
                  <a:moveTo>
                    <a:pt x="448816" y="56257"/>
                  </a:moveTo>
                  <a:cubicBezTo>
                    <a:pt x="453260" y="52161"/>
                    <a:pt x="460097" y="52417"/>
                    <a:pt x="464199" y="56854"/>
                  </a:cubicBezTo>
                  <a:cubicBezTo>
                    <a:pt x="465310" y="58048"/>
                    <a:pt x="574617" y="178953"/>
                    <a:pt x="464968" y="325625"/>
                  </a:cubicBezTo>
                  <a:cubicBezTo>
                    <a:pt x="462831" y="328441"/>
                    <a:pt x="459584" y="329977"/>
                    <a:pt x="456251" y="329977"/>
                  </a:cubicBezTo>
                  <a:cubicBezTo>
                    <a:pt x="453943" y="329977"/>
                    <a:pt x="451636" y="329294"/>
                    <a:pt x="449756" y="327844"/>
                  </a:cubicBezTo>
                  <a:cubicBezTo>
                    <a:pt x="444884" y="324175"/>
                    <a:pt x="443859" y="317434"/>
                    <a:pt x="447534" y="312571"/>
                  </a:cubicBezTo>
                  <a:cubicBezTo>
                    <a:pt x="546415" y="180233"/>
                    <a:pt x="449243" y="72724"/>
                    <a:pt x="448217" y="71615"/>
                  </a:cubicBezTo>
                  <a:cubicBezTo>
                    <a:pt x="444115" y="67263"/>
                    <a:pt x="444457" y="60352"/>
                    <a:pt x="448816" y="56257"/>
                  </a:cubicBezTo>
                  <a:close/>
                  <a:moveTo>
                    <a:pt x="160096" y="56257"/>
                  </a:moveTo>
                  <a:cubicBezTo>
                    <a:pt x="164542" y="60352"/>
                    <a:pt x="164798" y="67178"/>
                    <a:pt x="160695" y="71615"/>
                  </a:cubicBezTo>
                  <a:cubicBezTo>
                    <a:pt x="156676" y="76052"/>
                    <a:pt x="62806" y="180659"/>
                    <a:pt x="161464" y="312571"/>
                  </a:cubicBezTo>
                  <a:cubicBezTo>
                    <a:pt x="165055" y="317434"/>
                    <a:pt x="164029" y="324260"/>
                    <a:pt x="159241" y="327844"/>
                  </a:cubicBezTo>
                  <a:cubicBezTo>
                    <a:pt x="157275" y="329294"/>
                    <a:pt x="154967" y="329977"/>
                    <a:pt x="152744" y="329977"/>
                  </a:cubicBezTo>
                  <a:cubicBezTo>
                    <a:pt x="149410" y="329977"/>
                    <a:pt x="146161" y="328441"/>
                    <a:pt x="144024" y="325625"/>
                  </a:cubicBezTo>
                  <a:cubicBezTo>
                    <a:pt x="86829" y="249175"/>
                    <a:pt x="89992" y="180147"/>
                    <a:pt x="102645" y="135779"/>
                  </a:cubicBezTo>
                  <a:cubicBezTo>
                    <a:pt x="116410" y="87741"/>
                    <a:pt x="143596" y="58134"/>
                    <a:pt x="144708" y="56854"/>
                  </a:cubicBezTo>
                  <a:cubicBezTo>
                    <a:pt x="148811" y="52417"/>
                    <a:pt x="155651" y="52161"/>
                    <a:pt x="160096" y="56257"/>
                  </a:cubicBezTo>
                  <a:close/>
                  <a:moveTo>
                    <a:pt x="524534" y="2910"/>
                  </a:moveTo>
                  <a:cubicBezTo>
                    <a:pt x="528978" y="-1186"/>
                    <a:pt x="535816" y="-930"/>
                    <a:pt x="539919" y="3507"/>
                  </a:cubicBezTo>
                  <a:cubicBezTo>
                    <a:pt x="541458" y="5129"/>
                    <a:pt x="693943" y="173832"/>
                    <a:pt x="540603" y="378973"/>
                  </a:cubicBezTo>
                  <a:cubicBezTo>
                    <a:pt x="538466" y="381789"/>
                    <a:pt x="535218" y="383325"/>
                    <a:pt x="531885" y="383325"/>
                  </a:cubicBezTo>
                  <a:cubicBezTo>
                    <a:pt x="529662" y="383325"/>
                    <a:pt x="527354" y="382642"/>
                    <a:pt x="525388" y="381192"/>
                  </a:cubicBezTo>
                  <a:cubicBezTo>
                    <a:pt x="520602" y="377608"/>
                    <a:pt x="519576" y="370781"/>
                    <a:pt x="523166" y="365917"/>
                  </a:cubicBezTo>
                  <a:cubicBezTo>
                    <a:pt x="665480" y="175624"/>
                    <a:pt x="529748" y="24585"/>
                    <a:pt x="523935" y="18270"/>
                  </a:cubicBezTo>
                  <a:cubicBezTo>
                    <a:pt x="519833" y="13833"/>
                    <a:pt x="520089" y="7006"/>
                    <a:pt x="524534" y="2910"/>
                  </a:cubicBezTo>
                  <a:close/>
                  <a:moveTo>
                    <a:pt x="84467" y="2910"/>
                  </a:moveTo>
                  <a:cubicBezTo>
                    <a:pt x="88826" y="7006"/>
                    <a:pt x="89168" y="13833"/>
                    <a:pt x="85065" y="18270"/>
                  </a:cubicBezTo>
                  <a:cubicBezTo>
                    <a:pt x="79167" y="24585"/>
                    <a:pt x="-56480" y="175624"/>
                    <a:pt x="85749" y="366002"/>
                  </a:cubicBezTo>
                  <a:cubicBezTo>
                    <a:pt x="89339" y="370781"/>
                    <a:pt x="88399" y="377608"/>
                    <a:pt x="83527" y="381192"/>
                  </a:cubicBezTo>
                  <a:cubicBezTo>
                    <a:pt x="81561" y="382642"/>
                    <a:pt x="79338" y="383325"/>
                    <a:pt x="77030" y="383325"/>
                  </a:cubicBezTo>
                  <a:cubicBezTo>
                    <a:pt x="73697" y="383325"/>
                    <a:pt x="70449" y="381789"/>
                    <a:pt x="68312" y="378973"/>
                  </a:cubicBezTo>
                  <a:cubicBezTo>
                    <a:pt x="-85028" y="173918"/>
                    <a:pt x="67457" y="5129"/>
                    <a:pt x="69081" y="3507"/>
                  </a:cubicBezTo>
                  <a:cubicBezTo>
                    <a:pt x="73184" y="-930"/>
                    <a:pt x="80022" y="-1186"/>
                    <a:pt x="84467" y="2910"/>
                  </a:cubicBezTo>
                  <a:close/>
                </a:path>
              </a:pathLst>
            </a:custGeom>
            <a:noFill/>
            <a:ln w="6350">
              <a:solidFill>
                <a:srgbClr val="00B0F0"/>
              </a:solidFill>
              <a:round/>
            </a:ln>
            <a:effectLst>
              <a:outerShdw blurRad="114300" dist="38100" dir="5400000" algn="t" rotWithShape="0">
                <a:schemeClr val="accent3">
                  <a:alpha val="57000"/>
                </a:schemeClr>
              </a:outerShdw>
            </a:effectLst>
          </p:spPr>
          <p:txBody>
            <a:bodyPr vert="horz" wrap="square" lIns="60723" tIns="30361" rIns="60723" bIns="30361"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95">
                <a:solidFill>
                  <a:prstClr val="black"/>
                </a:solidFill>
                <a:latin typeface="思源黑体 Heavy" panose="020B0A00000000000000" pitchFamily="34" charset="-122"/>
                <a:ea typeface="思源黑体 Heavy" panose="020B0A00000000000000" pitchFamily="34" charset="-122"/>
              </a:endParaRPr>
            </a:p>
          </p:txBody>
        </p:sp>
        <p:sp>
          <p:nvSpPr>
            <p:cNvPr id="45" name="六边形 44">
              <a:extLst>
                <a:ext uri="{FF2B5EF4-FFF2-40B4-BE49-F238E27FC236}">
                  <a16:creationId xmlns="" xmlns:p14="http://schemas.microsoft.com/office/powerpoint/2010/main" xmlns:p15="http://schemas.microsoft.com/office/powerpoint/2012/main" xmlns:a16="http://schemas.microsoft.com/office/drawing/2014/main" id="{BFD54A33-B675-474E-A3F8-A53938B3C620}"/>
                </a:ext>
              </a:extLst>
            </p:cNvPr>
            <p:cNvSpPr/>
            <p:nvPr/>
          </p:nvSpPr>
          <p:spPr>
            <a:xfrm rot="16200000">
              <a:off x="2849882" y="871925"/>
              <a:ext cx="381823" cy="360937"/>
            </a:xfrm>
            <a:prstGeom prst="hexagon">
              <a:avLst/>
            </a:prstGeom>
            <a:no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6" name="任意多边形: 形状 55">
              <a:extLst>
                <a:ext uri="{FF2B5EF4-FFF2-40B4-BE49-F238E27FC236}">
                  <a16:creationId xmlns="" xmlns:p14="http://schemas.microsoft.com/office/powerpoint/2010/main" xmlns:p15="http://schemas.microsoft.com/office/powerpoint/2012/main" xmlns:a16="http://schemas.microsoft.com/office/drawing/2014/main" id="{9C6413C3-6698-4912-87C2-65017E202B75}"/>
                </a:ext>
              </a:extLst>
            </p:cNvPr>
            <p:cNvSpPr/>
            <p:nvPr/>
          </p:nvSpPr>
          <p:spPr>
            <a:xfrm rot="16200000">
              <a:off x="2139289" y="2006010"/>
              <a:ext cx="1983487" cy="180468"/>
            </a:xfrm>
            <a:custGeom>
              <a:avLst/>
              <a:gdLst>
                <a:gd name="connsiteX0" fmla="*/ 1396965 w 1396965"/>
                <a:gd name="connsiteY0" fmla="*/ 220291 h 223731"/>
                <a:gd name="connsiteX1" fmla="*/ 1395245 w 1396965"/>
                <a:gd name="connsiteY1" fmla="*/ 223731 h 223731"/>
                <a:gd name="connsiteX2" fmla="*/ 111865 w 1396965"/>
                <a:gd name="connsiteY2" fmla="*/ 223731 h 223731"/>
                <a:gd name="connsiteX3" fmla="*/ 0 w 1396965"/>
                <a:gd name="connsiteY3" fmla="*/ 1 h 223731"/>
                <a:gd name="connsiteX4" fmla="*/ 1 w 1396965"/>
                <a:gd name="connsiteY4" fmla="*/ 0 h 223731"/>
                <a:gd name="connsiteX5" fmla="*/ 1286821 w 1396965"/>
                <a:gd name="connsiteY5" fmla="*/ 0 h 223731"/>
                <a:gd name="connsiteX6" fmla="*/ 1286820 w 1396965"/>
                <a:gd name="connsiteY6" fmla="*/ 1 h 223731"/>
                <a:gd name="connsiteX7" fmla="*/ 1396965 w 1396965"/>
                <a:gd name="connsiteY7" fmla="*/ 220291 h 2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6965" h="223731">
                  <a:moveTo>
                    <a:pt x="1396965" y="220291"/>
                  </a:moveTo>
                  <a:lnTo>
                    <a:pt x="1395245" y="223731"/>
                  </a:lnTo>
                  <a:lnTo>
                    <a:pt x="111865" y="223731"/>
                  </a:lnTo>
                  <a:lnTo>
                    <a:pt x="0" y="1"/>
                  </a:lnTo>
                  <a:lnTo>
                    <a:pt x="1" y="0"/>
                  </a:lnTo>
                  <a:lnTo>
                    <a:pt x="1286821" y="0"/>
                  </a:lnTo>
                  <a:lnTo>
                    <a:pt x="1286820" y="1"/>
                  </a:lnTo>
                  <a:lnTo>
                    <a:pt x="1396965" y="220291"/>
                  </a:lnTo>
                  <a:close/>
                </a:path>
              </a:pathLst>
            </a:custGeom>
            <a:gradFill flip="none" rotWithShape="1">
              <a:gsLst>
                <a:gs pos="4000">
                  <a:srgbClr val="03E2E7">
                    <a:alpha val="0"/>
                  </a:srgbClr>
                </a:gs>
                <a:gs pos="100000">
                  <a:srgbClr val="03E2E7"/>
                </a:gs>
              </a:gsLst>
              <a:lin ang="27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7" name="任意多边形: 形状 56">
              <a:extLst>
                <a:ext uri="{FF2B5EF4-FFF2-40B4-BE49-F238E27FC236}">
                  <a16:creationId xmlns="" xmlns:p14="http://schemas.microsoft.com/office/powerpoint/2010/main" xmlns:p15="http://schemas.microsoft.com/office/powerpoint/2012/main" xmlns:a16="http://schemas.microsoft.com/office/drawing/2014/main" id="{6E9D8C88-FA7C-4334-8438-D6BACBCEFD73}"/>
                </a:ext>
              </a:extLst>
            </p:cNvPr>
            <p:cNvSpPr/>
            <p:nvPr/>
          </p:nvSpPr>
          <p:spPr>
            <a:xfrm rot="16200000">
              <a:off x="1958819" y="2006012"/>
              <a:ext cx="1983485" cy="180468"/>
            </a:xfrm>
            <a:custGeom>
              <a:avLst/>
              <a:gdLst>
                <a:gd name="connsiteX0" fmla="*/ 1396964 w 1396964"/>
                <a:gd name="connsiteY0" fmla="*/ 3440 h 223729"/>
                <a:gd name="connsiteX1" fmla="*/ 1286820 w 1396964"/>
                <a:gd name="connsiteY1" fmla="*/ 223729 h 223729"/>
                <a:gd name="connsiteX2" fmla="*/ 0 w 1396964"/>
                <a:gd name="connsiteY2" fmla="*/ 223729 h 223729"/>
                <a:gd name="connsiteX3" fmla="*/ 111865 w 1396964"/>
                <a:gd name="connsiteY3" fmla="*/ 0 h 223729"/>
                <a:gd name="connsiteX4" fmla="*/ 1395244 w 1396964"/>
                <a:gd name="connsiteY4" fmla="*/ 0 h 223729"/>
                <a:gd name="connsiteX5" fmla="*/ 1396964 w 1396964"/>
                <a:gd name="connsiteY5" fmla="*/ 3440 h 22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6964" h="223729">
                  <a:moveTo>
                    <a:pt x="1396964" y="3440"/>
                  </a:moveTo>
                  <a:lnTo>
                    <a:pt x="1286820" y="223729"/>
                  </a:lnTo>
                  <a:lnTo>
                    <a:pt x="0" y="223729"/>
                  </a:lnTo>
                  <a:lnTo>
                    <a:pt x="111865" y="0"/>
                  </a:lnTo>
                  <a:lnTo>
                    <a:pt x="1395244" y="0"/>
                  </a:lnTo>
                  <a:lnTo>
                    <a:pt x="1396964" y="3440"/>
                  </a:lnTo>
                  <a:close/>
                </a:path>
              </a:pathLst>
            </a:custGeom>
            <a:gradFill flip="none" rotWithShape="1">
              <a:gsLst>
                <a:gs pos="4000">
                  <a:srgbClr val="03E2E7">
                    <a:alpha val="0"/>
                  </a:srgbClr>
                </a:gs>
                <a:gs pos="100000">
                  <a:srgbClr val="03E2E7"/>
                </a:gs>
              </a:gsLst>
              <a:lin ang="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48" name="Freeform 24">
              <a:extLst>
                <a:ext uri="{FF2B5EF4-FFF2-40B4-BE49-F238E27FC236}">
                  <a16:creationId xmlns="" xmlns:p14="http://schemas.microsoft.com/office/powerpoint/2010/main" xmlns:p15="http://schemas.microsoft.com/office/powerpoint/2012/main" xmlns:a16="http://schemas.microsoft.com/office/drawing/2014/main" id="{6A05811E-546A-4DA2-8C7C-AF27142A346D}"/>
                </a:ext>
              </a:extLst>
            </p:cNvPr>
            <p:cNvSpPr>
              <a:spLocks noEditPoints="1"/>
            </p:cNvSpPr>
            <p:nvPr/>
          </p:nvSpPr>
          <p:spPr bwMode="auto">
            <a:xfrm>
              <a:off x="2946706" y="971942"/>
              <a:ext cx="188458" cy="146053"/>
            </a:xfrm>
            <a:custGeom>
              <a:avLst/>
              <a:gdLst>
                <a:gd name="connsiteX0" fmla="*/ 306059 w 608918"/>
                <a:gd name="connsiteY0" fmla="*/ 242406 h 517470"/>
                <a:gd name="connsiteX1" fmla="*/ 432216 w 608918"/>
                <a:gd name="connsiteY1" fmla="*/ 517470 h 517470"/>
                <a:gd name="connsiteX2" fmla="*/ 193493 w 608918"/>
                <a:gd name="connsiteY2" fmla="*/ 517470 h 517470"/>
                <a:gd name="connsiteX3" fmla="*/ 305728 w 608918"/>
                <a:gd name="connsiteY3" fmla="*/ 150812 h 517470"/>
                <a:gd name="connsiteX4" fmla="*/ 344292 w 608918"/>
                <a:gd name="connsiteY4" fmla="*/ 189341 h 517470"/>
                <a:gd name="connsiteX5" fmla="*/ 305728 w 608918"/>
                <a:gd name="connsiteY5" fmla="*/ 227870 h 517470"/>
                <a:gd name="connsiteX6" fmla="*/ 267164 w 608918"/>
                <a:gd name="connsiteY6" fmla="*/ 189341 h 517470"/>
                <a:gd name="connsiteX7" fmla="*/ 305728 w 608918"/>
                <a:gd name="connsiteY7" fmla="*/ 150812 h 517470"/>
                <a:gd name="connsiteX8" fmla="*/ 373592 w 608918"/>
                <a:gd name="connsiteY8" fmla="*/ 111934 h 517470"/>
                <a:gd name="connsiteX9" fmla="*/ 388972 w 608918"/>
                <a:gd name="connsiteY9" fmla="*/ 112531 h 517470"/>
                <a:gd name="connsiteX10" fmla="*/ 389741 w 608918"/>
                <a:gd name="connsiteY10" fmla="*/ 269879 h 517470"/>
                <a:gd name="connsiteX11" fmla="*/ 380941 w 608918"/>
                <a:gd name="connsiteY11" fmla="*/ 274231 h 517470"/>
                <a:gd name="connsiteX12" fmla="*/ 374447 w 608918"/>
                <a:gd name="connsiteY12" fmla="*/ 272098 h 517470"/>
                <a:gd name="connsiteX13" fmla="*/ 372225 w 608918"/>
                <a:gd name="connsiteY13" fmla="*/ 256824 h 517470"/>
                <a:gd name="connsiteX14" fmla="*/ 372994 w 608918"/>
                <a:gd name="connsiteY14" fmla="*/ 127293 h 517470"/>
                <a:gd name="connsiteX15" fmla="*/ 373592 w 608918"/>
                <a:gd name="connsiteY15" fmla="*/ 111934 h 517470"/>
                <a:gd name="connsiteX16" fmla="*/ 235403 w 608918"/>
                <a:gd name="connsiteY16" fmla="*/ 111934 h 517470"/>
                <a:gd name="connsiteX17" fmla="*/ 236002 w 608918"/>
                <a:gd name="connsiteY17" fmla="*/ 127293 h 517470"/>
                <a:gd name="connsiteX18" fmla="*/ 236686 w 608918"/>
                <a:gd name="connsiteY18" fmla="*/ 256824 h 517470"/>
                <a:gd name="connsiteX19" fmla="*/ 234463 w 608918"/>
                <a:gd name="connsiteY19" fmla="*/ 272098 h 517470"/>
                <a:gd name="connsiteX20" fmla="*/ 227964 w 608918"/>
                <a:gd name="connsiteY20" fmla="*/ 274231 h 517470"/>
                <a:gd name="connsiteX21" fmla="*/ 219241 w 608918"/>
                <a:gd name="connsiteY21" fmla="*/ 269879 h 517470"/>
                <a:gd name="connsiteX22" fmla="*/ 219925 w 608918"/>
                <a:gd name="connsiteY22" fmla="*/ 112531 h 517470"/>
                <a:gd name="connsiteX23" fmla="*/ 235403 w 608918"/>
                <a:gd name="connsiteY23" fmla="*/ 111934 h 517470"/>
                <a:gd name="connsiteX24" fmla="*/ 448816 w 608918"/>
                <a:gd name="connsiteY24" fmla="*/ 56257 h 517470"/>
                <a:gd name="connsiteX25" fmla="*/ 464199 w 608918"/>
                <a:gd name="connsiteY25" fmla="*/ 56854 h 517470"/>
                <a:gd name="connsiteX26" fmla="*/ 464968 w 608918"/>
                <a:gd name="connsiteY26" fmla="*/ 325625 h 517470"/>
                <a:gd name="connsiteX27" fmla="*/ 456251 w 608918"/>
                <a:gd name="connsiteY27" fmla="*/ 329977 h 517470"/>
                <a:gd name="connsiteX28" fmla="*/ 449756 w 608918"/>
                <a:gd name="connsiteY28" fmla="*/ 327844 h 517470"/>
                <a:gd name="connsiteX29" fmla="*/ 447534 w 608918"/>
                <a:gd name="connsiteY29" fmla="*/ 312571 h 517470"/>
                <a:gd name="connsiteX30" fmla="*/ 448217 w 608918"/>
                <a:gd name="connsiteY30" fmla="*/ 71615 h 517470"/>
                <a:gd name="connsiteX31" fmla="*/ 448816 w 608918"/>
                <a:gd name="connsiteY31" fmla="*/ 56257 h 517470"/>
                <a:gd name="connsiteX32" fmla="*/ 160096 w 608918"/>
                <a:gd name="connsiteY32" fmla="*/ 56257 h 517470"/>
                <a:gd name="connsiteX33" fmla="*/ 160695 w 608918"/>
                <a:gd name="connsiteY33" fmla="*/ 71615 h 517470"/>
                <a:gd name="connsiteX34" fmla="*/ 161464 w 608918"/>
                <a:gd name="connsiteY34" fmla="*/ 312571 h 517470"/>
                <a:gd name="connsiteX35" fmla="*/ 159241 w 608918"/>
                <a:gd name="connsiteY35" fmla="*/ 327844 h 517470"/>
                <a:gd name="connsiteX36" fmla="*/ 152744 w 608918"/>
                <a:gd name="connsiteY36" fmla="*/ 329977 h 517470"/>
                <a:gd name="connsiteX37" fmla="*/ 144024 w 608918"/>
                <a:gd name="connsiteY37" fmla="*/ 325625 h 517470"/>
                <a:gd name="connsiteX38" fmla="*/ 102645 w 608918"/>
                <a:gd name="connsiteY38" fmla="*/ 135779 h 517470"/>
                <a:gd name="connsiteX39" fmla="*/ 144708 w 608918"/>
                <a:gd name="connsiteY39" fmla="*/ 56854 h 517470"/>
                <a:gd name="connsiteX40" fmla="*/ 160096 w 608918"/>
                <a:gd name="connsiteY40" fmla="*/ 56257 h 517470"/>
                <a:gd name="connsiteX41" fmla="*/ 524534 w 608918"/>
                <a:gd name="connsiteY41" fmla="*/ 2910 h 517470"/>
                <a:gd name="connsiteX42" fmla="*/ 539919 w 608918"/>
                <a:gd name="connsiteY42" fmla="*/ 3507 h 517470"/>
                <a:gd name="connsiteX43" fmla="*/ 540603 w 608918"/>
                <a:gd name="connsiteY43" fmla="*/ 378973 h 517470"/>
                <a:gd name="connsiteX44" fmla="*/ 531885 w 608918"/>
                <a:gd name="connsiteY44" fmla="*/ 383325 h 517470"/>
                <a:gd name="connsiteX45" fmla="*/ 525388 w 608918"/>
                <a:gd name="connsiteY45" fmla="*/ 381192 h 517470"/>
                <a:gd name="connsiteX46" fmla="*/ 523166 w 608918"/>
                <a:gd name="connsiteY46" fmla="*/ 365917 h 517470"/>
                <a:gd name="connsiteX47" fmla="*/ 523935 w 608918"/>
                <a:gd name="connsiteY47" fmla="*/ 18270 h 517470"/>
                <a:gd name="connsiteX48" fmla="*/ 524534 w 608918"/>
                <a:gd name="connsiteY48" fmla="*/ 2910 h 517470"/>
                <a:gd name="connsiteX49" fmla="*/ 84467 w 608918"/>
                <a:gd name="connsiteY49" fmla="*/ 2910 h 517470"/>
                <a:gd name="connsiteX50" fmla="*/ 85065 w 608918"/>
                <a:gd name="connsiteY50" fmla="*/ 18270 h 517470"/>
                <a:gd name="connsiteX51" fmla="*/ 85749 w 608918"/>
                <a:gd name="connsiteY51" fmla="*/ 366002 h 517470"/>
                <a:gd name="connsiteX52" fmla="*/ 83527 w 608918"/>
                <a:gd name="connsiteY52" fmla="*/ 381192 h 517470"/>
                <a:gd name="connsiteX53" fmla="*/ 77030 w 608918"/>
                <a:gd name="connsiteY53" fmla="*/ 383325 h 517470"/>
                <a:gd name="connsiteX54" fmla="*/ 68312 w 608918"/>
                <a:gd name="connsiteY54" fmla="*/ 378973 h 517470"/>
                <a:gd name="connsiteX55" fmla="*/ 69081 w 608918"/>
                <a:gd name="connsiteY55" fmla="*/ 3507 h 517470"/>
                <a:gd name="connsiteX56" fmla="*/ 84467 w 608918"/>
                <a:gd name="connsiteY56" fmla="*/ 2910 h 5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8918" h="517469">
                  <a:moveTo>
                    <a:pt x="306059" y="242406"/>
                  </a:moveTo>
                  <a:lnTo>
                    <a:pt x="432216" y="517470"/>
                  </a:lnTo>
                  <a:lnTo>
                    <a:pt x="193493" y="517470"/>
                  </a:lnTo>
                  <a:close/>
                  <a:moveTo>
                    <a:pt x="305728" y="150812"/>
                  </a:moveTo>
                  <a:cubicBezTo>
                    <a:pt x="327026" y="150812"/>
                    <a:pt x="344292" y="168062"/>
                    <a:pt x="344292" y="189341"/>
                  </a:cubicBezTo>
                  <a:cubicBezTo>
                    <a:pt x="344292" y="210620"/>
                    <a:pt x="327026" y="227870"/>
                    <a:pt x="305728" y="227870"/>
                  </a:cubicBezTo>
                  <a:cubicBezTo>
                    <a:pt x="284430" y="227870"/>
                    <a:pt x="267164" y="210620"/>
                    <a:pt x="267164" y="189341"/>
                  </a:cubicBezTo>
                  <a:cubicBezTo>
                    <a:pt x="267164" y="168062"/>
                    <a:pt x="284430" y="150812"/>
                    <a:pt x="305728" y="150812"/>
                  </a:cubicBezTo>
                  <a:close/>
                  <a:moveTo>
                    <a:pt x="373592" y="111934"/>
                  </a:moveTo>
                  <a:cubicBezTo>
                    <a:pt x="378036" y="107838"/>
                    <a:pt x="384871" y="108094"/>
                    <a:pt x="388972" y="112531"/>
                  </a:cubicBezTo>
                  <a:cubicBezTo>
                    <a:pt x="389656" y="113214"/>
                    <a:pt x="453739" y="184208"/>
                    <a:pt x="389741" y="269879"/>
                  </a:cubicBezTo>
                  <a:cubicBezTo>
                    <a:pt x="387605" y="272695"/>
                    <a:pt x="384273" y="274231"/>
                    <a:pt x="380941" y="274231"/>
                  </a:cubicBezTo>
                  <a:cubicBezTo>
                    <a:pt x="378719" y="274231"/>
                    <a:pt x="376412" y="273548"/>
                    <a:pt x="374447" y="272098"/>
                  </a:cubicBezTo>
                  <a:cubicBezTo>
                    <a:pt x="369662" y="268514"/>
                    <a:pt x="368637" y="261688"/>
                    <a:pt x="372225" y="256824"/>
                  </a:cubicBezTo>
                  <a:cubicBezTo>
                    <a:pt x="425542" y="185488"/>
                    <a:pt x="375130" y="129597"/>
                    <a:pt x="372994" y="127293"/>
                  </a:cubicBezTo>
                  <a:cubicBezTo>
                    <a:pt x="368893" y="122856"/>
                    <a:pt x="369149" y="116030"/>
                    <a:pt x="373592" y="111934"/>
                  </a:cubicBezTo>
                  <a:close/>
                  <a:moveTo>
                    <a:pt x="235403" y="111934"/>
                  </a:moveTo>
                  <a:cubicBezTo>
                    <a:pt x="239765" y="116030"/>
                    <a:pt x="240021" y="122856"/>
                    <a:pt x="236002" y="127293"/>
                  </a:cubicBezTo>
                  <a:cubicBezTo>
                    <a:pt x="233779" y="129682"/>
                    <a:pt x="183667" y="185915"/>
                    <a:pt x="236686" y="256824"/>
                  </a:cubicBezTo>
                  <a:cubicBezTo>
                    <a:pt x="240278" y="261688"/>
                    <a:pt x="239337" y="268514"/>
                    <a:pt x="234463" y="272098"/>
                  </a:cubicBezTo>
                  <a:cubicBezTo>
                    <a:pt x="232496" y="273548"/>
                    <a:pt x="230273" y="274231"/>
                    <a:pt x="227964" y="274231"/>
                  </a:cubicBezTo>
                  <a:cubicBezTo>
                    <a:pt x="224629" y="274231"/>
                    <a:pt x="221379" y="272695"/>
                    <a:pt x="219241" y="269879"/>
                  </a:cubicBezTo>
                  <a:cubicBezTo>
                    <a:pt x="155106" y="184208"/>
                    <a:pt x="219327" y="113214"/>
                    <a:pt x="219925" y="112531"/>
                  </a:cubicBezTo>
                  <a:cubicBezTo>
                    <a:pt x="224030" y="108094"/>
                    <a:pt x="230957" y="107838"/>
                    <a:pt x="235403" y="111934"/>
                  </a:cubicBezTo>
                  <a:close/>
                  <a:moveTo>
                    <a:pt x="448816" y="56257"/>
                  </a:moveTo>
                  <a:cubicBezTo>
                    <a:pt x="453260" y="52161"/>
                    <a:pt x="460097" y="52417"/>
                    <a:pt x="464199" y="56854"/>
                  </a:cubicBezTo>
                  <a:cubicBezTo>
                    <a:pt x="465310" y="58048"/>
                    <a:pt x="574617" y="178953"/>
                    <a:pt x="464968" y="325625"/>
                  </a:cubicBezTo>
                  <a:cubicBezTo>
                    <a:pt x="462831" y="328441"/>
                    <a:pt x="459584" y="329977"/>
                    <a:pt x="456251" y="329977"/>
                  </a:cubicBezTo>
                  <a:cubicBezTo>
                    <a:pt x="453943" y="329977"/>
                    <a:pt x="451636" y="329294"/>
                    <a:pt x="449756" y="327844"/>
                  </a:cubicBezTo>
                  <a:cubicBezTo>
                    <a:pt x="444884" y="324175"/>
                    <a:pt x="443859" y="317434"/>
                    <a:pt x="447534" y="312571"/>
                  </a:cubicBezTo>
                  <a:cubicBezTo>
                    <a:pt x="546415" y="180233"/>
                    <a:pt x="449243" y="72724"/>
                    <a:pt x="448217" y="71615"/>
                  </a:cubicBezTo>
                  <a:cubicBezTo>
                    <a:pt x="444115" y="67263"/>
                    <a:pt x="444457" y="60352"/>
                    <a:pt x="448816" y="56257"/>
                  </a:cubicBezTo>
                  <a:close/>
                  <a:moveTo>
                    <a:pt x="160096" y="56257"/>
                  </a:moveTo>
                  <a:cubicBezTo>
                    <a:pt x="164542" y="60352"/>
                    <a:pt x="164798" y="67178"/>
                    <a:pt x="160695" y="71615"/>
                  </a:cubicBezTo>
                  <a:cubicBezTo>
                    <a:pt x="156676" y="76052"/>
                    <a:pt x="62806" y="180659"/>
                    <a:pt x="161464" y="312571"/>
                  </a:cubicBezTo>
                  <a:cubicBezTo>
                    <a:pt x="165055" y="317434"/>
                    <a:pt x="164029" y="324260"/>
                    <a:pt x="159241" y="327844"/>
                  </a:cubicBezTo>
                  <a:cubicBezTo>
                    <a:pt x="157275" y="329294"/>
                    <a:pt x="154967" y="329977"/>
                    <a:pt x="152744" y="329977"/>
                  </a:cubicBezTo>
                  <a:cubicBezTo>
                    <a:pt x="149410" y="329977"/>
                    <a:pt x="146161" y="328441"/>
                    <a:pt x="144024" y="325625"/>
                  </a:cubicBezTo>
                  <a:cubicBezTo>
                    <a:pt x="86829" y="249175"/>
                    <a:pt x="89992" y="180147"/>
                    <a:pt x="102645" y="135779"/>
                  </a:cubicBezTo>
                  <a:cubicBezTo>
                    <a:pt x="116410" y="87741"/>
                    <a:pt x="143596" y="58134"/>
                    <a:pt x="144708" y="56854"/>
                  </a:cubicBezTo>
                  <a:cubicBezTo>
                    <a:pt x="148811" y="52417"/>
                    <a:pt x="155651" y="52161"/>
                    <a:pt x="160096" y="56257"/>
                  </a:cubicBezTo>
                  <a:close/>
                  <a:moveTo>
                    <a:pt x="524534" y="2910"/>
                  </a:moveTo>
                  <a:cubicBezTo>
                    <a:pt x="528978" y="-1186"/>
                    <a:pt x="535816" y="-930"/>
                    <a:pt x="539919" y="3507"/>
                  </a:cubicBezTo>
                  <a:cubicBezTo>
                    <a:pt x="541458" y="5129"/>
                    <a:pt x="693943" y="173832"/>
                    <a:pt x="540603" y="378973"/>
                  </a:cubicBezTo>
                  <a:cubicBezTo>
                    <a:pt x="538466" y="381789"/>
                    <a:pt x="535218" y="383325"/>
                    <a:pt x="531885" y="383325"/>
                  </a:cubicBezTo>
                  <a:cubicBezTo>
                    <a:pt x="529662" y="383325"/>
                    <a:pt x="527354" y="382642"/>
                    <a:pt x="525388" y="381192"/>
                  </a:cubicBezTo>
                  <a:cubicBezTo>
                    <a:pt x="520602" y="377608"/>
                    <a:pt x="519576" y="370781"/>
                    <a:pt x="523166" y="365917"/>
                  </a:cubicBezTo>
                  <a:cubicBezTo>
                    <a:pt x="665480" y="175624"/>
                    <a:pt x="529748" y="24585"/>
                    <a:pt x="523935" y="18270"/>
                  </a:cubicBezTo>
                  <a:cubicBezTo>
                    <a:pt x="519833" y="13833"/>
                    <a:pt x="520089" y="7006"/>
                    <a:pt x="524534" y="2910"/>
                  </a:cubicBezTo>
                  <a:close/>
                  <a:moveTo>
                    <a:pt x="84467" y="2910"/>
                  </a:moveTo>
                  <a:cubicBezTo>
                    <a:pt x="88826" y="7006"/>
                    <a:pt x="89168" y="13833"/>
                    <a:pt x="85065" y="18270"/>
                  </a:cubicBezTo>
                  <a:cubicBezTo>
                    <a:pt x="79167" y="24585"/>
                    <a:pt x="-56480" y="175624"/>
                    <a:pt x="85749" y="366002"/>
                  </a:cubicBezTo>
                  <a:cubicBezTo>
                    <a:pt x="89339" y="370781"/>
                    <a:pt x="88399" y="377608"/>
                    <a:pt x="83527" y="381192"/>
                  </a:cubicBezTo>
                  <a:cubicBezTo>
                    <a:pt x="81561" y="382642"/>
                    <a:pt x="79338" y="383325"/>
                    <a:pt x="77030" y="383325"/>
                  </a:cubicBezTo>
                  <a:cubicBezTo>
                    <a:pt x="73697" y="383325"/>
                    <a:pt x="70449" y="381789"/>
                    <a:pt x="68312" y="378973"/>
                  </a:cubicBezTo>
                  <a:cubicBezTo>
                    <a:pt x="-85028" y="173918"/>
                    <a:pt x="67457" y="5129"/>
                    <a:pt x="69081" y="3507"/>
                  </a:cubicBezTo>
                  <a:cubicBezTo>
                    <a:pt x="73184" y="-930"/>
                    <a:pt x="80022" y="-1186"/>
                    <a:pt x="84467" y="2910"/>
                  </a:cubicBezTo>
                  <a:close/>
                </a:path>
              </a:pathLst>
            </a:custGeom>
            <a:noFill/>
            <a:ln w="6350">
              <a:solidFill>
                <a:srgbClr val="00B0F0"/>
              </a:solidFill>
              <a:round/>
            </a:ln>
            <a:effectLst>
              <a:outerShdw blurRad="114300" dist="38100" dir="5400000" algn="t" rotWithShape="0">
                <a:schemeClr val="accent3">
                  <a:alpha val="57000"/>
                </a:schemeClr>
              </a:outerShdw>
            </a:effectLst>
          </p:spPr>
          <p:txBody>
            <a:bodyPr vert="horz" wrap="square" lIns="60723" tIns="30361" rIns="60723" bIns="30361"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95">
                <a:solidFill>
                  <a:prstClr val="black"/>
                </a:solidFill>
                <a:latin typeface="思源黑体 Heavy" panose="020B0A00000000000000" pitchFamily="34" charset="-122"/>
                <a:ea typeface="思源黑体 Heavy" panose="020B0A00000000000000" pitchFamily="34" charset="-122"/>
              </a:endParaRPr>
            </a:p>
          </p:txBody>
        </p:sp>
        <p:sp>
          <p:nvSpPr>
            <p:cNvPr id="49" name="六边形 48">
              <a:extLst>
                <a:ext uri="{FF2B5EF4-FFF2-40B4-BE49-F238E27FC236}">
                  <a16:creationId xmlns="" xmlns:p14="http://schemas.microsoft.com/office/powerpoint/2010/main" xmlns:p15="http://schemas.microsoft.com/office/powerpoint/2012/main" xmlns:a16="http://schemas.microsoft.com/office/drawing/2014/main" id="{A7E325EE-86D4-4CC3-94FA-56419E246BDA}"/>
                </a:ext>
              </a:extLst>
            </p:cNvPr>
            <p:cNvSpPr/>
            <p:nvPr/>
          </p:nvSpPr>
          <p:spPr>
            <a:xfrm rot="5400000" flipH="1">
              <a:off x="5304840" y="1982915"/>
              <a:ext cx="381823" cy="360937"/>
            </a:xfrm>
            <a:prstGeom prst="hexagon">
              <a:avLst/>
            </a:prstGeom>
            <a:no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50" name="任意多边形: 形状 103">
              <a:extLst>
                <a:ext uri="{FF2B5EF4-FFF2-40B4-BE49-F238E27FC236}">
                  <a16:creationId xmlns="" xmlns:p14="http://schemas.microsoft.com/office/powerpoint/2010/main" xmlns:p15="http://schemas.microsoft.com/office/powerpoint/2012/main" xmlns:a16="http://schemas.microsoft.com/office/drawing/2014/main" id="{ADAC24AB-DB44-489D-8D5C-73D139BDCF6B}"/>
                </a:ext>
              </a:extLst>
            </p:cNvPr>
            <p:cNvSpPr/>
            <p:nvPr/>
          </p:nvSpPr>
          <p:spPr>
            <a:xfrm rot="5400000" flipH="1">
              <a:off x="4413773" y="3100662"/>
              <a:ext cx="1983489" cy="180468"/>
            </a:xfrm>
            <a:custGeom>
              <a:avLst/>
              <a:gdLst>
                <a:gd name="connsiteX0" fmla="*/ 1396965 w 1396965"/>
                <a:gd name="connsiteY0" fmla="*/ 220291 h 223731"/>
                <a:gd name="connsiteX1" fmla="*/ 1395245 w 1396965"/>
                <a:gd name="connsiteY1" fmla="*/ 223731 h 223731"/>
                <a:gd name="connsiteX2" fmla="*/ 111865 w 1396965"/>
                <a:gd name="connsiteY2" fmla="*/ 223731 h 223731"/>
                <a:gd name="connsiteX3" fmla="*/ 0 w 1396965"/>
                <a:gd name="connsiteY3" fmla="*/ 1 h 223731"/>
                <a:gd name="connsiteX4" fmla="*/ 1 w 1396965"/>
                <a:gd name="connsiteY4" fmla="*/ 0 h 223731"/>
                <a:gd name="connsiteX5" fmla="*/ 1286821 w 1396965"/>
                <a:gd name="connsiteY5" fmla="*/ 0 h 223731"/>
                <a:gd name="connsiteX6" fmla="*/ 1286820 w 1396965"/>
                <a:gd name="connsiteY6" fmla="*/ 1 h 223731"/>
                <a:gd name="connsiteX7" fmla="*/ 1396965 w 1396965"/>
                <a:gd name="connsiteY7" fmla="*/ 220291 h 2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6965" h="223731">
                  <a:moveTo>
                    <a:pt x="1396965" y="220291"/>
                  </a:moveTo>
                  <a:lnTo>
                    <a:pt x="1395245" y="223731"/>
                  </a:lnTo>
                  <a:lnTo>
                    <a:pt x="111865" y="223731"/>
                  </a:lnTo>
                  <a:lnTo>
                    <a:pt x="0" y="1"/>
                  </a:lnTo>
                  <a:lnTo>
                    <a:pt x="1" y="0"/>
                  </a:lnTo>
                  <a:lnTo>
                    <a:pt x="1286821" y="0"/>
                  </a:lnTo>
                  <a:lnTo>
                    <a:pt x="1286820" y="1"/>
                  </a:lnTo>
                  <a:lnTo>
                    <a:pt x="1396965" y="220291"/>
                  </a:lnTo>
                  <a:close/>
                </a:path>
              </a:pathLst>
            </a:custGeom>
            <a:gradFill flip="none" rotWithShape="1">
              <a:gsLst>
                <a:gs pos="4000">
                  <a:srgbClr val="03E2E7">
                    <a:alpha val="0"/>
                  </a:srgbClr>
                </a:gs>
                <a:gs pos="100000">
                  <a:srgbClr val="03E2E7"/>
                </a:gs>
              </a:gsLst>
              <a:lin ang="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51" name="任意多边形: 形状 104">
              <a:extLst>
                <a:ext uri="{FF2B5EF4-FFF2-40B4-BE49-F238E27FC236}">
                  <a16:creationId xmlns="" xmlns:p14="http://schemas.microsoft.com/office/powerpoint/2010/main" xmlns:p15="http://schemas.microsoft.com/office/powerpoint/2012/main" xmlns:a16="http://schemas.microsoft.com/office/drawing/2014/main" id="{26BD2521-DF36-41D7-8E8A-22AB3DCB8243}"/>
                </a:ext>
              </a:extLst>
            </p:cNvPr>
            <p:cNvSpPr/>
            <p:nvPr/>
          </p:nvSpPr>
          <p:spPr>
            <a:xfrm rot="5400000" flipH="1">
              <a:off x="4594243" y="3100662"/>
              <a:ext cx="1983487" cy="180468"/>
            </a:xfrm>
            <a:custGeom>
              <a:avLst/>
              <a:gdLst>
                <a:gd name="connsiteX0" fmla="*/ 1396964 w 1396964"/>
                <a:gd name="connsiteY0" fmla="*/ 3440 h 223729"/>
                <a:gd name="connsiteX1" fmla="*/ 1286820 w 1396964"/>
                <a:gd name="connsiteY1" fmla="*/ 223729 h 223729"/>
                <a:gd name="connsiteX2" fmla="*/ 0 w 1396964"/>
                <a:gd name="connsiteY2" fmla="*/ 223729 h 223729"/>
                <a:gd name="connsiteX3" fmla="*/ 111865 w 1396964"/>
                <a:gd name="connsiteY3" fmla="*/ 0 h 223729"/>
                <a:gd name="connsiteX4" fmla="*/ 1395244 w 1396964"/>
                <a:gd name="connsiteY4" fmla="*/ 0 h 223729"/>
                <a:gd name="connsiteX5" fmla="*/ 1396964 w 1396964"/>
                <a:gd name="connsiteY5" fmla="*/ 3440 h 22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6964" h="223729">
                  <a:moveTo>
                    <a:pt x="1396964" y="3440"/>
                  </a:moveTo>
                  <a:lnTo>
                    <a:pt x="1286820" y="223729"/>
                  </a:lnTo>
                  <a:lnTo>
                    <a:pt x="0" y="223729"/>
                  </a:lnTo>
                  <a:lnTo>
                    <a:pt x="111865" y="0"/>
                  </a:lnTo>
                  <a:lnTo>
                    <a:pt x="1395244" y="0"/>
                  </a:lnTo>
                  <a:lnTo>
                    <a:pt x="1396964" y="3440"/>
                  </a:lnTo>
                  <a:close/>
                </a:path>
              </a:pathLst>
            </a:custGeom>
            <a:gradFill flip="none" rotWithShape="1">
              <a:gsLst>
                <a:gs pos="4000">
                  <a:srgbClr val="03E2E7">
                    <a:alpha val="0"/>
                  </a:srgbClr>
                </a:gs>
                <a:gs pos="100000">
                  <a:srgbClr val="03E2E7"/>
                </a:gs>
              </a:gsLst>
              <a:lin ang="27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52" name="Freeform 28">
              <a:extLst>
                <a:ext uri="{FF2B5EF4-FFF2-40B4-BE49-F238E27FC236}">
                  <a16:creationId xmlns="" xmlns:p14="http://schemas.microsoft.com/office/powerpoint/2010/main" xmlns:p15="http://schemas.microsoft.com/office/powerpoint/2012/main" xmlns:a16="http://schemas.microsoft.com/office/drawing/2014/main" id="{9E436292-B342-4647-9D37-CF1D1CA10AC5}"/>
                </a:ext>
              </a:extLst>
            </p:cNvPr>
            <p:cNvSpPr>
              <a:spLocks noEditPoints="1"/>
            </p:cNvSpPr>
            <p:nvPr/>
          </p:nvSpPr>
          <p:spPr bwMode="auto">
            <a:xfrm>
              <a:off x="5414342" y="2102406"/>
              <a:ext cx="160517" cy="124400"/>
            </a:xfrm>
            <a:custGeom>
              <a:avLst/>
              <a:gdLst>
                <a:gd name="connsiteX0" fmla="*/ 306059 w 608918"/>
                <a:gd name="connsiteY0" fmla="*/ 242406 h 517470"/>
                <a:gd name="connsiteX1" fmla="*/ 432216 w 608918"/>
                <a:gd name="connsiteY1" fmla="*/ 517470 h 517470"/>
                <a:gd name="connsiteX2" fmla="*/ 193493 w 608918"/>
                <a:gd name="connsiteY2" fmla="*/ 517470 h 517470"/>
                <a:gd name="connsiteX3" fmla="*/ 305728 w 608918"/>
                <a:gd name="connsiteY3" fmla="*/ 150812 h 517470"/>
                <a:gd name="connsiteX4" fmla="*/ 344292 w 608918"/>
                <a:gd name="connsiteY4" fmla="*/ 189341 h 517470"/>
                <a:gd name="connsiteX5" fmla="*/ 305728 w 608918"/>
                <a:gd name="connsiteY5" fmla="*/ 227870 h 517470"/>
                <a:gd name="connsiteX6" fmla="*/ 267164 w 608918"/>
                <a:gd name="connsiteY6" fmla="*/ 189341 h 517470"/>
                <a:gd name="connsiteX7" fmla="*/ 305728 w 608918"/>
                <a:gd name="connsiteY7" fmla="*/ 150812 h 517470"/>
                <a:gd name="connsiteX8" fmla="*/ 373592 w 608918"/>
                <a:gd name="connsiteY8" fmla="*/ 111934 h 517470"/>
                <a:gd name="connsiteX9" fmla="*/ 388972 w 608918"/>
                <a:gd name="connsiteY9" fmla="*/ 112531 h 517470"/>
                <a:gd name="connsiteX10" fmla="*/ 389741 w 608918"/>
                <a:gd name="connsiteY10" fmla="*/ 269879 h 517470"/>
                <a:gd name="connsiteX11" fmla="*/ 380941 w 608918"/>
                <a:gd name="connsiteY11" fmla="*/ 274231 h 517470"/>
                <a:gd name="connsiteX12" fmla="*/ 374447 w 608918"/>
                <a:gd name="connsiteY12" fmla="*/ 272098 h 517470"/>
                <a:gd name="connsiteX13" fmla="*/ 372225 w 608918"/>
                <a:gd name="connsiteY13" fmla="*/ 256824 h 517470"/>
                <a:gd name="connsiteX14" fmla="*/ 372994 w 608918"/>
                <a:gd name="connsiteY14" fmla="*/ 127293 h 517470"/>
                <a:gd name="connsiteX15" fmla="*/ 373592 w 608918"/>
                <a:gd name="connsiteY15" fmla="*/ 111934 h 517470"/>
                <a:gd name="connsiteX16" fmla="*/ 235403 w 608918"/>
                <a:gd name="connsiteY16" fmla="*/ 111934 h 517470"/>
                <a:gd name="connsiteX17" fmla="*/ 236002 w 608918"/>
                <a:gd name="connsiteY17" fmla="*/ 127293 h 517470"/>
                <a:gd name="connsiteX18" fmla="*/ 236686 w 608918"/>
                <a:gd name="connsiteY18" fmla="*/ 256824 h 517470"/>
                <a:gd name="connsiteX19" fmla="*/ 234463 w 608918"/>
                <a:gd name="connsiteY19" fmla="*/ 272098 h 517470"/>
                <a:gd name="connsiteX20" fmla="*/ 227964 w 608918"/>
                <a:gd name="connsiteY20" fmla="*/ 274231 h 517470"/>
                <a:gd name="connsiteX21" fmla="*/ 219241 w 608918"/>
                <a:gd name="connsiteY21" fmla="*/ 269879 h 517470"/>
                <a:gd name="connsiteX22" fmla="*/ 219925 w 608918"/>
                <a:gd name="connsiteY22" fmla="*/ 112531 h 517470"/>
                <a:gd name="connsiteX23" fmla="*/ 235403 w 608918"/>
                <a:gd name="connsiteY23" fmla="*/ 111934 h 517470"/>
                <a:gd name="connsiteX24" fmla="*/ 448816 w 608918"/>
                <a:gd name="connsiteY24" fmla="*/ 56257 h 517470"/>
                <a:gd name="connsiteX25" fmla="*/ 464199 w 608918"/>
                <a:gd name="connsiteY25" fmla="*/ 56854 h 517470"/>
                <a:gd name="connsiteX26" fmla="*/ 464968 w 608918"/>
                <a:gd name="connsiteY26" fmla="*/ 325625 h 517470"/>
                <a:gd name="connsiteX27" fmla="*/ 456251 w 608918"/>
                <a:gd name="connsiteY27" fmla="*/ 329977 h 517470"/>
                <a:gd name="connsiteX28" fmla="*/ 449756 w 608918"/>
                <a:gd name="connsiteY28" fmla="*/ 327844 h 517470"/>
                <a:gd name="connsiteX29" fmla="*/ 447534 w 608918"/>
                <a:gd name="connsiteY29" fmla="*/ 312571 h 517470"/>
                <a:gd name="connsiteX30" fmla="*/ 448217 w 608918"/>
                <a:gd name="connsiteY30" fmla="*/ 71615 h 517470"/>
                <a:gd name="connsiteX31" fmla="*/ 448816 w 608918"/>
                <a:gd name="connsiteY31" fmla="*/ 56257 h 517470"/>
                <a:gd name="connsiteX32" fmla="*/ 160096 w 608918"/>
                <a:gd name="connsiteY32" fmla="*/ 56257 h 517470"/>
                <a:gd name="connsiteX33" fmla="*/ 160695 w 608918"/>
                <a:gd name="connsiteY33" fmla="*/ 71615 h 517470"/>
                <a:gd name="connsiteX34" fmla="*/ 161464 w 608918"/>
                <a:gd name="connsiteY34" fmla="*/ 312571 h 517470"/>
                <a:gd name="connsiteX35" fmla="*/ 159241 w 608918"/>
                <a:gd name="connsiteY35" fmla="*/ 327844 h 517470"/>
                <a:gd name="connsiteX36" fmla="*/ 152744 w 608918"/>
                <a:gd name="connsiteY36" fmla="*/ 329977 h 517470"/>
                <a:gd name="connsiteX37" fmla="*/ 144024 w 608918"/>
                <a:gd name="connsiteY37" fmla="*/ 325625 h 517470"/>
                <a:gd name="connsiteX38" fmla="*/ 102645 w 608918"/>
                <a:gd name="connsiteY38" fmla="*/ 135779 h 517470"/>
                <a:gd name="connsiteX39" fmla="*/ 144708 w 608918"/>
                <a:gd name="connsiteY39" fmla="*/ 56854 h 517470"/>
                <a:gd name="connsiteX40" fmla="*/ 160096 w 608918"/>
                <a:gd name="connsiteY40" fmla="*/ 56257 h 517470"/>
                <a:gd name="connsiteX41" fmla="*/ 524534 w 608918"/>
                <a:gd name="connsiteY41" fmla="*/ 2910 h 517470"/>
                <a:gd name="connsiteX42" fmla="*/ 539919 w 608918"/>
                <a:gd name="connsiteY42" fmla="*/ 3507 h 517470"/>
                <a:gd name="connsiteX43" fmla="*/ 540603 w 608918"/>
                <a:gd name="connsiteY43" fmla="*/ 378973 h 517470"/>
                <a:gd name="connsiteX44" fmla="*/ 531885 w 608918"/>
                <a:gd name="connsiteY44" fmla="*/ 383325 h 517470"/>
                <a:gd name="connsiteX45" fmla="*/ 525388 w 608918"/>
                <a:gd name="connsiteY45" fmla="*/ 381192 h 517470"/>
                <a:gd name="connsiteX46" fmla="*/ 523166 w 608918"/>
                <a:gd name="connsiteY46" fmla="*/ 365917 h 517470"/>
                <a:gd name="connsiteX47" fmla="*/ 523935 w 608918"/>
                <a:gd name="connsiteY47" fmla="*/ 18270 h 517470"/>
                <a:gd name="connsiteX48" fmla="*/ 524534 w 608918"/>
                <a:gd name="connsiteY48" fmla="*/ 2910 h 517470"/>
                <a:gd name="connsiteX49" fmla="*/ 84467 w 608918"/>
                <a:gd name="connsiteY49" fmla="*/ 2910 h 517470"/>
                <a:gd name="connsiteX50" fmla="*/ 85065 w 608918"/>
                <a:gd name="connsiteY50" fmla="*/ 18270 h 517470"/>
                <a:gd name="connsiteX51" fmla="*/ 85749 w 608918"/>
                <a:gd name="connsiteY51" fmla="*/ 366002 h 517470"/>
                <a:gd name="connsiteX52" fmla="*/ 83527 w 608918"/>
                <a:gd name="connsiteY52" fmla="*/ 381192 h 517470"/>
                <a:gd name="connsiteX53" fmla="*/ 77030 w 608918"/>
                <a:gd name="connsiteY53" fmla="*/ 383325 h 517470"/>
                <a:gd name="connsiteX54" fmla="*/ 68312 w 608918"/>
                <a:gd name="connsiteY54" fmla="*/ 378973 h 517470"/>
                <a:gd name="connsiteX55" fmla="*/ 69081 w 608918"/>
                <a:gd name="connsiteY55" fmla="*/ 3507 h 517470"/>
                <a:gd name="connsiteX56" fmla="*/ 84467 w 608918"/>
                <a:gd name="connsiteY56" fmla="*/ 2910 h 5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8918" h="517469">
                  <a:moveTo>
                    <a:pt x="306059" y="242406"/>
                  </a:moveTo>
                  <a:lnTo>
                    <a:pt x="432216" y="517470"/>
                  </a:lnTo>
                  <a:lnTo>
                    <a:pt x="193493" y="517470"/>
                  </a:lnTo>
                  <a:close/>
                  <a:moveTo>
                    <a:pt x="305728" y="150812"/>
                  </a:moveTo>
                  <a:cubicBezTo>
                    <a:pt x="327026" y="150812"/>
                    <a:pt x="344292" y="168062"/>
                    <a:pt x="344292" y="189341"/>
                  </a:cubicBezTo>
                  <a:cubicBezTo>
                    <a:pt x="344292" y="210620"/>
                    <a:pt x="327026" y="227870"/>
                    <a:pt x="305728" y="227870"/>
                  </a:cubicBezTo>
                  <a:cubicBezTo>
                    <a:pt x="284430" y="227870"/>
                    <a:pt x="267164" y="210620"/>
                    <a:pt x="267164" y="189341"/>
                  </a:cubicBezTo>
                  <a:cubicBezTo>
                    <a:pt x="267164" y="168062"/>
                    <a:pt x="284430" y="150812"/>
                    <a:pt x="305728" y="150812"/>
                  </a:cubicBezTo>
                  <a:close/>
                  <a:moveTo>
                    <a:pt x="373592" y="111934"/>
                  </a:moveTo>
                  <a:cubicBezTo>
                    <a:pt x="378036" y="107838"/>
                    <a:pt x="384871" y="108094"/>
                    <a:pt x="388972" y="112531"/>
                  </a:cubicBezTo>
                  <a:cubicBezTo>
                    <a:pt x="389656" y="113214"/>
                    <a:pt x="453739" y="184208"/>
                    <a:pt x="389741" y="269879"/>
                  </a:cubicBezTo>
                  <a:cubicBezTo>
                    <a:pt x="387605" y="272695"/>
                    <a:pt x="384273" y="274231"/>
                    <a:pt x="380941" y="274231"/>
                  </a:cubicBezTo>
                  <a:cubicBezTo>
                    <a:pt x="378719" y="274231"/>
                    <a:pt x="376412" y="273548"/>
                    <a:pt x="374447" y="272098"/>
                  </a:cubicBezTo>
                  <a:cubicBezTo>
                    <a:pt x="369662" y="268514"/>
                    <a:pt x="368637" y="261688"/>
                    <a:pt x="372225" y="256824"/>
                  </a:cubicBezTo>
                  <a:cubicBezTo>
                    <a:pt x="425542" y="185488"/>
                    <a:pt x="375130" y="129597"/>
                    <a:pt x="372994" y="127293"/>
                  </a:cubicBezTo>
                  <a:cubicBezTo>
                    <a:pt x="368893" y="122856"/>
                    <a:pt x="369149" y="116030"/>
                    <a:pt x="373592" y="111934"/>
                  </a:cubicBezTo>
                  <a:close/>
                  <a:moveTo>
                    <a:pt x="235403" y="111934"/>
                  </a:moveTo>
                  <a:cubicBezTo>
                    <a:pt x="239765" y="116030"/>
                    <a:pt x="240021" y="122856"/>
                    <a:pt x="236002" y="127293"/>
                  </a:cubicBezTo>
                  <a:cubicBezTo>
                    <a:pt x="233779" y="129682"/>
                    <a:pt x="183667" y="185915"/>
                    <a:pt x="236686" y="256824"/>
                  </a:cubicBezTo>
                  <a:cubicBezTo>
                    <a:pt x="240278" y="261688"/>
                    <a:pt x="239337" y="268514"/>
                    <a:pt x="234463" y="272098"/>
                  </a:cubicBezTo>
                  <a:cubicBezTo>
                    <a:pt x="232496" y="273548"/>
                    <a:pt x="230273" y="274231"/>
                    <a:pt x="227964" y="274231"/>
                  </a:cubicBezTo>
                  <a:cubicBezTo>
                    <a:pt x="224629" y="274231"/>
                    <a:pt x="221379" y="272695"/>
                    <a:pt x="219241" y="269879"/>
                  </a:cubicBezTo>
                  <a:cubicBezTo>
                    <a:pt x="155106" y="184208"/>
                    <a:pt x="219327" y="113214"/>
                    <a:pt x="219925" y="112531"/>
                  </a:cubicBezTo>
                  <a:cubicBezTo>
                    <a:pt x="224030" y="108094"/>
                    <a:pt x="230957" y="107838"/>
                    <a:pt x="235403" y="111934"/>
                  </a:cubicBezTo>
                  <a:close/>
                  <a:moveTo>
                    <a:pt x="448816" y="56257"/>
                  </a:moveTo>
                  <a:cubicBezTo>
                    <a:pt x="453260" y="52161"/>
                    <a:pt x="460097" y="52417"/>
                    <a:pt x="464199" y="56854"/>
                  </a:cubicBezTo>
                  <a:cubicBezTo>
                    <a:pt x="465310" y="58048"/>
                    <a:pt x="574617" y="178953"/>
                    <a:pt x="464968" y="325625"/>
                  </a:cubicBezTo>
                  <a:cubicBezTo>
                    <a:pt x="462831" y="328441"/>
                    <a:pt x="459584" y="329977"/>
                    <a:pt x="456251" y="329977"/>
                  </a:cubicBezTo>
                  <a:cubicBezTo>
                    <a:pt x="453943" y="329977"/>
                    <a:pt x="451636" y="329294"/>
                    <a:pt x="449756" y="327844"/>
                  </a:cubicBezTo>
                  <a:cubicBezTo>
                    <a:pt x="444884" y="324175"/>
                    <a:pt x="443859" y="317434"/>
                    <a:pt x="447534" y="312571"/>
                  </a:cubicBezTo>
                  <a:cubicBezTo>
                    <a:pt x="546415" y="180233"/>
                    <a:pt x="449243" y="72724"/>
                    <a:pt x="448217" y="71615"/>
                  </a:cubicBezTo>
                  <a:cubicBezTo>
                    <a:pt x="444115" y="67263"/>
                    <a:pt x="444457" y="60352"/>
                    <a:pt x="448816" y="56257"/>
                  </a:cubicBezTo>
                  <a:close/>
                  <a:moveTo>
                    <a:pt x="160096" y="56257"/>
                  </a:moveTo>
                  <a:cubicBezTo>
                    <a:pt x="164542" y="60352"/>
                    <a:pt x="164798" y="67178"/>
                    <a:pt x="160695" y="71615"/>
                  </a:cubicBezTo>
                  <a:cubicBezTo>
                    <a:pt x="156676" y="76052"/>
                    <a:pt x="62806" y="180659"/>
                    <a:pt x="161464" y="312571"/>
                  </a:cubicBezTo>
                  <a:cubicBezTo>
                    <a:pt x="165055" y="317434"/>
                    <a:pt x="164029" y="324260"/>
                    <a:pt x="159241" y="327844"/>
                  </a:cubicBezTo>
                  <a:cubicBezTo>
                    <a:pt x="157275" y="329294"/>
                    <a:pt x="154967" y="329977"/>
                    <a:pt x="152744" y="329977"/>
                  </a:cubicBezTo>
                  <a:cubicBezTo>
                    <a:pt x="149410" y="329977"/>
                    <a:pt x="146161" y="328441"/>
                    <a:pt x="144024" y="325625"/>
                  </a:cubicBezTo>
                  <a:cubicBezTo>
                    <a:pt x="86829" y="249175"/>
                    <a:pt x="89992" y="180147"/>
                    <a:pt x="102645" y="135779"/>
                  </a:cubicBezTo>
                  <a:cubicBezTo>
                    <a:pt x="116410" y="87741"/>
                    <a:pt x="143596" y="58134"/>
                    <a:pt x="144708" y="56854"/>
                  </a:cubicBezTo>
                  <a:cubicBezTo>
                    <a:pt x="148811" y="52417"/>
                    <a:pt x="155651" y="52161"/>
                    <a:pt x="160096" y="56257"/>
                  </a:cubicBezTo>
                  <a:close/>
                  <a:moveTo>
                    <a:pt x="524534" y="2910"/>
                  </a:moveTo>
                  <a:cubicBezTo>
                    <a:pt x="528978" y="-1186"/>
                    <a:pt x="535816" y="-930"/>
                    <a:pt x="539919" y="3507"/>
                  </a:cubicBezTo>
                  <a:cubicBezTo>
                    <a:pt x="541458" y="5129"/>
                    <a:pt x="693943" y="173832"/>
                    <a:pt x="540603" y="378973"/>
                  </a:cubicBezTo>
                  <a:cubicBezTo>
                    <a:pt x="538466" y="381789"/>
                    <a:pt x="535218" y="383325"/>
                    <a:pt x="531885" y="383325"/>
                  </a:cubicBezTo>
                  <a:cubicBezTo>
                    <a:pt x="529662" y="383325"/>
                    <a:pt x="527354" y="382642"/>
                    <a:pt x="525388" y="381192"/>
                  </a:cubicBezTo>
                  <a:cubicBezTo>
                    <a:pt x="520602" y="377608"/>
                    <a:pt x="519576" y="370781"/>
                    <a:pt x="523166" y="365917"/>
                  </a:cubicBezTo>
                  <a:cubicBezTo>
                    <a:pt x="665480" y="175624"/>
                    <a:pt x="529748" y="24585"/>
                    <a:pt x="523935" y="18270"/>
                  </a:cubicBezTo>
                  <a:cubicBezTo>
                    <a:pt x="519833" y="13833"/>
                    <a:pt x="520089" y="7006"/>
                    <a:pt x="524534" y="2910"/>
                  </a:cubicBezTo>
                  <a:close/>
                  <a:moveTo>
                    <a:pt x="84467" y="2910"/>
                  </a:moveTo>
                  <a:cubicBezTo>
                    <a:pt x="88826" y="7006"/>
                    <a:pt x="89168" y="13833"/>
                    <a:pt x="85065" y="18270"/>
                  </a:cubicBezTo>
                  <a:cubicBezTo>
                    <a:pt x="79167" y="24585"/>
                    <a:pt x="-56480" y="175624"/>
                    <a:pt x="85749" y="366002"/>
                  </a:cubicBezTo>
                  <a:cubicBezTo>
                    <a:pt x="89339" y="370781"/>
                    <a:pt x="88399" y="377608"/>
                    <a:pt x="83527" y="381192"/>
                  </a:cubicBezTo>
                  <a:cubicBezTo>
                    <a:pt x="81561" y="382642"/>
                    <a:pt x="79338" y="383325"/>
                    <a:pt x="77030" y="383325"/>
                  </a:cubicBezTo>
                  <a:cubicBezTo>
                    <a:pt x="73697" y="383325"/>
                    <a:pt x="70449" y="381789"/>
                    <a:pt x="68312" y="378973"/>
                  </a:cubicBezTo>
                  <a:cubicBezTo>
                    <a:pt x="-85028" y="173918"/>
                    <a:pt x="67457" y="5129"/>
                    <a:pt x="69081" y="3507"/>
                  </a:cubicBezTo>
                  <a:cubicBezTo>
                    <a:pt x="73184" y="-930"/>
                    <a:pt x="80022" y="-1186"/>
                    <a:pt x="84467" y="2910"/>
                  </a:cubicBezTo>
                  <a:close/>
                </a:path>
              </a:pathLst>
            </a:custGeom>
            <a:noFill/>
            <a:ln w="6350">
              <a:solidFill>
                <a:srgbClr val="00B0F0"/>
              </a:solidFill>
              <a:round/>
            </a:ln>
            <a:effectLst>
              <a:outerShdw blurRad="114300" dist="38100" dir="5400000" algn="t" rotWithShape="0">
                <a:schemeClr val="accent3">
                  <a:alpha val="57000"/>
                </a:schemeClr>
              </a:outerShdw>
            </a:effectLst>
          </p:spPr>
          <p:txBody>
            <a:bodyPr vert="horz" wrap="square" lIns="60723" tIns="30361" rIns="60723" bIns="30361"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95">
                <a:solidFill>
                  <a:prstClr val="black"/>
                </a:solidFill>
                <a:latin typeface="思源黑体 Heavy" panose="020B0A00000000000000" pitchFamily="34" charset="-122"/>
                <a:ea typeface="思源黑体 Heavy" panose="020B0A00000000000000" pitchFamily="34" charset="-122"/>
              </a:endParaRPr>
            </a:p>
          </p:txBody>
        </p:sp>
        <p:sp>
          <p:nvSpPr>
            <p:cNvPr id="53" name="六边形 52">
              <a:extLst>
                <a:ext uri="{FF2B5EF4-FFF2-40B4-BE49-F238E27FC236}">
                  <a16:creationId xmlns="" xmlns:p14="http://schemas.microsoft.com/office/powerpoint/2010/main" xmlns:p15="http://schemas.microsoft.com/office/powerpoint/2012/main" xmlns:a16="http://schemas.microsoft.com/office/drawing/2014/main" id="{12FD15ED-AD5E-46AF-AC1A-DF6552299BC6}"/>
                </a:ext>
              </a:extLst>
            </p:cNvPr>
            <p:cNvSpPr/>
            <p:nvPr/>
          </p:nvSpPr>
          <p:spPr>
            <a:xfrm rot="16200000">
              <a:off x="2818255" y="1982914"/>
              <a:ext cx="381823" cy="360939"/>
            </a:xfrm>
            <a:prstGeom prst="hexagon">
              <a:avLst/>
            </a:prstGeom>
            <a:no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defRPr/>
              </a:pPr>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54" name="任意多边形: 形状 28">
              <a:extLst>
                <a:ext uri="{FF2B5EF4-FFF2-40B4-BE49-F238E27FC236}">
                  <a16:creationId xmlns="" xmlns:p14="http://schemas.microsoft.com/office/powerpoint/2010/main" xmlns:p15="http://schemas.microsoft.com/office/powerpoint/2012/main" xmlns:a16="http://schemas.microsoft.com/office/drawing/2014/main" id="{4626D61A-6784-4043-A1D3-01F30FC7C630}"/>
                </a:ext>
              </a:extLst>
            </p:cNvPr>
            <p:cNvSpPr/>
            <p:nvPr/>
          </p:nvSpPr>
          <p:spPr>
            <a:xfrm rot="16200000">
              <a:off x="2107663" y="3100662"/>
              <a:ext cx="1983487" cy="180468"/>
            </a:xfrm>
            <a:custGeom>
              <a:avLst/>
              <a:gdLst>
                <a:gd name="connsiteX0" fmla="*/ 1396965 w 1396965"/>
                <a:gd name="connsiteY0" fmla="*/ 220291 h 223731"/>
                <a:gd name="connsiteX1" fmla="*/ 1395245 w 1396965"/>
                <a:gd name="connsiteY1" fmla="*/ 223731 h 223731"/>
                <a:gd name="connsiteX2" fmla="*/ 111865 w 1396965"/>
                <a:gd name="connsiteY2" fmla="*/ 223731 h 223731"/>
                <a:gd name="connsiteX3" fmla="*/ 0 w 1396965"/>
                <a:gd name="connsiteY3" fmla="*/ 1 h 223731"/>
                <a:gd name="connsiteX4" fmla="*/ 1 w 1396965"/>
                <a:gd name="connsiteY4" fmla="*/ 0 h 223731"/>
                <a:gd name="connsiteX5" fmla="*/ 1286821 w 1396965"/>
                <a:gd name="connsiteY5" fmla="*/ 0 h 223731"/>
                <a:gd name="connsiteX6" fmla="*/ 1286820 w 1396965"/>
                <a:gd name="connsiteY6" fmla="*/ 1 h 223731"/>
                <a:gd name="connsiteX7" fmla="*/ 1396965 w 1396965"/>
                <a:gd name="connsiteY7" fmla="*/ 220291 h 2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6965" h="223731">
                  <a:moveTo>
                    <a:pt x="1396965" y="220291"/>
                  </a:moveTo>
                  <a:lnTo>
                    <a:pt x="1395245" y="223731"/>
                  </a:lnTo>
                  <a:lnTo>
                    <a:pt x="111865" y="223731"/>
                  </a:lnTo>
                  <a:lnTo>
                    <a:pt x="0" y="1"/>
                  </a:lnTo>
                  <a:lnTo>
                    <a:pt x="1" y="0"/>
                  </a:lnTo>
                  <a:lnTo>
                    <a:pt x="1286821" y="0"/>
                  </a:lnTo>
                  <a:lnTo>
                    <a:pt x="1286820" y="1"/>
                  </a:lnTo>
                  <a:lnTo>
                    <a:pt x="1396965" y="220291"/>
                  </a:lnTo>
                  <a:close/>
                </a:path>
              </a:pathLst>
            </a:custGeom>
            <a:gradFill flip="none" rotWithShape="1">
              <a:gsLst>
                <a:gs pos="4000">
                  <a:srgbClr val="03E2E7">
                    <a:alpha val="0"/>
                  </a:srgbClr>
                </a:gs>
                <a:gs pos="100000">
                  <a:srgbClr val="03E2E7"/>
                </a:gs>
              </a:gsLst>
              <a:lin ang="27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55" name="任意多边形: 形状 29">
              <a:extLst>
                <a:ext uri="{FF2B5EF4-FFF2-40B4-BE49-F238E27FC236}">
                  <a16:creationId xmlns="" xmlns:p14="http://schemas.microsoft.com/office/powerpoint/2010/main" xmlns:p15="http://schemas.microsoft.com/office/powerpoint/2012/main" xmlns:a16="http://schemas.microsoft.com/office/drawing/2014/main" id="{46D6E03B-2F99-4214-92C4-246978E21AA9}"/>
                </a:ext>
              </a:extLst>
            </p:cNvPr>
            <p:cNvSpPr/>
            <p:nvPr/>
          </p:nvSpPr>
          <p:spPr>
            <a:xfrm rot="16200000">
              <a:off x="1927191" y="3100662"/>
              <a:ext cx="1983484" cy="180468"/>
            </a:xfrm>
            <a:custGeom>
              <a:avLst/>
              <a:gdLst>
                <a:gd name="connsiteX0" fmla="*/ 1396964 w 1396964"/>
                <a:gd name="connsiteY0" fmla="*/ 3440 h 223729"/>
                <a:gd name="connsiteX1" fmla="*/ 1286820 w 1396964"/>
                <a:gd name="connsiteY1" fmla="*/ 223729 h 223729"/>
                <a:gd name="connsiteX2" fmla="*/ 0 w 1396964"/>
                <a:gd name="connsiteY2" fmla="*/ 223729 h 223729"/>
                <a:gd name="connsiteX3" fmla="*/ 111865 w 1396964"/>
                <a:gd name="connsiteY3" fmla="*/ 0 h 223729"/>
                <a:gd name="connsiteX4" fmla="*/ 1395244 w 1396964"/>
                <a:gd name="connsiteY4" fmla="*/ 0 h 223729"/>
                <a:gd name="connsiteX5" fmla="*/ 1396964 w 1396964"/>
                <a:gd name="connsiteY5" fmla="*/ 3440 h 22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6964" h="223729">
                  <a:moveTo>
                    <a:pt x="1396964" y="3440"/>
                  </a:moveTo>
                  <a:lnTo>
                    <a:pt x="1286820" y="223729"/>
                  </a:lnTo>
                  <a:lnTo>
                    <a:pt x="0" y="223729"/>
                  </a:lnTo>
                  <a:lnTo>
                    <a:pt x="111865" y="0"/>
                  </a:lnTo>
                  <a:lnTo>
                    <a:pt x="1395244" y="0"/>
                  </a:lnTo>
                  <a:lnTo>
                    <a:pt x="1396964" y="3440"/>
                  </a:lnTo>
                  <a:close/>
                </a:path>
              </a:pathLst>
            </a:custGeom>
            <a:gradFill flip="none" rotWithShape="1">
              <a:gsLst>
                <a:gs pos="4000">
                  <a:srgbClr val="03E2E7">
                    <a:alpha val="0"/>
                  </a:srgbClr>
                </a:gs>
                <a:gs pos="100000">
                  <a:srgbClr val="03E2E7"/>
                </a:gs>
              </a:gsLst>
              <a:lin ang="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7253"/>
              <a:endParaRPr lang="zh-CN" altLang="en-US" sz="1195">
                <a:solidFill>
                  <a:prstClr val="white"/>
                </a:solidFill>
                <a:latin typeface="思源黑体 Heavy" panose="020B0A00000000000000" pitchFamily="34" charset="-122"/>
                <a:ea typeface="思源黑体 Heavy" panose="020B0A00000000000000" pitchFamily="34" charset="-122"/>
              </a:endParaRPr>
            </a:p>
          </p:txBody>
        </p:sp>
        <p:sp>
          <p:nvSpPr>
            <p:cNvPr id="56" name="矩形 55">
              <a:extLst>
                <a:ext uri="{FF2B5EF4-FFF2-40B4-BE49-F238E27FC236}">
                  <a16:creationId xmlns="" xmlns:p14="http://schemas.microsoft.com/office/powerpoint/2010/main" xmlns:p15="http://schemas.microsoft.com/office/powerpoint/2012/main" xmlns:a16="http://schemas.microsoft.com/office/drawing/2014/main" id="{8E604A50-4450-4723-957E-56836B8FCA72}"/>
                </a:ext>
              </a:extLst>
            </p:cNvPr>
            <p:cNvSpPr/>
            <p:nvPr/>
          </p:nvSpPr>
          <p:spPr>
            <a:xfrm>
              <a:off x="2760946" y="3278517"/>
              <a:ext cx="3117142" cy="720809"/>
            </a:xfrm>
            <a:prstGeom prst="rect">
              <a:avLst/>
            </a:prstGeom>
          </p:spPr>
          <p:txBody>
            <a:bodyPr wrap="square">
              <a:prstTxWarp prst="textArchDown">
                <a:avLst/>
              </a:prstTxWarp>
              <a:spAutoFit/>
            </a:bodyPr>
            <a:lstStyle/>
            <a:p>
              <a:pPr algn="ctr" defTabSz="258083">
                <a:defRPr/>
              </a:pPr>
              <a:r>
                <a:rPr lang="zh-CN" altLang="en-US" sz="3200" b="1">
                  <a:solidFill>
                    <a:schemeClr val="bg1">
                      <a:alpha val="80000"/>
                    </a:schemeClr>
                  </a:solidFill>
                  <a:effectLst>
                    <a:outerShdw blurRad="139700" sx="102000" sy="102000" algn="ctr" rotWithShape="0">
                      <a:srgbClr val="83FFE6">
                        <a:alpha val="40000"/>
                      </a:srgbClr>
                    </a:outerShdw>
                  </a:effectLst>
                  <a:latin typeface="思源黑体 Heavy" panose="020B0A00000000000000" pitchFamily="34" charset="-122"/>
                  <a:ea typeface="思源黑体 Heavy" panose="020B0A00000000000000" pitchFamily="34" charset="-122"/>
                </a:rPr>
                <a:t>点击添加相关标题文字</a:t>
              </a:r>
            </a:p>
          </p:txBody>
        </p:sp>
        <p:sp>
          <p:nvSpPr>
            <p:cNvPr id="57" name="矩形 56">
              <a:extLst>
                <a:ext uri="{FF2B5EF4-FFF2-40B4-BE49-F238E27FC236}">
                  <a16:creationId xmlns="" xmlns:p14="http://schemas.microsoft.com/office/powerpoint/2010/main" xmlns:p15="http://schemas.microsoft.com/office/powerpoint/2012/main" xmlns:a16="http://schemas.microsoft.com/office/drawing/2014/main" id="{293D03D3-499B-4A18-A4AC-C1C1F16D78AF}"/>
                </a:ext>
              </a:extLst>
            </p:cNvPr>
            <p:cNvSpPr/>
            <p:nvPr/>
          </p:nvSpPr>
          <p:spPr>
            <a:xfrm>
              <a:off x="3074671" y="714905"/>
              <a:ext cx="2418726" cy="1661357"/>
            </a:xfrm>
            <a:prstGeom prst="rect">
              <a:avLst/>
            </a:prstGeom>
          </p:spPr>
          <p:txBody>
            <a:bodyPr wrap="none">
              <a:spAutoFit/>
            </a:bodyPr>
            <a:lstStyle/>
            <a:p>
              <a:pPr algn="ctr"/>
              <a:r>
                <a:rPr lang="zh-CN" altLang="en-US" sz="2400" b="1">
                  <a:solidFill>
                    <a:srgbClr val="00BFF6"/>
                  </a:solidFill>
                  <a:effectLst>
                    <a:outerShdw blurRad="50800" dist="38100" dir="13500000" algn="br" rotWithShape="0">
                      <a:prstClr val="black">
                        <a:alpha val="40000"/>
                      </a:prstClr>
                    </a:outerShdw>
                  </a:effectLst>
                  <a:latin typeface="思源黑体 CN Heavy" panose="020B0A00000000000000" pitchFamily="34" charset="-122"/>
                  <a:ea typeface="思源黑体 CN Heavy" panose="020B0A00000000000000" pitchFamily="34" charset="-122"/>
                  <a:cs typeface="宋体" panose="02010600030101010101" pitchFamily="2" charset="-122"/>
                  <a:sym typeface="+mn-ea"/>
                </a:rPr>
                <a:t>智慧</a:t>
              </a:r>
              <a:endParaRPr lang="en-US" altLang="zh-CN" sz="2400" b="1">
                <a:solidFill>
                  <a:srgbClr val="00BFF6"/>
                </a:solidFill>
                <a:effectLst>
                  <a:outerShdw blurRad="50800" dist="38100" dir="13500000" algn="br" rotWithShape="0">
                    <a:prstClr val="black">
                      <a:alpha val="40000"/>
                    </a:prstClr>
                  </a:outerShdw>
                </a:effectLst>
                <a:latin typeface="思源黑体 CN Heavy" panose="020B0A00000000000000" pitchFamily="34" charset="-122"/>
                <a:ea typeface="思源黑体 CN Heavy" panose="020B0A00000000000000" pitchFamily="34" charset="-122"/>
                <a:cs typeface="宋体" panose="02010600030101010101" pitchFamily="2" charset="-122"/>
                <a:sym typeface="+mn-ea"/>
              </a:endParaRPr>
            </a:p>
            <a:p>
              <a:pPr algn="ctr"/>
              <a:r>
                <a:rPr lang="zh-CN" altLang="en-US" sz="2400" b="1">
                  <a:solidFill>
                    <a:srgbClr val="00BFF6"/>
                  </a:solidFill>
                  <a:effectLst>
                    <a:outerShdw blurRad="50800" dist="38100" dir="13500000" algn="br" rotWithShape="0">
                      <a:prstClr val="black">
                        <a:alpha val="40000"/>
                      </a:prstClr>
                    </a:outerShdw>
                  </a:effectLst>
                  <a:latin typeface="思源黑体 CN Heavy" panose="020B0A00000000000000" pitchFamily="34" charset="-122"/>
                  <a:ea typeface="思源黑体 CN Heavy" panose="020B0A00000000000000" pitchFamily="34" charset="-122"/>
                  <a:cs typeface="宋体" panose="02010600030101010101" pitchFamily="2" charset="-122"/>
                  <a:sym typeface="+mn-ea"/>
                </a:rPr>
                <a:t>建设方案</a:t>
              </a:r>
              <a:endParaRPr lang="en-US" altLang="zh-CN" sz="2400" b="1">
                <a:solidFill>
                  <a:srgbClr val="00BFF6"/>
                </a:solidFill>
                <a:effectLst>
                  <a:outerShdw blurRad="50800" dist="38100" dir="13500000" algn="br" rotWithShape="0">
                    <a:prstClr val="black">
                      <a:alpha val="40000"/>
                    </a:prstClr>
                  </a:outerShdw>
                </a:effectLst>
                <a:latin typeface="思源黑体 CN Heavy" panose="020B0A00000000000000" pitchFamily="34" charset="-122"/>
                <a:ea typeface="思源黑体 CN Heavy" panose="020B0A00000000000000" pitchFamily="34" charset="-122"/>
                <a:cs typeface="宋体" panose="02010600030101010101" pitchFamily="2" charset="-122"/>
                <a:sym typeface="+mn-ea"/>
              </a:endParaRPr>
            </a:p>
          </p:txBody>
        </p:sp>
        <p:sp>
          <p:nvSpPr>
            <p:cNvPr id="58" name="Freeform 16">
              <a:extLst>
                <a:ext uri="{FF2B5EF4-FFF2-40B4-BE49-F238E27FC236}">
                  <a16:creationId xmlns="" xmlns:p14="http://schemas.microsoft.com/office/powerpoint/2010/main" xmlns:p15="http://schemas.microsoft.com/office/powerpoint/2012/main" xmlns:a16="http://schemas.microsoft.com/office/drawing/2014/main" id="{359B886A-9B96-4529-8F02-A0B4E9488519}"/>
                </a:ext>
              </a:extLst>
            </p:cNvPr>
            <p:cNvSpPr>
              <a:spLocks noEditPoints="1"/>
            </p:cNvSpPr>
            <p:nvPr/>
          </p:nvSpPr>
          <p:spPr bwMode="auto">
            <a:xfrm>
              <a:off x="2921122" y="2089233"/>
              <a:ext cx="175933" cy="136346"/>
            </a:xfrm>
            <a:custGeom>
              <a:avLst/>
              <a:gdLst>
                <a:gd name="connsiteX0" fmla="*/ 306059 w 608918"/>
                <a:gd name="connsiteY0" fmla="*/ 242406 h 517470"/>
                <a:gd name="connsiteX1" fmla="*/ 432216 w 608918"/>
                <a:gd name="connsiteY1" fmla="*/ 517470 h 517470"/>
                <a:gd name="connsiteX2" fmla="*/ 193493 w 608918"/>
                <a:gd name="connsiteY2" fmla="*/ 517470 h 517470"/>
                <a:gd name="connsiteX3" fmla="*/ 305728 w 608918"/>
                <a:gd name="connsiteY3" fmla="*/ 150812 h 517470"/>
                <a:gd name="connsiteX4" fmla="*/ 344292 w 608918"/>
                <a:gd name="connsiteY4" fmla="*/ 189341 h 517470"/>
                <a:gd name="connsiteX5" fmla="*/ 305728 w 608918"/>
                <a:gd name="connsiteY5" fmla="*/ 227870 h 517470"/>
                <a:gd name="connsiteX6" fmla="*/ 267164 w 608918"/>
                <a:gd name="connsiteY6" fmla="*/ 189341 h 517470"/>
                <a:gd name="connsiteX7" fmla="*/ 305728 w 608918"/>
                <a:gd name="connsiteY7" fmla="*/ 150812 h 517470"/>
                <a:gd name="connsiteX8" fmla="*/ 373592 w 608918"/>
                <a:gd name="connsiteY8" fmla="*/ 111934 h 517470"/>
                <a:gd name="connsiteX9" fmla="*/ 388972 w 608918"/>
                <a:gd name="connsiteY9" fmla="*/ 112531 h 517470"/>
                <a:gd name="connsiteX10" fmla="*/ 389741 w 608918"/>
                <a:gd name="connsiteY10" fmla="*/ 269879 h 517470"/>
                <a:gd name="connsiteX11" fmla="*/ 380941 w 608918"/>
                <a:gd name="connsiteY11" fmla="*/ 274231 h 517470"/>
                <a:gd name="connsiteX12" fmla="*/ 374447 w 608918"/>
                <a:gd name="connsiteY12" fmla="*/ 272098 h 517470"/>
                <a:gd name="connsiteX13" fmla="*/ 372225 w 608918"/>
                <a:gd name="connsiteY13" fmla="*/ 256824 h 517470"/>
                <a:gd name="connsiteX14" fmla="*/ 372994 w 608918"/>
                <a:gd name="connsiteY14" fmla="*/ 127293 h 517470"/>
                <a:gd name="connsiteX15" fmla="*/ 373592 w 608918"/>
                <a:gd name="connsiteY15" fmla="*/ 111934 h 517470"/>
                <a:gd name="connsiteX16" fmla="*/ 235403 w 608918"/>
                <a:gd name="connsiteY16" fmla="*/ 111934 h 517470"/>
                <a:gd name="connsiteX17" fmla="*/ 236002 w 608918"/>
                <a:gd name="connsiteY17" fmla="*/ 127293 h 517470"/>
                <a:gd name="connsiteX18" fmla="*/ 236686 w 608918"/>
                <a:gd name="connsiteY18" fmla="*/ 256824 h 517470"/>
                <a:gd name="connsiteX19" fmla="*/ 234463 w 608918"/>
                <a:gd name="connsiteY19" fmla="*/ 272098 h 517470"/>
                <a:gd name="connsiteX20" fmla="*/ 227964 w 608918"/>
                <a:gd name="connsiteY20" fmla="*/ 274231 h 517470"/>
                <a:gd name="connsiteX21" fmla="*/ 219241 w 608918"/>
                <a:gd name="connsiteY21" fmla="*/ 269879 h 517470"/>
                <a:gd name="connsiteX22" fmla="*/ 219925 w 608918"/>
                <a:gd name="connsiteY22" fmla="*/ 112531 h 517470"/>
                <a:gd name="connsiteX23" fmla="*/ 235403 w 608918"/>
                <a:gd name="connsiteY23" fmla="*/ 111934 h 517470"/>
                <a:gd name="connsiteX24" fmla="*/ 448816 w 608918"/>
                <a:gd name="connsiteY24" fmla="*/ 56257 h 517470"/>
                <a:gd name="connsiteX25" fmla="*/ 464199 w 608918"/>
                <a:gd name="connsiteY25" fmla="*/ 56854 h 517470"/>
                <a:gd name="connsiteX26" fmla="*/ 464968 w 608918"/>
                <a:gd name="connsiteY26" fmla="*/ 325625 h 517470"/>
                <a:gd name="connsiteX27" fmla="*/ 456251 w 608918"/>
                <a:gd name="connsiteY27" fmla="*/ 329977 h 517470"/>
                <a:gd name="connsiteX28" fmla="*/ 449756 w 608918"/>
                <a:gd name="connsiteY28" fmla="*/ 327844 h 517470"/>
                <a:gd name="connsiteX29" fmla="*/ 447534 w 608918"/>
                <a:gd name="connsiteY29" fmla="*/ 312571 h 517470"/>
                <a:gd name="connsiteX30" fmla="*/ 448217 w 608918"/>
                <a:gd name="connsiteY30" fmla="*/ 71615 h 517470"/>
                <a:gd name="connsiteX31" fmla="*/ 448816 w 608918"/>
                <a:gd name="connsiteY31" fmla="*/ 56257 h 517470"/>
                <a:gd name="connsiteX32" fmla="*/ 160096 w 608918"/>
                <a:gd name="connsiteY32" fmla="*/ 56257 h 517470"/>
                <a:gd name="connsiteX33" fmla="*/ 160695 w 608918"/>
                <a:gd name="connsiteY33" fmla="*/ 71615 h 517470"/>
                <a:gd name="connsiteX34" fmla="*/ 161464 w 608918"/>
                <a:gd name="connsiteY34" fmla="*/ 312571 h 517470"/>
                <a:gd name="connsiteX35" fmla="*/ 159241 w 608918"/>
                <a:gd name="connsiteY35" fmla="*/ 327844 h 517470"/>
                <a:gd name="connsiteX36" fmla="*/ 152744 w 608918"/>
                <a:gd name="connsiteY36" fmla="*/ 329977 h 517470"/>
                <a:gd name="connsiteX37" fmla="*/ 144024 w 608918"/>
                <a:gd name="connsiteY37" fmla="*/ 325625 h 517470"/>
                <a:gd name="connsiteX38" fmla="*/ 102645 w 608918"/>
                <a:gd name="connsiteY38" fmla="*/ 135779 h 517470"/>
                <a:gd name="connsiteX39" fmla="*/ 144708 w 608918"/>
                <a:gd name="connsiteY39" fmla="*/ 56854 h 517470"/>
                <a:gd name="connsiteX40" fmla="*/ 160096 w 608918"/>
                <a:gd name="connsiteY40" fmla="*/ 56257 h 517470"/>
                <a:gd name="connsiteX41" fmla="*/ 524534 w 608918"/>
                <a:gd name="connsiteY41" fmla="*/ 2910 h 517470"/>
                <a:gd name="connsiteX42" fmla="*/ 539919 w 608918"/>
                <a:gd name="connsiteY42" fmla="*/ 3507 h 517470"/>
                <a:gd name="connsiteX43" fmla="*/ 540603 w 608918"/>
                <a:gd name="connsiteY43" fmla="*/ 378973 h 517470"/>
                <a:gd name="connsiteX44" fmla="*/ 531885 w 608918"/>
                <a:gd name="connsiteY44" fmla="*/ 383325 h 517470"/>
                <a:gd name="connsiteX45" fmla="*/ 525388 w 608918"/>
                <a:gd name="connsiteY45" fmla="*/ 381192 h 517470"/>
                <a:gd name="connsiteX46" fmla="*/ 523166 w 608918"/>
                <a:gd name="connsiteY46" fmla="*/ 365917 h 517470"/>
                <a:gd name="connsiteX47" fmla="*/ 523935 w 608918"/>
                <a:gd name="connsiteY47" fmla="*/ 18270 h 517470"/>
                <a:gd name="connsiteX48" fmla="*/ 524534 w 608918"/>
                <a:gd name="connsiteY48" fmla="*/ 2910 h 517470"/>
                <a:gd name="connsiteX49" fmla="*/ 84467 w 608918"/>
                <a:gd name="connsiteY49" fmla="*/ 2910 h 517470"/>
                <a:gd name="connsiteX50" fmla="*/ 85065 w 608918"/>
                <a:gd name="connsiteY50" fmla="*/ 18270 h 517470"/>
                <a:gd name="connsiteX51" fmla="*/ 85749 w 608918"/>
                <a:gd name="connsiteY51" fmla="*/ 366002 h 517470"/>
                <a:gd name="connsiteX52" fmla="*/ 83527 w 608918"/>
                <a:gd name="connsiteY52" fmla="*/ 381192 h 517470"/>
                <a:gd name="connsiteX53" fmla="*/ 77030 w 608918"/>
                <a:gd name="connsiteY53" fmla="*/ 383325 h 517470"/>
                <a:gd name="connsiteX54" fmla="*/ 68312 w 608918"/>
                <a:gd name="connsiteY54" fmla="*/ 378973 h 517470"/>
                <a:gd name="connsiteX55" fmla="*/ 69081 w 608918"/>
                <a:gd name="connsiteY55" fmla="*/ 3507 h 517470"/>
                <a:gd name="connsiteX56" fmla="*/ 84467 w 608918"/>
                <a:gd name="connsiteY56" fmla="*/ 2910 h 5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8918" h="517469">
                  <a:moveTo>
                    <a:pt x="306059" y="242406"/>
                  </a:moveTo>
                  <a:lnTo>
                    <a:pt x="432216" y="517470"/>
                  </a:lnTo>
                  <a:lnTo>
                    <a:pt x="193493" y="517470"/>
                  </a:lnTo>
                  <a:close/>
                  <a:moveTo>
                    <a:pt x="305728" y="150812"/>
                  </a:moveTo>
                  <a:cubicBezTo>
                    <a:pt x="327026" y="150812"/>
                    <a:pt x="344292" y="168062"/>
                    <a:pt x="344292" y="189341"/>
                  </a:cubicBezTo>
                  <a:cubicBezTo>
                    <a:pt x="344292" y="210620"/>
                    <a:pt x="327026" y="227870"/>
                    <a:pt x="305728" y="227870"/>
                  </a:cubicBezTo>
                  <a:cubicBezTo>
                    <a:pt x="284430" y="227870"/>
                    <a:pt x="267164" y="210620"/>
                    <a:pt x="267164" y="189341"/>
                  </a:cubicBezTo>
                  <a:cubicBezTo>
                    <a:pt x="267164" y="168062"/>
                    <a:pt x="284430" y="150812"/>
                    <a:pt x="305728" y="150812"/>
                  </a:cubicBezTo>
                  <a:close/>
                  <a:moveTo>
                    <a:pt x="373592" y="111934"/>
                  </a:moveTo>
                  <a:cubicBezTo>
                    <a:pt x="378036" y="107838"/>
                    <a:pt x="384871" y="108094"/>
                    <a:pt x="388972" y="112531"/>
                  </a:cubicBezTo>
                  <a:cubicBezTo>
                    <a:pt x="389656" y="113214"/>
                    <a:pt x="453739" y="184208"/>
                    <a:pt x="389741" y="269879"/>
                  </a:cubicBezTo>
                  <a:cubicBezTo>
                    <a:pt x="387605" y="272695"/>
                    <a:pt x="384273" y="274231"/>
                    <a:pt x="380941" y="274231"/>
                  </a:cubicBezTo>
                  <a:cubicBezTo>
                    <a:pt x="378719" y="274231"/>
                    <a:pt x="376412" y="273548"/>
                    <a:pt x="374447" y="272098"/>
                  </a:cubicBezTo>
                  <a:cubicBezTo>
                    <a:pt x="369662" y="268514"/>
                    <a:pt x="368637" y="261688"/>
                    <a:pt x="372225" y="256824"/>
                  </a:cubicBezTo>
                  <a:cubicBezTo>
                    <a:pt x="425542" y="185488"/>
                    <a:pt x="375130" y="129597"/>
                    <a:pt x="372994" y="127293"/>
                  </a:cubicBezTo>
                  <a:cubicBezTo>
                    <a:pt x="368893" y="122856"/>
                    <a:pt x="369149" y="116030"/>
                    <a:pt x="373592" y="111934"/>
                  </a:cubicBezTo>
                  <a:close/>
                  <a:moveTo>
                    <a:pt x="235403" y="111934"/>
                  </a:moveTo>
                  <a:cubicBezTo>
                    <a:pt x="239765" y="116030"/>
                    <a:pt x="240021" y="122856"/>
                    <a:pt x="236002" y="127293"/>
                  </a:cubicBezTo>
                  <a:cubicBezTo>
                    <a:pt x="233779" y="129682"/>
                    <a:pt x="183667" y="185915"/>
                    <a:pt x="236686" y="256824"/>
                  </a:cubicBezTo>
                  <a:cubicBezTo>
                    <a:pt x="240278" y="261688"/>
                    <a:pt x="239337" y="268514"/>
                    <a:pt x="234463" y="272098"/>
                  </a:cubicBezTo>
                  <a:cubicBezTo>
                    <a:pt x="232496" y="273548"/>
                    <a:pt x="230273" y="274231"/>
                    <a:pt x="227964" y="274231"/>
                  </a:cubicBezTo>
                  <a:cubicBezTo>
                    <a:pt x="224629" y="274231"/>
                    <a:pt x="221379" y="272695"/>
                    <a:pt x="219241" y="269879"/>
                  </a:cubicBezTo>
                  <a:cubicBezTo>
                    <a:pt x="155106" y="184208"/>
                    <a:pt x="219327" y="113214"/>
                    <a:pt x="219925" y="112531"/>
                  </a:cubicBezTo>
                  <a:cubicBezTo>
                    <a:pt x="224030" y="108094"/>
                    <a:pt x="230957" y="107838"/>
                    <a:pt x="235403" y="111934"/>
                  </a:cubicBezTo>
                  <a:close/>
                  <a:moveTo>
                    <a:pt x="448816" y="56257"/>
                  </a:moveTo>
                  <a:cubicBezTo>
                    <a:pt x="453260" y="52161"/>
                    <a:pt x="460097" y="52417"/>
                    <a:pt x="464199" y="56854"/>
                  </a:cubicBezTo>
                  <a:cubicBezTo>
                    <a:pt x="465310" y="58048"/>
                    <a:pt x="574617" y="178953"/>
                    <a:pt x="464968" y="325625"/>
                  </a:cubicBezTo>
                  <a:cubicBezTo>
                    <a:pt x="462831" y="328441"/>
                    <a:pt x="459584" y="329977"/>
                    <a:pt x="456251" y="329977"/>
                  </a:cubicBezTo>
                  <a:cubicBezTo>
                    <a:pt x="453943" y="329977"/>
                    <a:pt x="451636" y="329294"/>
                    <a:pt x="449756" y="327844"/>
                  </a:cubicBezTo>
                  <a:cubicBezTo>
                    <a:pt x="444884" y="324175"/>
                    <a:pt x="443859" y="317434"/>
                    <a:pt x="447534" y="312571"/>
                  </a:cubicBezTo>
                  <a:cubicBezTo>
                    <a:pt x="546415" y="180233"/>
                    <a:pt x="449243" y="72724"/>
                    <a:pt x="448217" y="71615"/>
                  </a:cubicBezTo>
                  <a:cubicBezTo>
                    <a:pt x="444115" y="67263"/>
                    <a:pt x="444457" y="60352"/>
                    <a:pt x="448816" y="56257"/>
                  </a:cubicBezTo>
                  <a:close/>
                  <a:moveTo>
                    <a:pt x="160096" y="56257"/>
                  </a:moveTo>
                  <a:cubicBezTo>
                    <a:pt x="164542" y="60352"/>
                    <a:pt x="164798" y="67178"/>
                    <a:pt x="160695" y="71615"/>
                  </a:cubicBezTo>
                  <a:cubicBezTo>
                    <a:pt x="156676" y="76052"/>
                    <a:pt x="62806" y="180659"/>
                    <a:pt x="161464" y="312571"/>
                  </a:cubicBezTo>
                  <a:cubicBezTo>
                    <a:pt x="165055" y="317434"/>
                    <a:pt x="164029" y="324260"/>
                    <a:pt x="159241" y="327844"/>
                  </a:cubicBezTo>
                  <a:cubicBezTo>
                    <a:pt x="157275" y="329294"/>
                    <a:pt x="154967" y="329977"/>
                    <a:pt x="152744" y="329977"/>
                  </a:cubicBezTo>
                  <a:cubicBezTo>
                    <a:pt x="149410" y="329977"/>
                    <a:pt x="146161" y="328441"/>
                    <a:pt x="144024" y="325625"/>
                  </a:cubicBezTo>
                  <a:cubicBezTo>
                    <a:pt x="86829" y="249175"/>
                    <a:pt x="89992" y="180147"/>
                    <a:pt x="102645" y="135779"/>
                  </a:cubicBezTo>
                  <a:cubicBezTo>
                    <a:pt x="116410" y="87741"/>
                    <a:pt x="143596" y="58134"/>
                    <a:pt x="144708" y="56854"/>
                  </a:cubicBezTo>
                  <a:cubicBezTo>
                    <a:pt x="148811" y="52417"/>
                    <a:pt x="155651" y="52161"/>
                    <a:pt x="160096" y="56257"/>
                  </a:cubicBezTo>
                  <a:close/>
                  <a:moveTo>
                    <a:pt x="524534" y="2910"/>
                  </a:moveTo>
                  <a:cubicBezTo>
                    <a:pt x="528978" y="-1186"/>
                    <a:pt x="535816" y="-930"/>
                    <a:pt x="539919" y="3507"/>
                  </a:cubicBezTo>
                  <a:cubicBezTo>
                    <a:pt x="541458" y="5129"/>
                    <a:pt x="693943" y="173832"/>
                    <a:pt x="540603" y="378973"/>
                  </a:cubicBezTo>
                  <a:cubicBezTo>
                    <a:pt x="538466" y="381789"/>
                    <a:pt x="535218" y="383325"/>
                    <a:pt x="531885" y="383325"/>
                  </a:cubicBezTo>
                  <a:cubicBezTo>
                    <a:pt x="529662" y="383325"/>
                    <a:pt x="527354" y="382642"/>
                    <a:pt x="525388" y="381192"/>
                  </a:cubicBezTo>
                  <a:cubicBezTo>
                    <a:pt x="520602" y="377608"/>
                    <a:pt x="519576" y="370781"/>
                    <a:pt x="523166" y="365917"/>
                  </a:cubicBezTo>
                  <a:cubicBezTo>
                    <a:pt x="665480" y="175624"/>
                    <a:pt x="529748" y="24585"/>
                    <a:pt x="523935" y="18270"/>
                  </a:cubicBezTo>
                  <a:cubicBezTo>
                    <a:pt x="519833" y="13833"/>
                    <a:pt x="520089" y="7006"/>
                    <a:pt x="524534" y="2910"/>
                  </a:cubicBezTo>
                  <a:close/>
                  <a:moveTo>
                    <a:pt x="84467" y="2910"/>
                  </a:moveTo>
                  <a:cubicBezTo>
                    <a:pt x="88826" y="7006"/>
                    <a:pt x="89168" y="13833"/>
                    <a:pt x="85065" y="18270"/>
                  </a:cubicBezTo>
                  <a:cubicBezTo>
                    <a:pt x="79167" y="24585"/>
                    <a:pt x="-56480" y="175624"/>
                    <a:pt x="85749" y="366002"/>
                  </a:cubicBezTo>
                  <a:cubicBezTo>
                    <a:pt x="89339" y="370781"/>
                    <a:pt x="88399" y="377608"/>
                    <a:pt x="83527" y="381192"/>
                  </a:cubicBezTo>
                  <a:cubicBezTo>
                    <a:pt x="81561" y="382642"/>
                    <a:pt x="79338" y="383325"/>
                    <a:pt x="77030" y="383325"/>
                  </a:cubicBezTo>
                  <a:cubicBezTo>
                    <a:pt x="73697" y="383325"/>
                    <a:pt x="70449" y="381789"/>
                    <a:pt x="68312" y="378973"/>
                  </a:cubicBezTo>
                  <a:cubicBezTo>
                    <a:pt x="-85028" y="173918"/>
                    <a:pt x="67457" y="5129"/>
                    <a:pt x="69081" y="3507"/>
                  </a:cubicBezTo>
                  <a:cubicBezTo>
                    <a:pt x="73184" y="-930"/>
                    <a:pt x="80022" y="-1186"/>
                    <a:pt x="84467" y="2910"/>
                  </a:cubicBezTo>
                  <a:close/>
                </a:path>
              </a:pathLst>
            </a:custGeom>
            <a:noFill/>
            <a:ln w="6350">
              <a:solidFill>
                <a:srgbClr val="00B0F0"/>
              </a:solidFill>
              <a:round/>
            </a:ln>
            <a:effectLst>
              <a:outerShdw blurRad="114300" dist="38100" dir="5400000" algn="t" rotWithShape="0">
                <a:schemeClr val="accent3">
                  <a:alpha val="57000"/>
                </a:schemeClr>
              </a:outerShdw>
            </a:effectLst>
          </p:spPr>
          <p:txBody>
            <a:bodyPr vert="horz" wrap="square" lIns="60723" tIns="30361" rIns="60723" bIns="30361"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95">
                <a:solidFill>
                  <a:prstClr val="black"/>
                </a:solidFill>
                <a:latin typeface="思源黑体 Heavy" panose="020B0A00000000000000" pitchFamily="34" charset="-122"/>
                <a:ea typeface="思源黑体 Heavy" panose="020B0A00000000000000" pitchFamily="34" charset="-122"/>
              </a:endParaRPr>
            </a:p>
          </p:txBody>
        </p:sp>
        <p:sp>
          <p:nvSpPr>
            <p:cNvPr id="59" name="Freeform 11">
              <a:extLst>
                <a:ext uri="{FF2B5EF4-FFF2-40B4-BE49-F238E27FC236}">
                  <a16:creationId xmlns="" xmlns:p14="http://schemas.microsoft.com/office/powerpoint/2010/main" xmlns:p15="http://schemas.microsoft.com/office/powerpoint/2012/main" xmlns:a16="http://schemas.microsoft.com/office/drawing/2014/main" id="{41857A0C-65D8-422B-AFD4-6874F8088C71}"/>
                </a:ext>
              </a:extLst>
            </p:cNvPr>
            <p:cNvSpPr>
              <a:spLocks noEditPoints="1"/>
            </p:cNvSpPr>
            <p:nvPr/>
          </p:nvSpPr>
          <p:spPr bwMode="auto">
            <a:xfrm>
              <a:off x="5776533" y="1515086"/>
              <a:ext cx="189440" cy="146814"/>
            </a:xfrm>
            <a:custGeom>
              <a:avLst/>
              <a:gdLst>
                <a:gd name="connsiteX0" fmla="*/ 306059 w 608918"/>
                <a:gd name="connsiteY0" fmla="*/ 242406 h 517470"/>
                <a:gd name="connsiteX1" fmla="*/ 432216 w 608918"/>
                <a:gd name="connsiteY1" fmla="*/ 517470 h 517470"/>
                <a:gd name="connsiteX2" fmla="*/ 193493 w 608918"/>
                <a:gd name="connsiteY2" fmla="*/ 517470 h 517470"/>
                <a:gd name="connsiteX3" fmla="*/ 305728 w 608918"/>
                <a:gd name="connsiteY3" fmla="*/ 150812 h 517470"/>
                <a:gd name="connsiteX4" fmla="*/ 344292 w 608918"/>
                <a:gd name="connsiteY4" fmla="*/ 189341 h 517470"/>
                <a:gd name="connsiteX5" fmla="*/ 305728 w 608918"/>
                <a:gd name="connsiteY5" fmla="*/ 227870 h 517470"/>
                <a:gd name="connsiteX6" fmla="*/ 267164 w 608918"/>
                <a:gd name="connsiteY6" fmla="*/ 189341 h 517470"/>
                <a:gd name="connsiteX7" fmla="*/ 305728 w 608918"/>
                <a:gd name="connsiteY7" fmla="*/ 150812 h 517470"/>
                <a:gd name="connsiteX8" fmla="*/ 373592 w 608918"/>
                <a:gd name="connsiteY8" fmla="*/ 111934 h 517470"/>
                <a:gd name="connsiteX9" fmla="*/ 388972 w 608918"/>
                <a:gd name="connsiteY9" fmla="*/ 112531 h 517470"/>
                <a:gd name="connsiteX10" fmla="*/ 389741 w 608918"/>
                <a:gd name="connsiteY10" fmla="*/ 269879 h 517470"/>
                <a:gd name="connsiteX11" fmla="*/ 380941 w 608918"/>
                <a:gd name="connsiteY11" fmla="*/ 274231 h 517470"/>
                <a:gd name="connsiteX12" fmla="*/ 374447 w 608918"/>
                <a:gd name="connsiteY12" fmla="*/ 272098 h 517470"/>
                <a:gd name="connsiteX13" fmla="*/ 372225 w 608918"/>
                <a:gd name="connsiteY13" fmla="*/ 256824 h 517470"/>
                <a:gd name="connsiteX14" fmla="*/ 372994 w 608918"/>
                <a:gd name="connsiteY14" fmla="*/ 127293 h 517470"/>
                <a:gd name="connsiteX15" fmla="*/ 373592 w 608918"/>
                <a:gd name="connsiteY15" fmla="*/ 111934 h 517470"/>
                <a:gd name="connsiteX16" fmla="*/ 235403 w 608918"/>
                <a:gd name="connsiteY16" fmla="*/ 111934 h 517470"/>
                <a:gd name="connsiteX17" fmla="*/ 236002 w 608918"/>
                <a:gd name="connsiteY17" fmla="*/ 127293 h 517470"/>
                <a:gd name="connsiteX18" fmla="*/ 236686 w 608918"/>
                <a:gd name="connsiteY18" fmla="*/ 256824 h 517470"/>
                <a:gd name="connsiteX19" fmla="*/ 234463 w 608918"/>
                <a:gd name="connsiteY19" fmla="*/ 272098 h 517470"/>
                <a:gd name="connsiteX20" fmla="*/ 227964 w 608918"/>
                <a:gd name="connsiteY20" fmla="*/ 274231 h 517470"/>
                <a:gd name="connsiteX21" fmla="*/ 219241 w 608918"/>
                <a:gd name="connsiteY21" fmla="*/ 269879 h 517470"/>
                <a:gd name="connsiteX22" fmla="*/ 219925 w 608918"/>
                <a:gd name="connsiteY22" fmla="*/ 112531 h 517470"/>
                <a:gd name="connsiteX23" fmla="*/ 235403 w 608918"/>
                <a:gd name="connsiteY23" fmla="*/ 111934 h 517470"/>
                <a:gd name="connsiteX24" fmla="*/ 448816 w 608918"/>
                <a:gd name="connsiteY24" fmla="*/ 56257 h 517470"/>
                <a:gd name="connsiteX25" fmla="*/ 464199 w 608918"/>
                <a:gd name="connsiteY25" fmla="*/ 56854 h 517470"/>
                <a:gd name="connsiteX26" fmla="*/ 464968 w 608918"/>
                <a:gd name="connsiteY26" fmla="*/ 325625 h 517470"/>
                <a:gd name="connsiteX27" fmla="*/ 456251 w 608918"/>
                <a:gd name="connsiteY27" fmla="*/ 329977 h 517470"/>
                <a:gd name="connsiteX28" fmla="*/ 449756 w 608918"/>
                <a:gd name="connsiteY28" fmla="*/ 327844 h 517470"/>
                <a:gd name="connsiteX29" fmla="*/ 447534 w 608918"/>
                <a:gd name="connsiteY29" fmla="*/ 312571 h 517470"/>
                <a:gd name="connsiteX30" fmla="*/ 448217 w 608918"/>
                <a:gd name="connsiteY30" fmla="*/ 71615 h 517470"/>
                <a:gd name="connsiteX31" fmla="*/ 448816 w 608918"/>
                <a:gd name="connsiteY31" fmla="*/ 56257 h 517470"/>
                <a:gd name="connsiteX32" fmla="*/ 160096 w 608918"/>
                <a:gd name="connsiteY32" fmla="*/ 56257 h 517470"/>
                <a:gd name="connsiteX33" fmla="*/ 160695 w 608918"/>
                <a:gd name="connsiteY33" fmla="*/ 71615 h 517470"/>
                <a:gd name="connsiteX34" fmla="*/ 161464 w 608918"/>
                <a:gd name="connsiteY34" fmla="*/ 312571 h 517470"/>
                <a:gd name="connsiteX35" fmla="*/ 159241 w 608918"/>
                <a:gd name="connsiteY35" fmla="*/ 327844 h 517470"/>
                <a:gd name="connsiteX36" fmla="*/ 152744 w 608918"/>
                <a:gd name="connsiteY36" fmla="*/ 329977 h 517470"/>
                <a:gd name="connsiteX37" fmla="*/ 144024 w 608918"/>
                <a:gd name="connsiteY37" fmla="*/ 325625 h 517470"/>
                <a:gd name="connsiteX38" fmla="*/ 102645 w 608918"/>
                <a:gd name="connsiteY38" fmla="*/ 135779 h 517470"/>
                <a:gd name="connsiteX39" fmla="*/ 144708 w 608918"/>
                <a:gd name="connsiteY39" fmla="*/ 56854 h 517470"/>
                <a:gd name="connsiteX40" fmla="*/ 160096 w 608918"/>
                <a:gd name="connsiteY40" fmla="*/ 56257 h 517470"/>
                <a:gd name="connsiteX41" fmla="*/ 524534 w 608918"/>
                <a:gd name="connsiteY41" fmla="*/ 2910 h 517470"/>
                <a:gd name="connsiteX42" fmla="*/ 539919 w 608918"/>
                <a:gd name="connsiteY42" fmla="*/ 3507 h 517470"/>
                <a:gd name="connsiteX43" fmla="*/ 540603 w 608918"/>
                <a:gd name="connsiteY43" fmla="*/ 378973 h 517470"/>
                <a:gd name="connsiteX44" fmla="*/ 531885 w 608918"/>
                <a:gd name="connsiteY44" fmla="*/ 383325 h 517470"/>
                <a:gd name="connsiteX45" fmla="*/ 525388 w 608918"/>
                <a:gd name="connsiteY45" fmla="*/ 381192 h 517470"/>
                <a:gd name="connsiteX46" fmla="*/ 523166 w 608918"/>
                <a:gd name="connsiteY46" fmla="*/ 365917 h 517470"/>
                <a:gd name="connsiteX47" fmla="*/ 523935 w 608918"/>
                <a:gd name="connsiteY47" fmla="*/ 18270 h 517470"/>
                <a:gd name="connsiteX48" fmla="*/ 524534 w 608918"/>
                <a:gd name="connsiteY48" fmla="*/ 2910 h 517470"/>
                <a:gd name="connsiteX49" fmla="*/ 84467 w 608918"/>
                <a:gd name="connsiteY49" fmla="*/ 2910 h 517470"/>
                <a:gd name="connsiteX50" fmla="*/ 85065 w 608918"/>
                <a:gd name="connsiteY50" fmla="*/ 18270 h 517470"/>
                <a:gd name="connsiteX51" fmla="*/ 85749 w 608918"/>
                <a:gd name="connsiteY51" fmla="*/ 366002 h 517470"/>
                <a:gd name="connsiteX52" fmla="*/ 83527 w 608918"/>
                <a:gd name="connsiteY52" fmla="*/ 381192 h 517470"/>
                <a:gd name="connsiteX53" fmla="*/ 77030 w 608918"/>
                <a:gd name="connsiteY53" fmla="*/ 383325 h 517470"/>
                <a:gd name="connsiteX54" fmla="*/ 68312 w 608918"/>
                <a:gd name="connsiteY54" fmla="*/ 378973 h 517470"/>
                <a:gd name="connsiteX55" fmla="*/ 69081 w 608918"/>
                <a:gd name="connsiteY55" fmla="*/ 3507 h 517470"/>
                <a:gd name="connsiteX56" fmla="*/ 84467 w 608918"/>
                <a:gd name="connsiteY56" fmla="*/ 2910 h 5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8918" h="517469">
                  <a:moveTo>
                    <a:pt x="306059" y="242406"/>
                  </a:moveTo>
                  <a:lnTo>
                    <a:pt x="432216" y="517470"/>
                  </a:lnTo>
                  <a:lnTo>
                    <a:pt x="193493" y="517470"/>
                  </a:lnTo>
                  <a:close/>
                  <a:moveTo>
                    <a:pt x="305728" y="150812"/>
                  </a:moveTo>
                  <a:cubicBezTo>
                    <a:pt x="327026" y="150812"/>
                    <a:pt x="344292" y="168062"/>
                    <a:pt x="344292" y="189341"/>
                  </a:cubicBezTo>
                  <a:cubicBezTo>
                    <a:pt x="344292" y="210620"/>
                    <a:pt x="327026" y="227870"/>
                    <a:pt x="305728" y="227870"/>
                  </a:cubicBezTo>
                  <a:cubicBezTo>
                    <a:pt x="284430" y="227870"/>
                    <a:pt x="267164" y="210620"/>
                    <a:pt x="267164" y="189341"/>
                  </a:cubicBezTo>
                  <a:cubicBezTo>
                    <a:pt x="267164" y="168062"/>
                    <a:pt x="284430" y="150812"/>
                    <a:pt x="305728" y="150812"/>
                  </a:cubicBezTo>
                  <a:close/>
                  <a:moveTo>
                    <a:pt x="373592" y="111934"/>
                  </a:moveTo>
                  <a:cubicBezTo>
                    <a:pt x="378036" y="107838"/>
                    <a:pt x="384871" y="108094"/>
                    <a:pt x="388972" y="112531"/>
                  </a:cubicBezTo>
                  <a:cubicBezTo>
                    <a:pt x="389656" y="113214"/>
                    <a:pt x="453739" y="184208"/>
                    <a:pt x="389741" y="269879"/>
                  </a:cubicBezTo>
                  <a:cubicBezTo>
                    <a:pt x="387605" y="272695"/>
                    <a:pt x="384273" y="274231"/>
                    <a:pt x="380941" y="274231"/>
                  </a:cubicBezTo>
                  <a:cubicBezTo>
                    <a:pt x="378719" y="274231"/>
                    <a:pt x="376412" y="273548"/>
                    <a:pt x="374447" y="272098"/>
                  </a:cubicBezTo>
                  <a:cubicBezTo>
                    <a:pt x="369662" y="268514"/>
                    <a:pt x="368637" y="261688"/>
                    <a:pt x="372225" y="256824"/>
                  </a:cubicBezTo>
                  <a:cubicBezTo>
                    <a:pt x="425542" y="185488"/>
                    <a:pt x="375130" y="129597"/>
                    <a:pt x="372994" y="127293"/>
                  </a:cubicBezTo>
                  <a:cubicBezTo>
                    <a:pt x="368893" y="122856"/>
                    <a:pt x="369149" y="116030"/>
                    <a:pt x="373592" y="111934"/>
                  </a:cubicBezTo>
                  <a:close/>
                  <a:moveTo>
                    <a:pt x="235403" y="111934"/>
                  </a:moveTo>
                  <a:cubicBezTo>
                    <a:pt x="239765" y="116030"/>
                    <a:pt x="240021" y="122856"/>
                    <a:pt x="236002" y="127293"/>
                  </a:cubicBezTo>
                  <a:cubicBezTo>
                    <a:pt x="233779" y="129682"/>
                    <a:pt x="183667" y="185915"/>
                    <a:pt x="236686" y="256824"/>
                  </a:cubicBezTo>
                  <a:cubicBezTo>
                    <a:pt x="240278" y="261688"/>
                    <a:pt x="239337" y="268514"/>
                    <a:pt x="234463" y="272098"/>
                  </a:cubicBezTo>
                  <a:cubicBezTo>
                    <a:pt x="232496" y="273548"/>
                    <a:pt x="230273" y="274231"/>
                    <a:pt x="227964" y="274231"/>
                  </a:cubicBezTo>
                  <a:cubicBezTo>
                    <a:pt x="224629" y="274231"/>
                    <a:pt x="221379" y="272695"/>
                    <a:pt x="219241" y="269879"/>
                  </a:cubicBezTo>
                  <a:cubicBezTo>
                    <a:pt x="155106" y="184208"/>
                    <a:pt x="219327" y="113214"/>
                    <a:pt x="219925" y="112531"/>
                  </a:cubicBezTo>
                  <a:cubicBezTo>
                    <a:pt x="224030" y="108094"/>
                    <a:pt x="230957" y="107838"/>
                    <a:pt x="235403" y="111934"/>
                  </a:cubicBezTo>
                  <a:close/>
                  <a:moveTo>
                    <a:pt x="448816" y="56257"/>
                  </a:moveTo>
                  <a:cubicBezTo>
                    <a:pt x="453260" y="52161"/>
                    <a:pt x="460097" y="52417"/>
                    <a:pt x="464199" y="56854"/>
                  </a:cubicBezTo>
                  <a:cubicBezTo>
                    <a:pt x="465310" y="58048"/>
                    <a:pt x="574617" y="178953"/>
                    <a:pt x="464968" y="325625"/>
                  </a:cubicBezTo>
                  <a:cubicBezTo>
                    <a:pt x="462831" y="328441"/>
                    <a:pt x="459584" y="329977"/>
                    <a:pt x="456251" y="329977"/>
                  </a:cubicBezTo>
                  <a:cubicBezTo>
                    <a:pt x="453943" y="329977"/>
                    <a:pt x="451636" y="329294"/>
                    <a:pt x="449756" y="327844"/>
                  </a:cubicBezTo>
                  <a:cubicBezTo>
                    <a:pt x="444884" y="324175"/>
                    <a:pt x="443859" y="317434"/>
                    <a:pt x="447534" y="312571"/>
                  </a:cubicBezTo>
                  <a:cubicBezTo>
                    <a:pt x="546415" y="180233"/>
                    <a:pt x="449243" y="72724"/>
                    <a:pt x="448217" y="71615"/>
                  </a:cubicBezTo>
                  <a:cubicBezTo>
                    <a:pt x="444115" y="67263"/>
                    <a:pt x="444457" y="60352"/>
                    <a:pt x="448816" y="56257"/>
                  </a:cubicBezTo>
                  <a:close/>
                  <a:moveTo>
                    <a:pt x="160096" y="56257"/>
                  </a:moveTo>
                  <a:cubicBezTo>
                    <a:pt x="164542" y="60352"/>
                    <a:pt x="164798" y="67178"/>
                    <a:pt x="160695" y="71615"/>
                  </a:cubicBezTo>
                  <a:cubicBezTo>
                    <a:pt x="156676" y="76052"/>
                    <a:pt x="62806" y="180659"/>
                    <a:pt x="161464" y="312571"/>
                  </a:cubicBezTo>
                  <a:cubicBezTo>
                    <a:pt x="165055" y="317434"/>
                    <a:pt x="164029" y="324260"/>
                    <a:pt x="159241" y="327844"/>
                  </a:cubicBezTo>
                  <a:cubicBezTo>
                    <a:pt x="157275" y="329294"/>
                    <a:pt x="154967" y="329977"/>
                    <a:pt x="152744" y="329977"/>
                  </a:cubicBezTo>
                  <a:cubicBezTo>
                    <a:pt x="149410" y="329977"/>
                    <a:pt x="146161" y="328441"/>
                    <a:pt x="144024" y="325625"/>
                  </a:cubicBezTo>
                  <a:cubicBezTo>
                    <a:pt x="86829" y="249175"/>
                    <a:pt x="89992" y="180147"/>
                    <a:pt x="102645" y="135779"/>
                  </a:cubicBezTo>
                  <a:cubicBezTo>
                    <a:pt x="116410" y="87741"/>
                    <a:pt x="143596" y="58134"/>
                    <a:pt x="144708" y="56854"/>
                  </a:cubicBezTo>
                  <a:cubicBezTo>
                    <a:pt x="148811" y="52417"/>
                    <a:pt x="155651" y="52161"/>
                    <a:pt x="160096" y="56257"/>
                  </a:cubicBezTo>
                  <a:close/>
                  <a:moveTo>
                    <a:pt x="524534" y="2910"/>
                  </a:moveTo>
                  <a:cubicBezTo>
                    <a:pt x="528978" y="-1186"/>
                    <a:pt x="535816" y="-930"/>
                    <a:pt x="539919" y="3507"/>
                  </a:cubicBezTo>
                  <a:cubicBezTo>
                    <a:pt x="541458" y="5129"/>
                    <a:pt x="693943" y="173832"/>
                    <a:pt x="540603" y="378973"/>
                  </a:cubicBezTo>
                  <a:cubicBezTo>
                    <a:pt x="538466" y="381789"/>
                    <a:pt x="535218" y="383325"/>
                    <a:pt x="531885" y="383325"/>
                  </a:cubicBezTo>
                  <a:cubicBezTo>
                    <a:pt x="529662" y="383325"/>
                    <a:pt x="527354" y="382642"/>
                    <a:pt x="525388" y="381192"/>
                  </a:cubicBezTo>
                  <a:cubicBezTo>
                    <a:pt x="520602" y="377608"/>
                    <a:pt x="519576" y="370781"/>
                    <a:pt x="523166" y="365917"/>
                  </a:cubicBezTo>
                  <a:cubicBezTo>
                    <a:pt x="665480" y="175624"/>
                    <a:pt x="529748" y="24585"/>
                    <a:pt x="523935" y="18270"/>
                  </a:cubicBezTo>
                  <a:cubicBezTo>
                    <a:pt x="519833" y="13833"/>
                    <a:pt x="520089" y="7006"/>
                    <a:pt x="524534" y="2910"/>
                  </a:cubicBezTo>
                  <a:close/>
                  <a:moveTo>
                    <a:pt x="84467" y="2910"/>
                  </a:moveTo>
                  <a:cubicBezTo>
                    <a:pt x="88826" y="7006"/>
                    <a:pt x="89168" y="13833"/>
                    <a:pt x="85065" y="18270"/>
                  </a:cubicBezTo>
                  <a:cubicBezTo>
                    <a:pt x="79167" y="24585"/>
                    <a:pt x="-56480" y="175624"/>
                    <a:pt x="85749" y="366002"/>
                  </a:cubicBezTo>
                  <a:cubicBezTo>
                    <a:pt x="89339" y="370781"/>
                    <a:pt x="88399" y="377608"/>
                    <a:pt x="83527" y="381192"/>
                  </a:cubicBezTo>
                  <a:cubicBezTo>
                    <a:pt x="81561" y="382642"/>
                    <a:pt x="79338" y="383325"/>
                    <a:pt x="77030" y="383325"/>
                  </a:cubicBezTo>
                  <a:cubicBezTo>
                    <a:pt x="73697" y="383325"/>
                    <a:pt x="70449" y="381789"/>
                    <a:pt x="68312" y="378973"/>
                  </a:cubicBezTo>
                  <a:cubicBezTo>
                    <a:pt x="-85028" y="173918"/>
                    <a:pt x="67457" y="5129"/>
                    <a:pt x="69081" y="3507"/>
                  </a:cubicBezTo>
                  <a:cubicBezTo>
                    <a:pt x="73184" y="-930"/>
                    <a:pt x="80022" y="-1186"/>
                    <a:pt x="84467" y="2910"/>
                  </a:cubicBezTo>
                  <a:close/>
                </a:path>
              </a:pathLst>
            </a:custGeom>
            <a:noFill/>
            <a:ln w="6350">
              <a:solidFill>
                <a:srgbClr val="00B0F0"/>
              </a:solidFill>
              <a:round/>
            </a:ln>
            <a:effectLst>
              <a:outerShdw blurRad="114300" dist="38100" dir="5400000" algn="t" rotWithShape="0">
                <a:schemeClr val="accent3">
                  <a:alpha val="57000"/>
                </a:schemeClr>
              </a:outerShdw>
            </a:effectLst>
          </p:spPr>
          <p:txBody>
            <a:bodyPr vert="horz" wrap="square" lIns="60723" tIns="30361" rIns="60723" bIns="30361"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7253">
                <a:defRPr/>
              </a:pPr>
              <a:endParaRPr lang="zh-CN" altLang="en-US" sz="1195">
                <a:solidFill>
                  <a:prstClr val="black"/>
                </a:solidFill>
                <a:latin typeface="思源黑体 Heavy" panose="020B0A00000000000000" pitchFamily="34" charset="-122"/>
                <a:ea typeface="思源黑体 Heavy" panose="020B0A00000000000000" pitchFamily="34" charset="-122"/>
              </a:endParaRPr>
            </a:p>
          </p:txBody>
        </p:sp>
        <p:pic>
          <p:nvPicPr>
            <p:cNvPr id="60" name="图片 59">
              <a:extLst>
                <a:ext uri="{FF2B5EF4-FFF2-40B4-BE49-F238E27FC236}">
                  <a16:creationId xmlns="" xmlns:p14="http://schemas.microsoft.com/office/powerpoint/2010/main" xmlns:p15="http://schemas.microsoft.com/office/powerpoint/2012/main" xmlns:a16="http://schemas.microsoft.com/office/drawing/2014/main" id="{24BAFC27-47A5-4EEE-A382-8D95AC3F55A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453449" y="2359508"/>
              <a:ext cx="1639088" cy="754060"/>
            </a:xfrm>
            <a:prstGeom prst="rect">
              <a:avLst/>
            </a:prstGeom>
          </p:spPr>
        </p:pic>
      </p:grpSp>
      <p:pic>
        <p:nvPicPr>
          <p:cNvPr id="61" name="图片 60" descr="图片包含 游戏机, 篮球&#10;&#10;描述已自动生成">
            <a:extLst>
              <a:ext uri="{FF2B5EF4-FFF2-40B4-BE49-F238E27FC236}">
                <a16:creationId xmlns="" xmlns:p14="http://schemas.microsoft.com/office/powerpoint/2010/main" xmlns:p15="http://schemas.microsoft.com/office/powerpoint/2012/main" xmlns:a16="http://schemas.microsoft.com/office/drawing/2014/main" id="{9C5F0FEA-4797-44F7-AEF1-4C60514E839F}"/>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rot="19928302">
            <a:off x="3317482" y="1646575"/>
            <a:ext cx="6554764" cy="5601272"/>
          </a:xfrm>
          <a:prstGeom prst="rect">
            <a:avLst/>
          </a:prstGeom>
        </p:spPr>
      </p:pic>
      <p:grpSp>
        <p:nvGrpSpPr>
          <p:cNvPr id="14" name="组合 13">
            <a:extLst>
              <a:ext uri="{FF2B5EF4-FFF2-40B4-BE49-F238E27FC236}">
                <a16:creationId xmlns="" xmlns:p14="http://schemas.microsoft.com/office/powerpoint/2010/main" xmlns:p15="http://schemas.microsoft.com/office/powerpoint/2012/main" xmlns:a16="http://schemas.microsoft.com/office/drawing/2014/main" id="{505BA212-37C5-46BC-AE91-AF3218E05050}"/>
              </a:ext>
            </a:extLst>
          </p:cNvPr>
          <p:cNvGrpSpPr/>
          <p:nvPr/>
        </p:nvGrpSpPr>
        <p:grpSpPr>
          <a:xfrm>
            <a:off x="4379136" y="1030555"/>
            <a:ext cx="1095173" cy="2848897"/>
            <a:chOff x="4356276" y="1053415"/>
            <a:chExt cx="1095173" cy="2848897"/>
          </a:xfrm>
        </p:grpSpPr>
        <p:cxnSp>
          <p:nvCxnSpPr>
            <p:cNvPr id="62" name="直接连接符 61">
              <a:extLst>
                <a:ext uri="{FF2B5EF4-FFF2-40B4-BE49-F238E27FC236}">
                  <a16:creationId xmlns="" xmlns:p14="http://schemas.microsoft.com/office/powerpoint/2010/main" xmlns:p15="http://schemas.microsoft.com/office/powerpoint/2012/main" xmlns:a16="http://schemas.microsoft.com/office/drawing/2014/main" id="{BF601741-D28B-4EFC-8BA1-0C975CACE6E1}"/>
                </a:ext>
              </a:extLst>
            </p:cNvPr>
            <p:cNvCxnSpPr/>
            <p:nvPr/>
          </p:nvCxnSpPr>
          <p:spPr>
            <a:xfrm flipH="1">
              <a:off x="4903863" y="2459816"/>
              <a:ext cx="0" cy="1442496"/>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 xmlns:p14="http://schemas.microsoft.com/office/powerpoint/2010/main" xmlns:p15="http://schemas.microsoft.com/office/powerpoint/2012/main" xmlns:a16="http://schemas.microsoft.com/office/drawing/2014/main" id="{B5421EB8-20CE-4733-9F5C-FDFF202F0018}"/>
                </a:ext>
              </a:extLst>
            </p:cNvPr>
            <p:cNvGrpSpPr/>
            <p:nvPr/>
          </p:nvGrpSpPr>
          <p:grpSpPr>
            <a:xfrm>
              <a:off x="4686039" y="1053415"/>
              <a:ext cx="450764" cy="1342546"/>
              <a:chOff x="4768367" y="-844793"/>
              <a:chExt cx="2372637" cy="6100918"/>
            </a:xfrm>
          </p:grpSpPr>
          <p:sp>
            <p:nvSpPr>
              <p:cNvPr id="65" name="文本框 64">
                <a:extLst>
                  <a:ext uri="{FF2B5EF4-FFF2-40B4-BE49-F238E27FC236}">
                    <a16:creationId xmlns="" xmlns:p14="http://schemas.microsoft.com/office/powerpoint/2010/main" xmlns:p15="http://schemas.microsoft.com/office/powerpoint/2012/main" xmlns:a16="http://schemas.microsoft.com/office/drawing/2014/main" id="{AF38BA64-43FB-4DCC-891A-D6CA04CA18FD}"/>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66" name="图片 65"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18C91DD4-FB4A-426D-847D-A1585B4AFE4B}"/>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67" name="图片 66">
                <a:extLst>
                  <a:ext uri="{FF2B5EF4-FFF2-40B4-BE49-F238E27FC236}">
                    <a16:creationId xmlns="" xmlns:p14="http://schemas.microsoft.com/office/powerpoint/2010/main" xmlns:p15="http://schemas.microsoft.com/office/powerpoint/2012/main" xmlns:a16="http://schemas.microsoft.com/office/drawing/2014/main" id="{8F1B0C3A-C30C-4E9E-B4A1-30C330932FA9}"/>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68" name="文本框 67">
                <a:extLst>
                  <a:ext uri="{FF2B5EF4-FFF2-40B4-BE49-F238E27FC236}">
                    <a16:creationId xmlns="" xmlns:p14="http://schemas.microsoft.com/office/powerpoint/2010/main" xmlns:p15="http://schemas.microsoft.com/office/powerpoint/2012/main" xmlns:a16="http://schemas.microsoft.com/office/drawing/2014/main" id="{B946A25E-2128-4577-8223-933558F80E61}"/>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63" name="TextBox 13">
              <a:extLst>
                <a:ext uri="{FF2B5EF4-FFF2-40B4-BE49-F238E27FC236}">
                  <a16:creationId xmlns="" xmlns:p14="http://schemas.microsoft.com/office/powerpoint/2010/main" xmlns:p15="http://schemas.microsoft.com/office/powerpoint/2012/main" xmlns:a16="http://schemas.microsoft.com/office/drawing/2014/main" id="{95C9315A-97C9-44B2-B47E-9860621EE88B}"/>
                </a:ext>
              </a:extLst>
            </p:cNvPr>
            <p:cNvSpPr txBox="1"/>
            <p:nvPr/>
          </p:nvSpPr>
          <p:spPr>
            <a:xfrm>
              <a:off x="4356276" y="196200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64" name="TextBox 13">
              <a:extLst>
                <a:ext uri="{FF2B5EF4-FFF2-40B4-BE49-F238E27FC236}">
                  <a16:creationId xmlns="" xmlns:p14="http://schemas.microsoft.com/office/powerpoint/2010/main" xmlns:p15="http://schemas.microsoft.com/office/powerpoint/2012/main" xmlns:a16="http://schemas.microsoft.com/office/drawing/2014/main" id="{7113A966-311A-404D-A788-4F7DD8B326BB}"/>
                </a:ext>
              </a:extLst>
            </p:cNvPr>
            <p:cNvSpPr txBox="1"/>
            <p:nvPr/>
          </p:nvSpPr>
          <p:spPr>
            <a:xfrm>
              <a:off x="4365440" y="2173481"/>
              <a:ext cx="1076833" cy="369332"/>
            </a:xfrm>
            <a:prstGeom prst="rect">
              <a:avLst/>
            </a:prstGeom>
            <a:noFill/>
          </p:spPr>
          <p:txBody>
            <a:bodyPr wrap="square" lIns="0" tIns="0" rIns="0" bIns="0" rtlCol="0" anchor="ctr" anchorCtr="0">
              <a:spAutoFit/>
            </a:bodyPr>
            <a:lstStyle/>
            <a:p>
              <a:pPr algn="ct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单击编辑标题单击编辑标题击编辑标题单击编辑标题</a:t>
              </a:r>
              <a:endParaRPr lang="en-US" altLang="zh-CN"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endParaRPr>
            </a:p>
          </p:txBody>
        </p:sp>
      </p:grpSp>
      <p:grpSp>
        <p:nvGrpSpPr>
          <p:cNvPr id="69" name="组合 68">
            <a:extLst>
              <a:ext uri="{FF2B5EF4-FFF2-40B4-BE49-F238E27FC236}">
                <a16:creationId xmlns="" xmlns:p14="http://schemas.microsoft.com/office/powerpoint/2010/main" xmlns:p15="http://schemas.microsoft.com/office/powerpoint/2012/main" xmlns:a16="http://schemas.microsoft.com/office/drawing/2014/main" id="{A67B53B3-838D-4701-B8CA-AC44B45DF2B7}"/>
              </a:ext>
            </a:extLst>
          </p:cNvPr>
          <p:cNvGrpSpPr/>
          <p:nvPr/>
        </p:nvGrpSpPr>
        <p:grpSpPr>
          <a:xfrm>
            <a:off x="5657717" y="610808"/>
            <a:ext cx="1095173" cy="2386216"/>
            <a:chOff x="4356276" y="1053415"/>
            <a:chExt cx="1095173" cy="2386216"/>
          </a:xfrm>
        </p:grpSpPr>
        <p:cxnSp>
          <p:nvCxnSpPr>
            <p:cNvPr id="70" name="直接连接符 69">
              <a:extLst>
                <a:ext uri="{FF2B5EF4-FFF2-40B4-BE49-F238E27FC236}">
                  <a16:creationId xmlns="" xmlns:p14="http://schemas.microsoft.com/office/powerpoint/2010/main" xmlns:p15="http://schemas.microsoft.com/office/powerpoint/2012/main" xmlns:a16="http://schemas.microsoft.com/office/drawing/2014/main" id="{ED15C41D-90D3-41DB-BCF0-3BB2691452D0}"/>
                </a:ext>
              </a:extLst>
            </p:cNvPr>
            <p:cNvCxnSpPr/>
            <p:nvPr/>
          </p:nvCxnSpPr>
          <p:spPr>
            <a:xfrm flipH="1">
              <a:off x="4903863" y="2459816"/>
              <a:ext cx="0" cy="979815"/>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 xmlns:p14="http://schemas.microsoft.com/office/powerpoint/2010/main" xmlns:p15="http://schemas.microsoft.com/office/powerpoint/2012/main" xmlns:a16="http://schemas.microsoft.com/office/drawing/2014/main" id="{A1C71E0A-6A9A-4610-BBCC-27BABD32474D}"/>
                </a:ext>
              </a:extLst>
            </p:cNvPr>
            <p:cNvGrpSpPr/>
            <p:nvPr/>
          </p:nvGrpSpPr>
          <p:grpSpPr>
            <a:xfrm>
              <a:off x="4686039" y="1053415"/>
              <a:ext cx="573030" cy="1342546"/>
              <a:chOff x="4768367" y="-844793"/>
              <a:chExt cx="3016195" cy="6100918"/>
            </a:xfrm>
          </p:grpSpPr>
          <p:sp>
            <p:nvSpPr>
              <p:cNvPr id="74" name="文本框 73">
                <a:extLst>
                  <a:ext uri="{FF2B5EF4-FFF2-40B4-BE49-F238E27FC236}">
                    <a16:creationId xmlns="" xmlns:p14="http://schemas.microsoft.com/office/powerpoint/2010/main" xmlns:p15="http://schemas.microsoft.com/office/powerpoint/2012/main" xmlns:a16="http://schemas.microsoft.com/office/drawing/2014/main" id="{1F09ACAD-EF26-4A96-BB7F-5BE1A5AFE65F}"/>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75" name="图片 74"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9707087A-8EE8-4E0B-A01A-94B671ECD9A1}"/>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76" name="图片 75">
                <a:extLst>
                  <a:ext uri="{FF2B5EF4-FFF2-40B4-BE49-F238E27FC236}">
                    <a16:creationId xmlns="" xmlns:p14="http://schemas.microsoft.com/office/powerpoint/2010/main" xmlns:p15="http://schemas.microsoft.com/office/powerpoint/2012/main" xmlns:a16="http://schemas.microsoft.com/office/drawing/2014/main" id="{B48590E2-62B4-4C51-B13E-B6D04F320FB6}"/>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77" name="文本框 76">
                <a:extLst>
                  <a:ext uri="{FF2B5EF4-FFF2-40B4-BE49-F238E27FC236}">
                    <a16:creationId xmlns="" xmlns:p14="http://schemas.microsoft.com/office/powerpoint/2010/main" xmlns:p15="http://schemas.microsoft.com/office/powerpoint/2012/main" xmlns:a16="http://schemas.microsoft.com/office/drawing/2014/main" id="{8E020D0F-D0FD-44DF-B236-EF11D6A40D06}"/>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72" name="TextBox 13">
              <a:extLst>
                <a:ext uri="{FF2B5EF4-FFF2-40B4-BE49-F238E27FC236}">
                  <a16:creationId xmlns="" xmlns:p14="http://schemas.microsoft.com/office/powerpoint/2010/main" xmlns:p15="http://schemas.microsoft.com/office/powerpoint/2012/main" xmlns:a16="http://schemas.microsoft.com/office/drawing/2014/main" id="{BDFE77ED-AD3F-4715-9128-324DE3358CE0}"/>
                </a:ext>
              </a:extLst>
            </p:cNvPr>
            <p:cNvSpPr txBox="1"/>
            <p:nvPr/>
          </p:nvSpPr>
          <p:spPr>
            <a:xfrm>
              <a:off x="4356276" y="196200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73" name="TextBox 13">
              <a:extLst>
                <a:ext uri="{FF2B5EF4-FFF2-40B4-BE49-F238E27FC236}">
                  <a16:creationId xmlns="" xmlns:p14="http://schemas.microsoft.com/office/powerpoint/2010/main" xmlns:p15="http://schemas.microsoft.com/office/powerpoint/2012/main" xmlns:a16="http://schemas.microsoft.com/office/drawing/2014/main" id="{0D133609-A595-43E2-9719-46E0E2A0BC2E}"/>
                </a:ext>
              </a:extLst>
            </p:cNvPr>
            <p:cNvSpPr txBox="1"/>
            <p:nvPr/>
          </p:nvSpPr>
          <p:spPr>
            <a:xfrm>
              <a:off x="4365440" y="2173481"/>
              <a:ext cx="1076833" cy="369332"/>
            </a:xfrm>
            <a:prstGeom prst="rect">
              <a:avLst/>
            </a:prstGeom>
            <a:noFill/>
          </p:spPr>
          <p:txBody>
            <a:bodyPr wrap="square" lIns="0" tIns="0" rIns="0" bIns="0" rtlCol="0" anchor="ctr" anchorCtr="0">
              <a:spAutoFit/>
            </a:bodyPr>
            <a:lstStyle/>
            <a:p>
              <a:pPr algn="ct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单击编辑标题单击编辑标题击编辑标题单击编辑标题</a:t>
              </a:r>
              <a:endParaRPr lang="en-US" altLang="zh-CN"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endParaRPr>
            </a:p>
          </p:txBody>
        </p:sp>
      </p:grpSp>
      <p:grpSp>
        <p:nvGrpSpPr>
          <p:cNvPr id="78" name="组合 77">
            <a:extLst>
              <a:ext uri="{FF2B5EF4-FFF2-40B4-BE49-F238E27FC236}">
                <a16:creationId xmlns="" xmlns:p14="http://schemas.microsoft.com/office/powerpoint/2010/main" xmlns:p15="http://schemas.microsoft.com/office/powerpoint/2012/main" xmlns:a16="http://schemas.microsoft.com/office/drawing/2014/main" id="{8963C603-2A3F-4A08-ADA5-3C7E22228363}"/>
              </a:ext>
            </a:extLst>
          </p:cNvPr>
          <p:cNvGrpSpPr/>
          <p:nvPr/>
        </p:nvGrpSpPr>
        <p:grpSpPr>
          <a:xfrm>
            <a:off x="7027737" y="231546"/>
            <a:ext cx="1095173" cy="2588833"/>
            <a:chOff x="4356276" y="1053415"/>
            <a:chExt cx="1095173" cy="2588833"/>
          </a:xfrm>
        </p:grpSpPr>
        <p:cxnSp>
          <p:nvCxnSpPr>
            <p:cNvPr id="79" name="直接连接符 78">
              <a:extLst>
                <a:ext uri="{FF2B5EF4-FFF2-40B4-BE49-F238E27FC236}">
                  <a16:creationId xmlns="" xmlns:p14="http://schemas.microsoft.com/office/powerpoint/2010/main" xmlns:p15="http://schemas.microsoft.com/office/powerpoint/2012/main" xmlns:a16="http://schemas.microsoft.com/office/drawing/2014/main" id="{B9D9F864-E1D8-421B-859F-114C53EA1407}"/>
                </a:ext>
              </a:extLst>
            </p:cNvPr>
            <p:cNvCxnSpPr/>
            <p:nvPr/>
          </p:nvCxnSpPr>
          <p:spPr>
            <a:xfrm flipH="1">
              <a:off x="4902810" y="2459816"/>
              <a:ext cx="1053" cy="1182432"/>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80" name="组合 79">
              <a:extLst>
                <a:ext uri="{FF2B5EF4-FFF2-40B4-BE49-F238E27FC236}">
                  <a16:creationId xmlns="" xmlns:p14="http://schemas.microsoft.com/office/powerpoint/2010/main" xmlns:p15="http://schemas.microsoft.com/office/powerpoint/2012/main" xmlns:a16="http://schemas.microsoft.com/office/drawing/2014/main" id="{171ABDBD-AB26-426E-83BB-6C61E76356F2}"/>
                </a:ext>
              </a:extLst>
            </p:cNvPr>
            <p:cNvGrpSpPr/>
            <p:nvPr/>
          </p:nvGrpSpPr>
          <p:grpSpPr>
            <a:xfrm>
              <a:off x="4686039" y="1053415"/>
              <a:ext cx="563412" cy="1342546"/>
              <a:chOff x="4768367" y="-844793"/>
              <a:chExt cx="2965570" cy="6100918"/>
            </a:xfrm>
          </p:grpSpPr>
          <p:sp>
            <p:nvSpPr>
              <p:cNvPr id="83" name="文本框 82">
                <a:extLst>
                  <a:ext uri="{FF2B5EF4-FFF2-40B4-BE49-F238E27FC236}">
                    <a16:creationId xmlns="" xmlns:p14="http://schemas.microsoft.com/office/powerpoint/2010/main" xmlns:p15="http://schemas.microsoft.com/office/powerpoint/2012/main" xmlns:a16="http://schemas.microsoft.com/office/drawing/2014/main" id="{D3B3D74B-8BE4-4EC1-9FFC-C8470F7C1BFF}"/>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84" name="图片 83"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8C069EA3-FA6A-4E24-816F-60F10C76EBB7}"/>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85" name="图片 84">
                <a:extLst>
                  <a:ext uri="{FF2B5EF4-FFF2-40B4-BE49-F238E27FC236}">
                    <a16:creationId xmlns="" xmlns:p14="http://schemas.microsoft.com/office/powerpoint/2010/main" xmlns:p15="http://schemas.microsoft.com/office/powerpoint/2012/main" xmlns:a16="http://schemas.microsoft.com/office/drawing/2014/main" id="{D6D3791E-DECF-4A58-92E6-FF50F7632C47}"/>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86" name="文本框 85">
                <a:extLst>
                  <a:ext uri="{FF2B5EF4-FFF2-40B4-BE49-F238E27FC236}">
                    <a16:creationId xmlns="" xmlns:p14="http://schemas.microsoft.com/office/powerpoint/2010/main" xmlns:p15="http://schemas.microsoft.com/office/powerpoint/2012/main" xmlns:a16="http://schemas.microsoft.com/office/drawing/2014/main" id="{4D87171B-ACE1-4BE6-8943-6ADAF21F4536}"/>
                  </a:ext>
                </a:extLst>
              </p:cNvPr>
              <p:cNvSpPr txBox="1"/>
              <p:nvPr/>
            </p:nvSpPr>
            <p:spPr>
              <a:xfrm>
                <a:off x="5428800" y="933006"/>
                <a:ext cx="2305137"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3</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81" name="TextBox 13">
              <a:extLst>
                <a:ext uri="{FF2B5EF4-FFF2-40B4-BE49-F238E27FC236}">
                  <a16:creationId xmlns="" xmlns:p14="http://schemas.microsoft.com/office/powerpoint/2010/main" xmlns:p15="http://schemas.microsoft.com/office/powerpoint/2012/main" xmlns:a16="http://schemas.microsoft.com/office/drawing/2014/main" id="{53F4BE44-DD43-4164-AB04-B263F9D2383A}"/>
                </a:ext>
              </a:extLst>
            </p:cNvPr>
            <p:cNvSpPr txBox="1"/>
            <p:nvPr/>
          </p:nvSpPr>
          <p:spPr>
            <a:xfrm>
              <a:off x="4356276" y="196200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82" name="TextBox 13">
              <a:extLst>
                <a:ext uri="{FF2B5EF4-FFF2-40B4-BE49-F238E27FC236}">
                  <a16:creationId xmlns="" xmlns:p14="http://schemas.microsoft.com/office/powerpoint/2010/main" xmlns:p15="http://schemas.microsoft.com/office/powerpoint/2012/main" xmlns:a16="http://schemas.microsoft.com/office/drawing/2014/main" id="{8CE8A413-4E15-4DC1-B144-092B492884E3}"/>
                </a:ext>
              </a:extLst>
            </p:cNvPr>
            <p:cNvSpPr txBox="1"/>
            <p:nvPr/>
          </p:nvSpPr>
          <p:spPr>
            <a:xfrm>
              <a:off x="4365440" y="2173481"/>
              <a:ext cx="1076833" cy="369332"/>
            </a:xfrm>
            <a:prstGeom prst="rect">
              <a:avLst/>
            </a:prstGeom>
            <a:noFill/>
          </p:spPr>
          <p:txBody>
            <a:bodyPr wrap="square" lIns="0" tIns="0" rIns="0" bIns="0" rtlCol="0" anchor="ctr" anchorCtr="0">
              <a:spAutoFit/>
            </a:bodyPr>
            <a:lstStyle/>
            <a:p>
              <a:pPr algn="ct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单击编辑标题单击编辑标题击编辑标题单击编辑标题</a:t>
              </a:r>
              <a:endParaRPr lang="en-US" altLang="zh-CN"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endParaRPr>
            </a:p>
          </p:txBody>
        </p:sp>
      </p:grpSp>
      <p:pic>
        <p:nvPicPr>
          <p:cNvPr id="87" name="图片 86">
            <a:extLst>
              <a:ext uri="{FF2B5EF4-FFF2-40B4-BE49-F238E27FC236}">
                <a16:creationId xmlns="" xmlns:p14="http://schemas.microsoft.com/office/powerpoint/2010/main" xmlns:p15="http://schemas.microsoft.com/office/powerpoint/2012/main" xmlns:a16="http://schemas.microsoft.com/office/drawing/2014/main" id="{96FAC52D-F68C-443C-8481-3F6033AB9CB8}"/>
              </a:ext>
            </a:extLst>
          </p:cNvPr>
          <p:cNvPicPr>
            <a:picLocks noChangeAspect="1"/>
          </p:cNvPicPr>
          <p:nvPr/>
        </p:nvPicPr>
        <p:blipFill>
          <a:blip r:embed="rId9">
            <a:duotone>
              <a:prstClr val="black"/>
              <a:schemeClr val="accent5">
                <a:tint val="45000"/>
                <a:satMod val="400000"/>
              </a:schemeClr>
            </a:duotone>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4255923" y="3629985"/>
            <a:ext cx="1373153" cy="567680"/>
          </a:xfrm>
          <a:prstGeom prst="rect">
            <a:avLst/>
          </a:prstGeom>
        </p:spPr>
      </p:pic>
      <p:pic>
        <p:nvPicPr>
          <p:cNvPr id="88" name="图片 87">
            <a:extLst>
              <a:ext uri="{FF2B5EF4-FFF2-40B4-BE49-F238E27FC236}">
                <a16:creationId xmlns="" xmlns:p14="http://schemas.microsoft.com/office/powerpoint/2010/main" xmlns:p15="http://schemas.microsoft.com/office/powerpoint/2012/main" xmlns:a16="http://schemas.microsoft.com/office/drawing/2014/main" id="{BDE82318-1660-4EB5-87D3-D3AF00A7C3A5}"/>
              </a:ext>
            </a:extLst>
          </p:cNvPr>
          <p:cNvPicPr>
            <a:picLocks noChangeAspect="1"/>
          </p:cNvPicPr>
          <p:nvPr/>
        </p:nvPicPr>
        <p:blipFill>
          <a:blip r:embed="rId9">
            <a:duotone>
              <a:prstClr val="black"/>
              <a:schemeClr val="accent5">
                <a:tint val="45000"/>
                <a:satMod val="400000"/>
              </a:schemeClr>
            </a:duotone>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20243748">
            <a:off x="5529567" y="2711718"/>
            <a:ext cx="1373153" cy="567680"/>
          </a:xfrm>
          <a:prstGeom prst="rect">
            <a:avLst/>
          </a:prstGeom>
        </p:spPr>
      </p:pic>
      <p:pic>
        <p:nvPicPr>
          <p:cNvPr id="89" name="图片 88">
            <a:extLst>
              <a:ext uri="{FF2B5EF4-FFF2-40B4-BE49-F238E27FC236}">
                <a16:creationId xmlns="" xmlns:p14="http://schemas.microsoft.com/office/powerpoint/2010/main" xmlns:p15="http://schemas.microsoft.com/office/powerpoint/2012/main" xmlns:a16="http://schemas.microsoft.com/office/drawing/2014/main" id="{AE31D6C8-13CD-4DAC-AF0E-909554898CE6}"/>
              </a:ext>
            </a:extLst>
          </p:cNvPr>
          <p:cNvPicPr>
            <a:picLocks noChangeAspect="1"/>
          </p:cNvPicPr>
          <p:nvPr/>
        </p:nvPicPr>
        <p:blipFill>
          <a:blip r:embed="rId9">
            <a:duotone>
              <a:prstClr val="black"/>
              <a:schemeClr val="accent5">
                <a:tint val="45000"/>
                <a:satMod val="400000"/>
              </a:schemeClr>
            </a:duotone>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483502">
            <a:off x="6869040" y="2555976"/>
            <a:ext cx="1373153" cy="567680"/>
          </a:xfrm>
          <a:prstGeom prst="rect">
            <a:avLst/>
          </a:prstGeom>
        </p:spPr>
      </p:pic>
    </p:spTree>
    <p:extLst>
      <p:ext uri="{BB962C8B-B14F-4D97-AF65-F5344CB8AC3E}">
        <p14:creationId xmlns:p14="http://schemas.microsoft.com/office/powerpoint/2010/main" val="23773157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withEffec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nodeType="withGroup">
                            <p:stCondLst>
                              <p:cond delay="500"/>
                            </p:stCondLst>
                            <p:childTnLst>
                              <p:par>
                                <p:cTn id="9" presetID="42" presetClass="entr" presetSubtype="0" fill="hold" nodeType="afterEffect">
                                  <p:childTnLst>
                                    <p:set>
                                      <p:cBhvr>
                                        <p:cTn id="10" dur="1" fill="hold">
                                          <p:stCondLst>
                                            <p:cond delay="0"/>
                                          </p:stCondLst>
                                        </p:cTn>
                                        <p:tgtEl>
                                          <p:spTgt spid="61"/>
                                        </p:tgtEl>
                                        <p:attrNameLst>
                                          <p:attrName>style.visibility</p:attrName>
                                        </p:attrNameLst>
                                      </p:cBhvr>
                                      <p:to>
                                        <p:strVal val="visible"/>
                                      </p:to>
                                    </p:set>
                                    <p:animEffect transition="in" filter="fade">
                                      <p:cBhvr>
                                        <p:cTn id="11" dur="1000"/>
                                        <p:tgtEl>
                                          <p:spTgt spid="61"/>
                                        </p:tgtEl>
                                      </p:cBhvr>
                                    </p:animEffect>
                                    <p:anim calcmode="lin" valueType="num">
                                      <p:cBhvr>
                                        <p:cTn id="12" dur="1000" fill="hold"/>
                                        <p:tgtEl>
                                          <p:spTgt spid="61"/>
                                        </p:tgtEl>
                                        <p:attrNameLst>
                                          <p:attrName>ppt_x</p:attrName>
                                        </p:attrNameLst>
                                      </p:cBhvr>
                                      <p:tavLst>
                                        <p:tav tm="0">
                                          <p:val>
                                            <p:strVal val="#ppt_x"/>
                                          </p:val>
                                        </p:tav>
                                        <p:tav tm="100000">
                                          <p:val>
                                            <p:strVal val="#ppt_x"/>
                                          </p:val>
                                        </p:tav>
                                      </p:tavLst>
                                    </p:anim>
                                    <p:anim calcmode="lin" valueType="num">
                                      <p:cBhvr>
                                        <p:cTn id="13" dur="1000" fill="hold"/>
                                        <p:tgtEl>
                                          <p:spTgt spid="61"/>
                                        </p:tgtEl>
                                        <p:attrNameLst>
                                          <p:attrName>ppt_y</p:attrName>
                                        </p:attrNameLst>
                                      </p:cBhvr>
                                      <p:tavLst>
                                        <p:tav tm="0">
                                          <p:val>
                                            <p:strVal val="#ppt_y+.1"/>
                                          </p:val>
                                        </p:tav>
                                        <p:tav tm="100000">
                                          <p:val>
                                            <p:strVal val="#ppt_y"/>
                                          </p:val>
                                        </p:tav>
                                      </p:tavLst>
                                    </p:anim>
                                  </p:childTnLst>
                                </p:cTn>
                              </p:par>
                            </p:childTnLst>
                          </p:cTn>
                        </p:par>
                        <p:par>
                          <p:cTn id="14" fill="hold" nodeType="withGroup">
                            <p:stCondLst>
                              <p:cond delay="1500"/>
                            </p:stCondLst>
                            <p:childTnLst>
                              <p:par>
                                <p:cTn id="15" presetID="55" presetClass="entr" presetSubtype="0" fill="hold" nodeType="afterEffect">
                                  <p:childTnLst>
                                    <p:set>
                                      <p:cBhvr>
                                        <p:cTn id="16" dur="1" fill="hold">
                                          <p:stCondLst>
                                            <p:cond delay="0"/>
                                          </p:stCondLst>
                                        </p:cTn>
                                        <p:tgtEl>
                                          <p:spTgt spid="87"/>
                                        </p:tgtEl>
                                        <p:attrNameLst>
                                          <p:attrName>style.visibility</p:attrName>
                                        </p:attrNameLst>
                                      </p:cBhvr>
                                      <p:to>
                                        <p:strVal val="visible"/>
                                      </p:to>
                                    </p:set>
                                    <p:anim calcmode="lin" valueType="num">
                                      <p:cBhvr>
                                        <p:cTn id="17" dur="1000" fill="hold"/>
                                        <p:tgtEl>
                                          <p:spTgt spid="87"/>
                                        </p:tgtEl>
                                        <p:attrNameLst>
                                          <p:attrName>ppt_w</p:attrName>
                                        </p:attrNameLst>
                                      </p:cBhvr>
                                      <p:tavLst>
                                        <p:tav tm="0">
                                          <p:val>
                                            <p:strVal val="#ppt_w*0.70"/>
                                          </p:val>
                                        </p:tav>
                                        <p:tav tm="100000">
                                          <p:val>
                                            <p:strVal val="#ppt_w"/>
                                          </p:val>
                                        </p:tav>
                                      </p:tavLst>
                                    </p:anim>
                                    <p:anim calcmode="lin" valueType="num">
                                      <p:cBhvr>
                                        <p:cTn id="18" dur="1000" fill="hold"/>
                                        <p:tgtEl>
                                          <p:spTgt spid="87"/>
                                        </p:tgtEl>
                                        <p:attrNameLst>
                                          <p:attrName>ppt_h</p:attrName>
                                        </p:attrNameLst>
                                      </p:cBhvr>
                                      <p:tavLst>
                                        <p:tav tm="0">
                                          <p:val>
                                            <p:strVal val="#ppt_h"/>
                                          </p:val>
                                        </p:tav>
                                        <p:tav tm="100000">
                                          <p:val>
                                            <p:strVal val="#ppt_h"/>
                                          </p:val>
                                        </p:tav>
                                      </p:tavLst>
                                    </p:anim>
                                    <p:animEffect transition="in" filter="fade">
                                      <p:cBhvr>
                                        <p:cTn id="19" dur="1000"/>
                                        <p:tgtEl>
                                          <p:spTgt spid="87"/>
                                        </p:tgtEl>
                                      </p:cBhvr>
                                    </p:animEffect>
                                  </p:childTnLst>
                                </p:cTn>
                              </p:par>
                              <p:par>
                                <p:cTn id="20" presetID="42" presetClass="entr" presetSubtype="0" fill="hold" nodeType="withEffec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childTnLst>
                          </p:cTn>
                        </p:par>
                        <p:par>
                          <p:cTn id="25" fill="hold" nodeType="withGroup">
                            <p:stCondLst>
                              <p:cond delay="2500"/>
                            </p:stCondLst>
                            <p:childTnLst>
                              <p:par>
                                <p:cTn id="26" presetID="55" presetClass="entr" presetSubtype="0" fill="hold" nodeType="afterEffect">
                                  <p:childTnLst>
                                    <p:set>
                                      <p:cBhvr>
                                        <p:cTn id="27" dur="1" fill="hold">
                                          <p:stCondLst>
                                            <p:cond delay="0"/>
                                          </p:stCondLst>
                                        </p:cTn>
                                        <p:tgtEl>
                                          <p:spTgt spid="88"/>
                                        </p:tgtEl>
                                        <p:attrNameLst>
                                          <p:attrName>style.visibility</p:attrName>
                                        </p:attrNameLst>
                                      </p:cBhvr>
                                      <p:to>
                                        <p:strVal val="visible"/>
                                      </p:to>
                                    </p:set>
                                    <p:anim calcmode="lin" valueType="num">
                                      <p:cBhvr>
                                        <p:cTn id="28" dur="1000" fill="hold"/>
                                        <p:tgtEl>
                                          <p:spTgt spid="88"/>
                                        </p:tgtEl>
                                        <p:attrNameLst>
                                          <p:attrName>ppt_w</p:attrName>
                                        </p:attrNameLst>
                                      </p:cBhvr>
                                      <p:tavLst>
                                        <p:tav tm="0">
                                          <p:val>
                                            <p:strVal val="#ppt_w*0.70"/>
                                          </p:val>
                                        </p:tav>
                                        <p:tav tm="100000">
                                          <p:val>
                                            <p:strVal val="#ppt_w"/>
                                          </p:val>
                                        </p:tav>
                                      </p:tavLst>
                                    </p:anim>
                                    <p:anim calcmode="lin" valueType="num">
                                      <p:cBhvr>
                                        <p:cTn id="29" dur="1000" fill="hold"/>
                                        <p:tgtEl>
                                          <p:spTgt spid="88"/>
                                        </p:tgtEl>
                                        <p:attrNameLst>
                                          <p:attrName>ppt_h</p:attrName>
                                        </p:attrNameLst>
                                      </p:cBhvr>
                                      <p:tavLst>
                                        <p:tav tm="0">
                                          <p:val>
                                            <p:strVal val="#ppt_h"/>
                                          </p:val>
                                        </p:tav>
                                        <p:tav tm="100000">
                                          <p:val>
                                            <p:strVal val="#ppt_h"/>
                                          </p:val>
                                        </p:tav>
                                      </p:tavLst>
                                    </p:anim>
                                    <p:animEffect transition="in" filter="fade">
                                      <p:cBhvr>
                                        <p:cTn id="30" dur="1000"/>
                                        <p:tgtEl>
                                          <p:spTgt spid="88"/>
                                        </p:tgtEl>
                                      </p:cBhvr>
                                    </p:animEffect>
                                  </p:childTnLst>
                                </p:cTn>
                              </p:par>
                              <p:par>
                                <p:cTn id="31" presetID="42" presetClass="entr" presetSubtype="0" fill="hold" nodeType="withEffect">
                                  <p:childTnLst>
                                    <p:set>
                                      <p:cBhvr>
                                        <p:cTn id="32" dur="1" fill="hold">
                                          <p:stCondLst>
                                            <p:cond delay="0"/>
                                          </p:stCondLst>
                                        </p:cTn>
                                        <p:tgtEl>
                                          <p:spTgt spid="69"/>
                                        </p:tgtEl>
                                        <p:attrNameLst>
                                          <p:attrName>style.visibility</p:attrName>
                                        </p:attrNameLst>
                                      </p:cBhvr>
                                      <p:to>
                                        <p:strVal val="visible"/>
                                      </p:to>
                                    </p:set>
                                    <p:animEffect transition="in" filter="fade">
                                      <p:cBhvr>
                                        <p:cTn id="33" dur="1000"/>
                                        <p:tgtEl>
                                          <p:spTgt spid="69"/>
                                        </p:tgtEl>
                                      </p:cBhvr>
                                    </p:animEffect>
                                    <p:anim calcmode="lin" valueType="num">
                                      <p:cBhvr>
                                        <p:cTn id="34" dur="1000" fill="hold"/>
                                        <p:tgtEl>
                                          <p:spTgt spid="69"/>
                                        </p:tgtEl>
                                        <p:attrNameLst>
                                          <p:attrName>ppt_x</p:attrName>
                                        </p:attrNameLst>
                                      </p:cBhvr>
                                      <p:tavLst>
                                        <p:tav tm="0">
                                          <p:val>
                                            <p:strVal val="#ppt_x"/>
                                          </p:val>
                                        </p:tav>
                                        <p:tav tm="100000">
                                          <p:val>
                                            <p:strVal val="#ppt_x"/>
                                          </p:val>
                                        </p:tav>
                                      </p:tavLst>
                                    </p:anim>
                                    <p:anim calcmode="lin" valueType="num">
                                      <p:cBhvr>
                                        <p:cTn id="35" dur="1000" fill="hold"/>
                                        <p:tgtEl>
                                          <p:spTgt spid="69"/>
                                        </p:tgtEl>
                                        <p:attrNameLst>
                                          <p:attrName>ppt_y</p:attrName>
                                        </p:attrNameLst>
                                      </p:cBhvr>
                                      <p:tavLst>
                                        <p:tav tm="0">
                                          <p:val>
                                            <p:strVal val="#ppt_y+.1"/>
                                          </p:val>
                                        </p:tav>
                                        <p:tav tm="100000">
                                          <p:val>
                                            <p:strVal val="#ppt_y"/>
                                          </p:val>
                                        </p:tav>
                                      </p:tavLst>
                                    </p:anim>
                                  </p:childTnLst>
                                </p:cTn>
                              </p:par>
                            </p:childTnLst>
                          </p:cTn>
                        </p:par>
                        <p:par>
                          <p:cTn id="36" fill="hold" nodeType="withGroup">
                            <p:stCondLst>
                              <p:cond delay="3500"/>
                            </p:stCondLst>
                            <p:childTnLst>
                              <p:par>
                                <p:cTn id="37" presetID="55" presetClass="entr" presetSubtype="0" fill="hold" nodeType="afterEffect">
                                  <p:childTnLst>
                                    <p:set>
                                      <p:cBhvr>
                                        <p:cTn id="38" dur="1" fill="hold">
                                          <p:stCondLst>
                                            <p:cond delay="0"/>
                                          </p:stCondLst>
                                        </p:cTn>
                                        <p:tgtEl>
                                          <p:spTgt spid="89"/>
                                        </p:tgtEl>
                                        <p:attrNameLst>
                                          <p:attrName>style.visibility</p:attrName>
                                        </p:attrNameLst>
                                      </p:cBhvr>
                                      <p:to>
                                        <p:strVal val="visible"/>
                                      </p:to>
                                    </p:set>
                                    <p:anim calcmode="lin" valueType="num">
                                      <p:cBhvr>
                                        <p:cTn id="39" dur="1000" fill="hold"/>
                                        <p:tgtEl>
                                          <p:spTgt spid="89"/>
                                        </p:tgtEl>
                                        <p:attrNameLst>
                                          <p:attrName>ppt_w</p:attrName>
                                        </p:attrNameLst>
                                      </p:cBhvr>
                                      <p:tavLst>
                                        <p:tav tm="0">
                                          <p:val>
                                            <p:strVal val="#ppt_w*0.70"/>
                                          </p:val>
                                        </p:tav>
                                        <p:tav tm="100000">
                                          <p:val>
                                            <p:strVal val="#ppt_w"/>
                                          </p:val>
                                        </p:tav>
                                      </p:tavLst>
                                    </p:anim>
                                    <p:anim calcmode="lin" valueType="num">
                                      <p:cBhvr>
                                        <p:cTn id="40" dur="1000" fill="hold"/>
                                        <p:tgtEl>
                                          <p:spTgt spid="89"/>
                                        </p:tgtEl>
                                        <p:attrNameLst>
                                          <p:attrName>ppt_h</p:attrName>
                                        </p:attrNameLst>
                                      </p:cBhvr>
                                      <p:tavLst>
                                        <p:tav tm="0">
                                          <p:val>
                                            <p:strVal val="#ppt_h"/>
                                          </p:val>
                                        </p:tav>
                                        <p:tav tm="100000">
                                          <p:val>
                                            <p:strVal val="#ppt_h"/>
                                          </p:val>
                                        </p:tav>
                                      </p:tavLst>
                                    </p:anim>
                                    <p:animEffect transition="in" filter="fade">
                                      <p:cBhvr>
                                        <p:cTn id="41" dur="1000"/>
                                        <p:tgtEl>
                                          <p:spTgt spid="89"/>
                                        </p:tgtEl>
                                      </p:cBhvr>
                                    </p:animEffect>
                                  </p:childTnLst>
                                </p:cTn>
                              </p:par>
                              <p:par>
                                <p:cTn id="42" presetID="42" presetClass="entr" presetSubtype="0" fill="hold" nodeType="withEffect">
                                  <p:childTnLst>
                                    <p:set>
                                      <p:cBhvr>
                                        <p:cTn id="43" dur="1" fill="hold">
                                          <p:stCondLst>
                                            <p:cond delay="0"/>
                                          </p:stCondLst>
                                        </p:cTn>
                                        <p:tgtEl>
                                          <p:spTgt spid="78"/>
                                        </p:tgtEl>
                                        <p:attrNameLst>
                                          <p:attrName>style.visibility</p:attrName>
                                        </p:attrNameLst>
                                      </p:cBhvr>
                                      <p:to>
                                        <p:strVal val="visible"/>
                                      </p:to>
                                    </p:set>
                                    <p:animEffect transition="in" filter="fade">
                                      <p:cBhvr>
                                        <p:cTn id="44" dur="1000"/>
                                        <p:tgtEl>
                                          <p:spTgt spid="78"/>
                                        </p:tgtEl>
                                      </p:cBhvr>
                                    </p:animEffect>
                                    <p:anim calcmode="lin" valueType="num">
                                      <p:cBhvr>
                                        <p:cTn id="45" dur="1000" fill="hold"/>
                                        <p:tgtEl>
                                          <p:spTgt spid="78"/>
                                        </p:tgtEl>
                                        <p:attrNameLst>
                                          <p:attrName>ppt_x</p:attrName>
                                        </p:attrNameLst>
                                      </p:cBhvr>
                                      <p:tavLst>
                                        <p:tav tm="0">
                                          <p:val>
                                            <p:strVal val="#ppt_x"/>
                                          </p:val>
                                        </p:tav>
                                        <p:tav tm="100000">
                                          <p:val>
                                            <p:strVal val="#ppt_x"/>
                                          </p:val>
                                        </p:tav>
                                      </p:tavLst>
                                    </p:anim>
                                    <p:anim calcmode="lin" valueType="num">
                                      <p:cBhvr>
                                        <p:cTn id="46" dur="10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cxnSp>
        <p:nvCxnSpPr>
          <p:cNvPr id="3" name="直接连接符 2">
            <a:extLst>
              <a:ext uri="{FF2B5EF4-FFF2-40B4-BE49-F238E27FC236}">
                <a16:creationId xmlns="" xmlns:p14="http://schemas.microsoft.com/office/powerpoint/2010/main" xmlns:p15="http://schemas.microsoft.com/office/powerpoint/2012/main" xmlns:a16="http://schemas.microsoft.com/office/drawing/2014/main" id="{F2B7A6C9-0EDB-443D-8A80-268BF33EAD25}"/>
              </a:ext>
            </a:extLst>
          </p:cNvPr>
          <p:cNvCxnSpPr/>
          <p:nvPr/>
        </p:nvCxnSpPr>
        <p:spPr>
          <a:xfrm flipH="1">
            <a:off x="514126" y="1601440"/>
            <a:ext cx="0" cy="1707615"/>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 xmlns:p14="http://schemas.microsoft.com/office/powerpoint/2010/main" xmlns:p15="http://schemas.microsoft.com/office/powerpoint/2012/main" xmlns:a16="http://schemas.microsoft.com/office/drawing/2014/main" id="{2D750847-1850-4B0A-BE49-E2B0065F5DEA}"/>
              </a:ext>
            </a:extLst>
          </p:cNvPr>
          <p:cNvCxnSpPr/>
          <p:nvPr/>
        </p:nvCxnSpPr>
        <p:spPr>
          <a:xfrm flipH="1">
            <a:off x="1591943" y="1601440"/>
            <a:ext cx="0" cy="1707615"/>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 xmlns:p14="http://schemas.microsoft.com/office/powerpoint/2010/main" xmlns:p15="http://schemas.microsoft.com/office/powerpoint/2012/main" xmlns:a16="http://schemas.microsoft.com/office/drawing/2014/main" id="{2A69BDDC-99A3-4FEC-95C3-A4631270BC5C}"/>
              </a:ext>
            </a:extLst>
          </p:cNvPr>
          <p:cNvCxnSpPr/>
          <p:nvPr/>
        </p:nvCxnSpPr>
        <p:spPr>
          <a:xfrm flipH="1">
            <a:off x="2680777" y="1601440"/>
            <a:ext cx="0" cy="1707615"/>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graphicFrame>
        <p:nvGraphicFramePr>
          <p:cNvPr id="14" name="图表 13">
            <a:extLst>
              <a:ext uri="{FF2B5EF4-FFF2-40B4-BE49-F238E27FC236}">
                <a16:creationId xmlns="" xmlns:p14="http://schemas.microsoft.com/office/powerpoint/2010/main" xmlns:p15="http://schemas.microsoft.com/office/powerpoint/2012/main" xmlns:a16="http://schemas.microsoft.com/office/drawing/2014/main" id="{C5579069-0236-4876-B7D1-9CD2B1D5B590}"/>
              </a:ext>
            </a:extLst>
          </p:cNvPr>
          <p:cNvGraphicFramePr/>
          <p:nvPr>
            <p:extLst>
              <p:ext uri="{D42A27DB-BD31-4B8C-83A1-F6EECF244321}">
                <p14:modId xmlns:p14="http://schemas.microsoft.com/office/powerpoint/2010/main" val="187137641"/>
              </p:ext>
            </p:extLst>
          </p:nvPr>
        </p:nvGraphicFramePr>
        <p:xfrm>
          <a:off x="3967770" y="1021805"/>
          <a:ext cx="4521592" cy="1738367"/>
        </p:xfrm>
        <a:graphic>
          <a:graphicData uri="http://schemas.openxmlformats.org/drawingml/2006/chart">
            <c:chart xmlns:c="http://schemas.openxmlformats.org/drawingml/2006/chart" xmlns:r="http://schemas.openxmlformats.org/officeDocument/2006/relationships" r:id="rId6"/>
          </a:graphicData>
        </a:graphic>
      </p:graphicFrame>
      <p:cxnSp>
        <p:nvCxnSpPr>
          <p:cNvPr id="45" name="直接连接符 44">
            <a:extLst>
              <a:ext uri="{FF2B5EF4-FFF2-40B4-BE49-F238E27FC236}">
                <a16:creationId xmlns="" xmlns:p14="http://schemas.microsoft.com/office/powerpoint/2010/main" xmlns:p15="http://schemas.microsoft.com/office/powerpoint/2012/main" xmlns:a16="http://schemas.microsoft.com/office/drawing/2014/main" id="{C08B4B80-0AD8-4A1F-A65C-874676057B94}"/>
              </a:ext>
            </a:extLst>
          </p:cNvPr>
          <p:cNvCxnSpPr/>
          <p:nvPr/>
        </p:nvCxnSpPr>
        <p:spPr>
          <a:xfrm flipH="1">
            <a:off x="4309514" y="2772362"/>
            <a:ext cx="383810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6" name="TextBox 13">
            <a:extLst>
              <a:ext uri="{FF2B5EF4-FFF2-40B4-BE49-F238E27FC236}">
                <a16:creationId xmlns="" xmlns:p14="http://schemas.microsoft.com/office/powerpoint/2010/main" xmlns:p15="http://schemas.microsoft.com/office/powerpoint/2012/main" xmlns:a16="http://schemas.microsoft.com/office/drawing/2014/main" id="{FE0AA21F-E271-4246-BEF3-AA6773083AAF}"/>
              </a:ext>
            </a:extLst>
          </p:cNvPr>
          <p:cNvSpPr txBox="1"/>
          <p:nvPr/>
        </p:nvSpPr>
        <p:spPr>
          <a:xfrm>
            <a:off x="4754463" y="2908079"/>
            <a:ext cx="523444" cy="369332"/>
          </a:xfrm>
          <a:prstGeom prst="rect">
            <a:avLst/>
          </a:prstGeom>
          <a:noFill/>
        </p:spPr>
        <p:txBody>
          <a:bodyPr wrap="square" lIns="0" tIns="0" rIns="0" bIns="0" rtlCol="0" anchor="t"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7" name="TextBox 13">
            <a:extLst>
              <a:ext uri="{FF2B5EF4-FFF2-40B4-BE49-F238E27FC236}">
                <a16:creationId xmlns="" xmlns:p14="http://schemas.microsoft.com/office/powerpoint/2010/main" xmlns:p15="http://schemas.microsoft.com/office/powerpoint/2012/main" xmlns:a16="http://schemas.microsoft.com/office/drawing/2014/main" id="{74468A4C-B088-44FC-B88F-BE5441867399}"/>
              </a:ext>
            </a:extLst>
          </p:cNvPr>
          <p:cNvSpPr txBox="1"/>
          <p:nvPr/>
        </p:nvSpPr>
        <p:spPr>
          <a:xfrm>
            <a:off x="5566881" y="2908079"/>
            <a:ext cx="523444" cy="369332"/>
          </a:xfrm>
          <a:prstGeom prst="rect">
            <a:avLst/>
          </a:prstGeom>
          <a:noFill/>
        </p:spPr>
        <p:txBody>
          <a:bodyPr wrap="square" lIns="0" tIns="0" rIns="0" bIns="0" rtlCol="0" anchor="t"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8" name="TextBox 13">
            <a:extLst>
              <a:ext uri="{FF2B5EF4-FFF2-40B4-BE49-F238E27FC236}">
                <a16:creationId xmlns="" xmlns:p14="http://schemas.microsoft.com/office/powerpoint/2010/main" xmlns:p15="http://schemas.microsoft.com/office/powerpoint/2012/main" xmlns:a16="http://schemas.microsoft.com/office/drawing/2014/main" id="{2C9222D2-C40C-4533-B244-D9A38B0AD549}"/>
              </a:ext>
            </a:extLst>
          </p:cNvPr>
          <p:cNvSpPr txBox="1"/>
          <p:nvPr/>
        </p:nvSpPr>
        <p:spPr>
          <a:xfrm>
            <a:off x="6379299" y="2908079"/>
            <a:ext cx="523444" cy="369332"/>
          </a:xfrm>
          <a:prstGeom prst="rect">
            <a:avLst/>
          </a:prstGeom>
          <a:noFill/>
        </p:spPr>
        <p:txBody>
          <a:bodyPr wrap="square" lIns="0" tIns="0" rIns="0" bIns="0" rtlCol="0" anchor="t"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9" name="TextBox 13">
            <a:extLst>
              <a:ext uri="{FF2B5EF4-FFF2-40B4-BE49-F238E27FC236}">
                <a16:creationId xmlns="" xmlns:p14="http://schemas.microsoft.com/office/powerpoint/2010/main" xmlns:p15="http://schemas.microsoft.com/office/powerpoint/2012/main" xmlns:a16="http://schemas.microsoft.com/office/drawing/2014/main" id="{F6699D07-B332-4E0F-96FF-EF49D451E04D}"/>
              </a:ext>
            </a:extLst>
          </p:cNvPr>
          <p:cNvSpPr txBox="1"/>
          <p:nvPr/>
        </p:nvSpPr>
        <p:spPr>
          <a:xfrm>
            <a:off x="7191718" y="2908079"/>
            <a:ext cx="523444" cy="369332"/>
          </a:xfrm>
          <a:prstGeom prst="rect">
            <a:avLst/>
          </a:prstGeom>
          <a:noFill/>
        </p:spPr>
        <p:txBody>
          <a:bodyPr wrap="square" lIns="0" tIns="0" rIns="0" bIns="0" rtlCol="0" anchor="t"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pic>
        <p:nvPicPr>
          <p:cNvPr id="26" name="图片 25">
            <a:extLst>
              <a:ext uri="{FF2B5EF4-FFF2-40B4-BE49-F238E27FC236}">
                <a16:creationId xmlns="" xmlns:p14="http://schemas.microsoft.com/office/powerpoint/2010/main" xmlns:p15="http://schemas.microsoft.com/office/powerpoint/2012/main" xmlns:a16="http://schemas.microsoft.com/office/drawing/2014/main" id="{170EB9AB-F65B-4566-A9DA-A1B64DA00CB1}"/>
              </a:ext>
            </a:extLst>
          </p:cNvPr>
          <p:cNvPicPr>
            <a:picLocks noChangeAspect="1"/>
          </p:cNvPicPr>
          <p:nvPr/>
        </p:nvPicPr>
        <p:blipFill>
          <a:blip r:embed="rId7">
            <a:duotone>
              <a:prstClr val="black"/>
              <a:srgbClr val="03E2E7">
                <a:tint val="45000"/>
                <a:satMod val="400000"/>
              </a:srgbClr>
            </a:duotone>
          </a:blip>
          <a:stretch>
            <a:fillRect/>
          </a:stretch>
        </p:blipFill>
        <p:spPr>
          <a:xfrm>
            <a:off x="299835" y="1394371"/>
            <a:ext cx="1225329" cy="689248"/>
          </a:xfrm>
          <a:prstGeom prst="rect">
            <a:avLst/>
          </a:prstGeom>
        </p:spPr>
      </p:pic>
      <p:pic>
        <p:nvPicPr>
          <p:cNvPr id="29" name="图片 28">
            <a:extLst>
              <a:ext uri="{FF2B5EF4-FFF2-40B4-BE49-F238E27FC236}">
                <a16:creationId xmlns="" xmlns:p14="http://schemas.microsoft.com/office/powerpoint/2010/main" xmlns:p15="http://schemas.microsoft.com/office/powerpoint/2012/main" xmlns:a16="http://schemas.microsoft.com/office/drawing/2014/main" id="{D52A3B30-CD15-47CF-8CA0-6133D45EC17D}"/>
              </a:ext>
            </a:extLst>
          </p:cNvPr>
          <p:cNvPicPr>
            <a:picLocks noChangeAspect="1"/>
          </p:cNvPicPr>
          <p:nvPr/>
        </p:nvPicPr>
        <p:blipFill>
          <a:blip r:embed="rId8">
            <a:duotone>
              <a:prstClr val="black"/>
              <a:srgbClr val="03E2E7">
                <a:tint val="45000"/>
                <a:satMod val="400000"/>
              </a:srgbClr>
            </a:duotone>
          </a:blip>
          <a:stretch>
            <a:fillRect/>
          </a:stretch>
        </p:blipFill>
        <p:spPr>
          <a:xfrm>
            <a:off x="2812155" y="1446523"/>
            <a:ext cx="769945" cy="699493"/>
          </a:xfrm>
          <a:prstGeom prst="rect">
            <a:avLst/>
          </a:prstGeom>
        </p:spPr>
      </p:pic>
      <p:pic>
        <p:nvPicPr>
          <p:cNvPr id="2" name="图片 1">
            <a:extLst>
              <a:ext uri="{FF2B5EF4-FFF2-40B4-BE49-F238E27FC236}">
                <a16:creationId xmlns="" xmlns:p14="http://schemas.microsoft.com/office/powerpoint/2010/main" xmlns:p15="http://schemas.microsoft.com/office/powerpoint/2012/main" xmlns:a16="http://schemas.microsoft.com/office/drawing/2014/main" id="{AB86D195-12C1-476B-8671-B872D868B946}"/>
              </a:ext>
            </a:extLst>
          </p:cNvPr>
          <p:cNvPicPr>
            <a:picLocks noChangeAspect="1"/>
          </p:cNvPicPr>
          <p:nvPr/>
        </p:nvPicPr>
        <p:blipFill>
          <a:blip r:embed="rId9">
            <a:duotone>
              <a:prstClr val="black"/>
              <a:srgbClr val="03E2E7">
                <a:tint val="45000"/>
                <a:satMod val="400000"/>
              </a:srgbClr>
            </a:duotone>
          </a:blip>
          <a:stretch>
            <a:fillRect/>
          </a:stretch>
        </p:blipFill>
        <p:spPr>
          <a:xfrm>
            <a:off x="1744019" y="1491631"/>
            <a:ext cx="796787" cy="597590"/>
          </a:xfrm>
          <a:prstGeom prst="rect">
            <a:avLst/>
          </a:prstGeom>
        </p:spPr>
      </p:pic>
      <p:grpSp>
        <p:nvGrpSpPr>
          <p:cNvPr id="242" name="组合 241">
            <a:extLst>
              <a:ext uri="{FF2B5EF4-FFF2-40B4-BE49-F238E27FC236}">
                <a16:creationId xmlns="" xmlns:p14="http://schemas.microsoft.com/office/powerpoint/2010/main" xmlns:p15="http://schemas.microsoft.com/office/powerpoint/2012/main" xmlns:a16="http://schemas.microsoft.com/office/drawing/2014/main" id="{A4486667-7191-4E6D-B4D1-60113B6AB9CC}"/>
              </a:ext>
            </a:extLst>
          </p:cNvPr>
          <p:cNvGrpSpPr/>
          <p:nvPr/>
        </p:nvGrpSpPr>
        <p:grpSpPr>
          <a:xfrm>
            <a:off x="528810" y="1800300"/>
            <a:ext cx="1095173" cy="1489398"/>
            <a:chOff x="4356276" y="1053415"/>
            <a:chExt cx="1095173" cy="1489398"/>
          </a:xfrm>
        </p:grpSpPr>
        <p:grpSp>
          <p:nvGrpSpPr>
            <p:cNvPr id="244" name="组合 243">
              <a:extLst>
                <a:ext uri="{FF2B5EF4-FFF2-40B4-BE49-F238E27FC236}">
                  <a16:creationId xmlns="" xmlns:p14="http://schemas.microsoft.com/office/powerpoint/2010/main" xmlns:p15="http://schemas.microsoft.com/office/powerpoint/2012/main" xmlns:a16="http://schemas.microsoft.com/office/drawing/2014/main" id="{4DA94A78-F83A-44BC-B718-9D4BC990B5FD}"/>
                </a:ext>
              </a:extLst>
            </p:cNvPr>
            <p:cNvGrpSpPr/>
            <p:nvPr/>
          </p:nvGrpSpPr>
          <p:grpSpPr>
            <a:xfrm>
              <a:off x="4686039" y="1053415"/>
              <a:ext cx="450764" cy="1342546"/>
              <a:chOff x="4768367" y="-844793"/>
              <a:chExt cx="2372637" cy="6100918"/>
            </a:xfrm>
          </p:grpSpPr>
          <p:sp>
            <p:nvSpPr>
              <p:cNvPr id="247" name="文本框 246">
                <a:extLst>
                  <a:ext uri="{FF2B5EF4-FFF2-40B4-BE49-F238E27FC236}">
                    <a16:creationId xmlns="" xmlns:p14="http://schemas.microsoft.com/office/powerpoint/2010/main" xmlns:p15="http://schemas.microsoft.com/office/powerpoint/2012/main" xmlns:a16="http://schemas.microsoft.com/office/drawing/2014/main" id="{A0A28ACF-5079-42BE-A5B6-2474BF84D8A2}"/>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248" name="图片 247"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60A5DBD2-ABBF-4D11-92A4-FDFC037E92F2}"/>
                  </a:ext>
                </a:extLst>
              </p:cNvPr>
              <p:cNvPicPr>
                <a:picLocks noChangeAspect="1"/>
              </p:cNvPicPr>
              <p:nvPr/>
            </p:nvPicPr>
            <p:blipFill>
              <a:blip r:embed="rId10">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249" name="图片 248">
                <a:extLst>
                  <a:ext uri="{FF2B5EF4-FFF2-40B4-BE49-F238E27FC236}">
                    <a16:creationId xmlns="" xmlns:p14="http://schemas.microsoft.com/office/powerpoint/2010/main" xmlns:p15="http://schemas.microsoft.com/office/powerpoint/2012/main" xmlns:a16="http://schemas.microsoft.com/office/drawing/2014/main" id="{BA5A9A92-7BB2-4944-B1EB-4BA87AA90973}"/>
                  </a:ext>
                </a:extLst>
              </p:cNvPr>
              <p:cNvPicPr>
                <a:picLocks noChangeAspect="1"/>
              </p:cNvPicPr>
              <p:nvPr/>
            </p:nvPicPr>
            <p:blipFill>
              <a:blip r:embed="rId11">
                <a:biLevel thresh="50000"/>
                <a:extLst>
                  <a:ext uri="{BEBA8EAE-BF5A-486C-A8C5-ECC9F3942E4B}">
                    <a14:imgProps xmlns:a14="http://schemas.microsoft.com/office/drawing/2010/main">
                      <a14:imgLayer r:embed="rId12">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250" name="文本框 249">
                <a:extLst>
                  <a:ext uri="{FF2B5EF4-FFF2-40B4-BE49-F238E27FC236}">
                    <a16:creationId xmlns="" xmlns:p14="http://schemas.microsoft.com/office/powerpoint/2010/main" xmlns:p15="http://schemas.microsoft.com/office/powerpoint/2012/main" xmlns:a16="http://schemas.microsoft.com/office/drawing/2014/main" id="{97A34DF0-8019-43BD-9070-5BF261E01C54}"/>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245" name="TextBox 13">
              <a:extLst>
                <a:ext uri="{FF2B5EF4-FFF2-40B4-BE49-F238E27FC236}">
                  <a16:creationId xmlns="" xmlns:p14="http://schemas.microsoft.com/office/powerpoint/2010/main" xmlns:p15="http://schemas.microsoft.com/office/powerpoint/2012/main" xmlns:a16="http://schemas.microsoft.com/office/drawing/2014/main" id="{F18287BF-9808-4C17-A09E-3ED513F07458}"/>
                </a:ext>
              </a:extLst>
            </p:cNvPr>
            <p:cNvSpPr txBox="1"/>
            <p:nvPr/>
          </p:nvSpPr>
          <p:spPr>
            <a:xfrm>
              <a:off x="4356276" y="196200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46" name="TextBox 13">
              <a:extLst>
                <a:ext uri="{FF2B5EF4-FFF2-40B4-BE49-F238E27FC236}">
                  <a16:creationId xmlns="" xmlns:p14="http://schemas.microsoft.com/office/powerpoint/2010/main" xmlns:p15="http://schemas.microsoft.com/office/powerpoint/2012/main" xmlns:a16="http://schemas.microsoft.com/office/drawing/2014/main" id="{BA2616CE-B234-4295-85D8-ABE7051F6C99}"/>
                </a:ext>
              </a:extLst>
            </p:cNvPr>
            <p:cNvSpPr txBox="1"/>
            <p:nvPr/>
          </p:nvSpPr>
          <p:spPr>
            <a:xfrm>
              <a:off x="4365440" y="2173481"/>
              <a:ext cx="1076833" cy="369332"/>
            </a:xfrm>
            <a:prstGeom prst="rect">
              <a:avLst/>
            </a:prstGeom>
            <a:noFill/>
          </p:spPr>
          <p:txBody>
            <a:bodyPr wrap="square" lIns="0" tIns="0" rIns="0" bIns="0" rtlCol="0" anchor="ctr" anchorCtr="0">
              <a:spAutoFit/>
            </a:bodyPr>
            <a:lstStyle/>
            <a:p>
              <a:pPr algn="ct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单击编辑标题单击编辑标题击编辑标题单击编辑标题</a:t>
              </a:r>
              <a:endParaRPr lang="en-US" altLang="zh-CN"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endParaRPr>
            </a:p>
          </p:txBody>
        </p:sp>
      </p:grpSp>
      <p:grpSp>
        <p:nvGrpSpPr>
          <p:cNvPr id="251" name="组合 250">
            <a:extLst>
              <a:ext uri="{FF2B5EF4-FFF2-40B4-BE49-F238E27FC236}">
                <a16:creationId xmlns="" xmlns:p14="http://schemas.microsoft.com/office/powerpoint/2010/main" xmlns:p15="http://schemas.microsoft.com/office/powerpoint/2012/main" xmlns:a16="http://schemas.microsoft.com/office/drawing/2014/main" id="{BE8E8DF5-D844-4679-A498-24FE2EACCD54}"/>
              </a:ext>
            </a:extLst>
          </p:cNvPr>
          <p:cNvGrpSpPr/>
          <p:nvPr/>
        </p:nvGrpSpPr>
        <p:grpSpPr>
          <a:xfrm>
            <a:off x="1595543" y="1790426"/>
            <a:ext cx="1095173" cy="1489398"/>
            <a:chOff x="4356276" y="1053415"/>
            <a:chExt cx="1095173" cy="1489398"/>
          </a:xfrm>
        </p:grpSpPr>
        <p:grpSp>
          <p:nvGrpSpPr>
            <p:cNvPr id="252" name="组合 251">
              <a:extLst>
                <a:ext uri="{FF2B5EF4-FFF2-40B4-BE49-F238E27FC236}">
                  <a16:creationId xmlns="" xmlns:p14="http://schemas.microsoft.com/office/powerpoint/2010/main" xmlns:p15="http://schemas.microsoft.com/office/powerpoint/2012/main" xmlns:a16="http://schemas.microsoft.com/office/drawing/2014/main" id="{DA985D08-7216-44B8-93D0-B158A88E0749}"/>
                </a:ext>
              </a:extLst>
            </p:cNvPr>
            <p:cNvGrpSpPr/>
            <p:nvPr/>
          </p:nvGrpSpPr>
          <p:grpSpPr>
            <a:xfrm>
              <a:off x="4686039" y="1053415"/>
              <a:ext cx="573030" cy="1342546"/>
              <a:chOff x="4768367" y="-844793"/>
              <a:chExt cx="3016195" cy="6100918"/>
            </a:xfrm>
          </p:grpSpPr>
          <p:sp>
            <p:nvSpPr>
              <p:cNvPr id="255" name="文本框 254">
                <a:extLst>
                  <a:ext uri="{FF2B5EF4-FFF2-40B4-BE49-F238E27FC236}">
                    <a16:creationId xmlns="" xmlns:p14="http://schemas.microsoft.com/office/powerpoint/2010/main" xmlns:p15="http://schemas.microsoft.com/office/powerpoint/2012/main" xmlns:a16="http://schemas.microsoft.com/office/drawing/2014/main" id="{CBC33BEF-31C4-4701-8B02-4A11B650B939}"/>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256" name="图片 255"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00D95467-BC14-404B-BC65-5508E1EB7262}"/>
                  </a:ext>
                </a:extLst>
              </p:cNvPr>
              <p:cNvPicPr>
                <a:picLocks noChangeAspect="1"/>
              </p:cNvPicPr>
              <p:nvPr/>
            </p:nvPicPr>
            <p:blipFill>
              <a:blip r:embed="rId10">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257" name="图片 256">
                <a:extLst>
                  <a:ext uri="{FF2B5EF4-FFF2-40B4-BE49-F238E27FC236}">
                    <a16:creationId xmlns="" xmlns:p14="http://schemas.microsoft.com/office/powerpoint/2010/main" xmlns:p15="http://schemas.microsoft.com/office/powerpoint/2012/main" xmlns:a16="http://schemas.microsoft.com/office/drawing/2014/main" id="{E41670AB-B3A3-4F70-934F-2440A9EB5A31}"/>
                  </a:ext>
                </a:extLst>
              </p:cNvPr>
              <p:cNvPicPr>
                <a:picLocks noChangeAspect="1"/>
              </p:cNvPicPr>
              <p:nvPr/>
            </p:nvPicPr>
            <p:blipFill>
              <a:blip r:embed="rId11">
                <a:biLevel thresh="50000"/>
                <a:extLst>
                  <a:ext uri="{BEBA8EAE-BF5A-486C-A8C5-ECC9F3942E4B}">
                    <a14:imgProps xmlns:a14="http://schemas.microsoft.com/office/drawing/2010/main">
                      <a14:imgLayer r:embed="rId12">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258" name="文本框 257">
                <a:extLst>
                  <a:ext uri="{FF2B5EF4-FFF2-40B4-BE49-F238E27FC236}">
                    <a16:creationId xmlns="" xmlns:p14="http://schemas.microsoft.com/office/powerpoint/2010/main" xmlns:p15="http://schemas.microsoft.com/office/powerpoint/2012/main" xmlns:a16="http://schemas.microsoft.com/office/drawing/2014/main" id="{ED3A42D8-2CB2-449C-AF8B-F68E80852878}"/>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253" name="TextBox 13">
              <a:extLst>
                <a:ext uri="{FF2B5EF4-FFF2-40B4-BE49-F238E27FC236}">
                  <a16:creationId xmlns="" xmlns:p14="http://schemas.microsoft.com/office/powerpoint/2010/main" xmlns:p15="http://schemas.microsoft.com/office/powerpoint/2012/main" xmlns:a16="http://schemas.microsoft.com/office/drawing/2014/main" id="{9F7C856C-7062-4CF3-BCBB-448F074A5DD7}"/>
                </a:ext>
              </a:extLst>
            </p:cNvPr>
            <p:cNvSpPr txBox="1"/>
            <p:nvPr/>
          </p:nvSpPr>
          <p:spPr>
            <a:xfrm>
              <a:off x="4356276" y="196200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54" name="TextBox 13">
              <a:extLst>
                <a:ext uri="{FF2B5EF4-FFF2-40B4-BE49-F238E27FC236}">
                  <a16:creationId xmlns="" xmlns:p14="http://schemas.microsoft.com/office/powerpoint/2010/main" xmlns:p15="http://schemas.microsoft.com/office/powerpoint/2012/main" xmlns:a16="http://schemas.microsoft.com/office/drawing/2014/main" id="{80E6FB14-3D7D-4866-BEEC-A2D2622D3E12}"/>
                </a:ext>
              </a:extLst>
            </p:cNvPr>
            <p:cNvSpPr txBox="1"/>
            <p:nvPr/>
          </p:nvSpPr>
          <p:spPr>
            <a:xfrm>
              <a:off x="4365440" y="2173481"/>
              <a:ext cx="1076833" cy="369332"/>
            </a:xfrm>
            <a:prstGeom prst="rect">
              <a:avLst/>
            </a:prstGeom>
            <a:noFill/>
          </p:spPr>
          <p:txBody>
            <a:bodyPr wrap="square" lIns="0" tIns="0" rIns="0" bIns="0" rtlCol="0" anchor="ctr" anchorCtr="0">
              <a:spAutoFit/>
            </a:bodyPr>
            <a:lstStyle/>
            <a:p>
              <a:pPr algn="ct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单击编辑标题单击编辑标题击编辑标题单击编辑标题</a:t>
              </a:r>
              <a:endParaRPr lang="en-US" altLang="zh-CN"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endParaRPr>
            </a:p>
          </p:txBody>
        </p:sp>
      </p:grpSp>
      <p:grpSp>
        <p:nvGrpSpPr>
          <p:cNvPr id="259" name="组合 258">
            <a:extLst>
              <a:ext uri="{FF2B5EF4-FFF2-40B4-BE49-F238E27FC236}">
                <a16:creationId xmlns="" xmlns:p14="http://schemas.microsoft.com/office/powerpoint/2010/main" xmlns:p15="http://schemas.microsoft.com/office/powerpoint/2012/main" xmlns:a16="http://schemas.microsoft.com/office/drawing/2014/main" id="{B5D5BD5C-D26B-44A2-A6BC-6784E7993FB5}"/>
              </a:ext>
            </a:extLst>
          </p:cNvPr>
          <p:cNvGrpSpPr/>
          <p:nvPr/>
        </p:nvGrpSpPr>
        <p:grpSpPr>
          <a:xfrm>
            <a:off x="2695952" y="1790426"/>
            <a:ext cx="1095173" cy="1489398"/>
            <a:chOff x="4356276" y="1053415"/>
            <a:chExt cx="1095173" cy="1489398"/>
          </a:xfrm>
        </p:grpSpPr>
        <p:grpSp>
          <p:nvGrpSpPr>
            <p:cNvPr id="260" name="组合 259">
              <a:extLst>
                <a:ext uri="{FF2B5EF4-FFF2-40B4-BE49-F238E27FC236}">
                  <a16:creationId xmlns="" xmlns:p14="http://schemas.microsoft.com/office/powerpoint/2010/main" xmlns:p15="http://schemas.microsoft.com/office/powerpoint/2012/main" xmlns:a16="http://schemas.microsoft.com/office/drawing/2014/main" id="{B1E5F0C5-2E1C-4114-8486-E7DCB583F42E}"/>
                </a:ext>
              </a:extLst>
            </p:cNvPr>
            <p:cNvGrpSpPr/>
            <p:nvPr/>
          </p:nvGrpSpPr>
          <p:grpSpPr>
            <a:xfrm>
              <a:off x="4686039" y="1053415"/>
              <a:ext cx="573030" cy="1342546"/>
              <a:chOff x="4768367" y="-844793"/>
              <a:chExt cx="3016195" cy="6100918"/>
            </a:xfrm>
          </p:grpSpPr>
          <p:sp>
            <p:nvSpPr>
              <p:cNvPr id="263" name="文本框 262">
                <a:extLst>
                  <a:ext uri="{FF2B5EF4-FFF2-40B4-BE49-F238E27FC236}">
                    <a16:creationId xmlns="" xmlns:p14="http://schemas.microsoft.com/office/powerpoint/2010/main" xmlns:p15="http://schemas.microsoft.com/office/powerpoint/2012/main" xmlns:a16="http://schemas.microsoft.com/office/drawing/2014/main" id="{6EBB6399-F519-4B5F-8697-A13EA023594F}"/>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264" name="图片 263"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EE51945A-E6DD-4E76-913A-C8864D680941}"/>
                  </a:ext>
                </a:extLst>
              </p:cNvPr>
              <p:cNvPicPr>
                <a:picLocks noChangeAspect="1"/>
              </p:cNvPicPr>
              <p:nvPr/>
            </p:nvPicPr>
            <p:blipFill>
              <a:blip r:embed="rId10">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265" name="图片 264">
                <a:extLst>
                  <a:ext uri="{FF2B5EF4-FFF2-40B4-BE49-F238E27FC236}">
                    <a16:creationId xmlns="" xmlns:p14="http://schemas.microsoft.com/office/powerpoint/2010/main" xmlns:p15="http://schemas.microsoft.com/office/powerpoint/2012/main" xmlns:a16="http://schemas.microsoft.com/office/drawing/2014/main" id="{494AE3B4-937C-41F9-B974-C980D1586443}"/>
                  </a:ext>
                </a:extLst>
              </p:cNvPr>
              <p:cNvPicPr>
                <a:picLocks noChangeAspect="1"/>
              </p:cNvPicPr>
              <p:nvPr/>
            </p:nvPicPr>
            <p:blipFill>
              <a:blip r:embed="rId11">
                <a:biLevel thresh="50000"/>
                <a:extLst>
                  <a:ext uri="{BEBA8EAE-BF5A-486C-A8C5-ECC9F3942E4B}">
                    <a14:imgProps xmlns:a14="http://schemas.microsoft.com/office/drawing/2010/main">
                      <a14:imgLayer r:embed="rId12">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266" name="文本框 265">
                <a:extLst>
                  <a:ext uri="{FF2B5EF4-FFF2-40B4-BE49-F238E27FC236}">
                    <a16:creationId xmlns="" xmlns:p14="http://schemas.microsoft.com/office/powerpoint/2010/main" xmlns:p15="http://schemas.microsoft.com/office/powerpoint/2012/main" xmlns:a16="http://schemas.microsoft.com/office/drawing/2014/main" id="{220EBD23-086E-4D84-A2A6-96CD65F365A1}"/>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261" name="TextBox 13">
              <a:extLst>
                <a:ext uri="{FF2B5EF4-FFF2-40B4-BE49-F238E27FC236}">
                  <a16:creationId xmlns="" xmlns:p14="http://schemas.microsoft.com/office/powerpoint/2010/main" xmlns:p15="http://schemas.microsoft.com/office/powerpoint/2012/main" xmlns:a16="http://schemas.microsoft.com/office/drawing/2014/main" id="{AD8A19A1-0A8C-4A6B-9956-48E68295A040}"/>
                </a:ext>
              </a:extLst>
            </p:cNvPr>
            <p:cNvSpPr txBox="1"/>
            <p:nvPr/>
          </p:nvSpPr>
          <p:spPr>
            <a:xfrm>
              <a:off x="4356276" y="196200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62" name="TextBox 13">
              <a:extLst>
                <a:ext uri="{FF2B5EF4-FFF2-40B4-BE49-F238E27FC236}">
                  <a16:creationId xmlns="" xmlns:p14="http://schemas.microsoft.com/office/powerpoint/2010/main" xmlns:p15="http://schemas.microsoft.com/office/powerpoint/2012/main" xmlns:a16="http://schemas.microsoft.com/office/drawing/2014/main" id="{C73E443B-BED5-4E96-8906-550E64D8D70C}"/>
                </a:ext>
              </a:extLst>
            </p:cNvPr>
            <p:cNvSpPr txBox="1"/>
            <p:nvPr/>
          </p:nvSpPr>
          <p:spPr>
            <a:xfrm>
              <a:off x="4365440" y="2173481"/>
              <a:ext cx="1076833" cy="369332"/>
            </a:xfrm>
            <a:prstGeom prst="rect">
              <a:avLst/>
            </a:prstGeom>
            <a:noFill/>
          </p:spPr>
          <p:txBody>
            <a:bodyPr wrap="square" lIns="0" tIns="0" rIns="0" bIns="0" rtlCol="0" anchor="ctr" anchorCtr="0">
              <a:spAutoFit/>
            </a:bodyPr>
            <a:lstStyle/>
            <a:p>
              <a:pPr algn="ct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单击编辑标题单击编辑标题击编辑标题单击编辑标题</a:t>
              </a:r>
              <a:endParaRPr lang="en-US" altLang="zh-CN"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endParaRPr>
            </a:p>
          </p:txBody>
        </p:sp>
      </p:grpSp>
    </p:spTree>
    <p:extLst>
      <p:ext uri="{BB962C8B-B14F-4D97-AF65-F5344CB8AC3E}">
        <p14:creationId xmlns:p14="http://schemas.microsoft.com/office/powerpoint/2010/main" val="10232657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0" fill="hold" nodeType="withEffec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0" fill="hold" nodeType="withEffec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fltVal val="0"/>
                                          </p:val>
                                        </p:tav>
                                        <p:tav tm="100000">
                                          <p:val>
                                            <p:strVal val="#ppt_w"/>
                                          </p:val>
                                        </p:tav>
                                      </p:tavLst>
                                    </p:anim>
                                    <p:anim calcmode="lin" valueType="num">
                                      <p:cBhvr>
                                        <p:cTn id="18" dur="500" fill="hold"/>
                                        <p:tgtEl>
                                          <p:spTgt spid="30"/>
                                        </p:tgtEl>
                                        <p:attrNameLst>
                                          <p:attrName>ppt_h</p:attrName>
                                        </p:attrNameLst>
                                      </p:cBhvr>
                                      <p:tavLst>
                                        <p:tav tm="0">
                                          <p:val>
                                            <p:fltVal val="0"/>
                                          </p:val>
                                        </p:tav>
                                        <p:tav tm="100000">
                                          <p:val>
                                            <p:strVal val="#ppt_h"/>
                                          </p:val>
                                        </p:tav>
                                      </p:tavLst>
                                    </p:anim>
                                    <p:animEffect transition="in" filter="fade">
                                      <p:cBhvr>
                                        <p:cTn id="19" dur="500"/>
                                        <p:tgtEl>
                                          <p:spTgt spid="30"/>
                                        </p:tgtEl>
                                      </p:cBhvr>
                                    </p:animEffect>
                                  </p:childTnLst>
                                </p:cTn>
                              </p:par>
                              <p:par>
                                <p:cTn id="20" presetID="53" presetClass="entr" presetSubtype="0" fill="hold" nodeType="withEffect">
                                  <p:childTnLst>
                                    <p:set>
                                      <p:cBhvr>
                                        <p:cTn id="21" dur="1" fill="hold">
                                          <p:stCondLst>
                                            <p:cond delay="0"/>
                                          </p:stCondLst>
                                        </p:cTn>
                                        <p:tgtEl>
                                          <p:spTgt spid="26"/>
                                        </p:tgtEl>
                                        <p:attrNameLst>
                                          <p:attrName>style.visibility</p:attrName>
                                        </p:attrNameLst>
                                      </p:cBhvr>
                                      <p:to>
                                        <p:strVal val="visible"/>
                                      </p:to>
                                    </p:set>
                                    <p:anim calcmode="lin" valueType="num">
                                      <p:cBhvr>
                                        <p:cTn id="22" dur="500" fill="hold"/>
                                        <p:tgtEl>
                                          <p:spTgt spid="26"/>
                                        </p:tgtEl>
                                        <p:attrNameLst>
                                          <p:attrName>ppt_w</p:attrName>
                                        </p:attrNameLst>
                                      </p:cBhvr>
                                      <p:tavLst>
                                        <p:tav tm="0">
                                          <p:val>
                                            <p:fltVal val="0"/>
                                          </p:val>
                                        </p:tav>
                                        <p:tav tm="100000">
                                          <p:val>
                                            <p:strVal val="#ppt_w"/>
                                          </p:val>
                                        </p:tav>
                                      </p:tavLst>
                                    </p:anim>
                                    <p:anim calcmode="lin" valueType="num">
                                      <p:cBhvr>
                                        <p:cTn id="23" dur="500" fill="hold"/>
                                        <p:tgtEl>
                                          <p:spTgt spid="26"/>
                                        </p:tgtEl>
                                        <p:attrNameLst>
                                          <p:attrName>ppt_h</p:attrName>
                                        </p:attrNameLst>
                                      </p:cBhvr>
                                      <p:tavLst>
                                        <p:tav tm="0">
                                          <p:val>
                                            <p:fltVal val="0"/>
                                          </p:val>
                                        </p:tav>
                                        <p:tav tm="100000">
                                          <p:val>
                                            <p:strVal val="#ppt_h"/>
                                          </p:val>
                                        </p:tav>
                                      </p:tavLst>
                                    </p:anim>
                                    <p:animEffect transition="in" filter="fade">
                                      <p:cBhvr>
                                        <p:cTn id="24" dur="500"/>
                                        <p:tgtEl>
                                          <p:spTgt spid="26"/>
                                        </p:tgtEl>
                                      </p:cBhvr>
                                    </p:animEffect>
                                  </p:childTnLst>
                                </p:cTn>
                              </p:par>
                              <p:par>
                                <p:cTn id="25" presetID="53" presetClass="entr" presetSubtype="0" fill="hold" nodeType="withEffect">
                                  <p:childTnLst>
                                    <p:set>
                                      <p:cBhvr>
                                        <p:cTn id="26" dur="1" fill="hold">
                                          <p:stCondLst>
                                            <p:cond delay="0"/>
                                          </p:stCondLst>
                                        </p:cTn>
                                        <p:tgtEl>
                                          <p:spTgt spid="29"/>
                                        </p:tgtEl>
                                        <p:attrNameLst>
                                          <p:attrName>style.visibility</p:attrName>
                                        </p:attrNameLst>
                                      </p:cBhvr>
                                      <p:to>
                                        <p:strVal val="visible"/>
                                      </p:to>
                                    </p:set>
                                    <p:anim calcmode="lin" valueType="num">
                                      <p:cBhvr>
                                        <p:cTn id="27" dur="500" fill="hold"/>
                                        <p:tgtEl>
                                          <p:spTgt spid="29"/>
                                        </p:tgtEl>
                                        <p:attrNameLst>
                                          <p:attrName>ppt_w</p:attrName>
                                        </p:attrNameLst>
                                      </p:cBhvr>
                                      <p:tavLst>
                                        <p:tav tm="0">
                                          <p:val>
                                            <p:fltVal val="0"/>
                                          </p:val>
                                        </p:tav>
                                        <p:tav tm="100000">
                                          <p:val>
                                            <p:strVal val="#ppt_w"/>
                                          </p:val>
                                        </p:tav>
                                      </p:tavLst>
                                    </p:anim>
                                    <p:anim calcmode="lin" valueType="num">
                                      <p:cBhvr>
                                        <p:cTn id="28" dur="500" fill="hold"/>
                                        <p:tgtEl>
                                          <p:spTgt spid="29"/>
                                        </p:tgtEl>
                                        <p:attrNameLst>
                                          <p:attrName>ppt_h</p:attrName>
                                        </p:attrNameLst>
                                      </p:cBhvr>
                                      <p:tavLst>
                                        <p:tav tm="0">
                                          <p:val>
                                            <p:fltVal val="0"/>
                                          </p:val>
                                        </p:tav>
                                        <p:tav tm="100000">
                                          <p:val>
                                            <p:strVal val="#ppt_h"/>
                                          </p:val>
                                        </p:tav>
                                      </p:tavLst>
                                    </p:anim>
                                    <p:animEffect transition="in" filter="fade">
                                      <p:cBhvr>
                                        <p:cTn id="29" dur="500"/>
                                        <p:tgtEl>
                                          <p:spTgt spid="29"/>
                                        </p:tgtEl>
                                      </p:cBhvr>
                                    </p:animEffect>
                                  </p:childTnLst>
                                </p:cTn>
                              </p:par>
                              <p:par>
                                <p:cTn id="30" presetID="53" presetClass="entr" presetSubtype="0" fill="hold" nodeType="withEffec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par>
                                <p:cTn id="35" presetID="53" presetClass="entr" presetSubtype="0" fill="hold" nodeType="withEffect">
                                  <p:childTnLst>
                                    <p:set>
                                      <p:cBhvr>
                                        <p:cTn id="36" dur="1" fill="hold">
                                          <p:stCondLst>
                                            <p:cond delay="0"/>
                                          </p:stCondLst>
                                        </p:cTn>
                                        <p:tgtEl>
                                          <p:spTgt spid="242"/>
                                        </p:tgtEl>
                                        <p:attrNameLst>
                                          <p:attrName>style.visibility</p:attrName>
                                        </p:attrNameLst>
                                      </p:cBhvr>
                                      <p:to>
                                        <p:strVal val="visible"/>
                                      </p:to>
                                    </p:set>
                                    <p:anim calcmode="lin" valueType="num">
                                      <p:cBhvr>
                                        <p:cTn id="37" dur="500" fill="hold"/>
                                        <p:tgtEl>
                                          <p:spTgt spid="242"/>
                                        </p:tgtEl>
                                        <p:attrNameLst>
                                          <p:attrName>ppt_w</p:attrName>
                                        </p:attrNameLst>
                                      </p:cBhvr>
                                      <p:tavLst>
                                        <p:tav tm="0">
                                          <p:val>
                                            <p:fltVal val="0"/>
                                          </p:val>
                                        </p:tav>
                                        <p:tav tm="100000">
                                          <p:val>
                                            <p:strVal val="#ppt_w"/>
                                          </p:val>
                                        </p:tav>
                                      </p:tavLst>
                                    </p:anim>
                                    <p:anim calcmode="lin" valueType="num">
                                      <p:cBhvr>
                                        <p:cTn id="38" dur="500" fill="hold"/>
                                        <p:tgtEl>
                                          <p:spTgt spid="242"/>
                                        </p:tgtEl>
                                        <p:attrNameLst>
                                          <p:attrName>ppt_h</p:attrName>
                                        </p:attrNameLst>
                                      </p:cBhvr>
                                      <p:tavLst>
                                        <p:tav tm="0">
                                          <p:val>
                                            <p:fltVal val="0"/>
                                          </p:val>
                                        </p:tav>
                                        <p:tav tm="100000">
                                          <p:val>
                                            <p:strVal val="#ppt_h"/>
                                          </p:val>
                                        </p:tav>
                                      </p:tavLst>
                                    </p:anim>
                                    <p:animEffect transition="in" filter="fade">
                                      <p:cBhvr>
                                        <p:cTn id="39" dur="500"/>
                                        <p:tgtEl>
                                          <p:spTgt spid="242"/>
                                        </p:tgtEl>
                                      </p:cBhvr>
                                    </p:animEffect>
                                  </p:childTnLst>
                                </p:cTn>
                              </p:par>
                              <p:par>
                                <p:cTn id="40" presetID="53" presetClass="entr" presetSubtype="0" fill="hold" nodeType="withEffect">
                                  <p:childTnLst>
                                    <p:set>
                                      <p:cBhvr>
                                        <p:cTn id="41" dur="1" fill="hold">
                                          <p:stCondLst>
                                            <p:cond delay="0"/>
                                          </p:stCondLst>
                                        </p:cTn>
                                        <p:tgtEl>
                                          <p:spTgt spid="251"/>
                                        </p:tgtEl>
                                        <p:attrNameLst>
                                          <p:attrName>style.visibility</p:attrName>
                                        </p:attrNameLst>
                                      </p:cBhvr>
                                      <p:to>
                                        <p:strVal val="visible"/>
                                      </p:to>
                                    </p:set>
                                    <p:anim calcmode="lin" valueType="num">
                                      <p:cBhvr>
                                        <p:cTn id="42" dur="500" fill="hold"/>
                                        <p:tgtEl>
                                          <p:spTgt spid="251"/>
                                        </p:tgtEl>
                                        <p:attrNameLst>
                                          <p:attrName>ppt_w</p:attrName>
                                        </p:attrNameLst>
                                      </p:cBhvr>
                                      <p:tavLst>
                                        <p:tav tm="0">
                                          <p:val>
                                            <p:fltVal val="0"/>
                                          </p:val>
                                        </p:tav>
                                        <p:tav tm="100000">
                                          <p:val>
                                            <p:strVal val="#ppt_w"/>
                                          </p:val>
                                        </p:tav>
                                      </p:tavLst>
                                    </p:anim>
                                    <p:anim calcmode="lin" valueType="num">
                                      <p:cBhvr>
                                        <p:cTn id="43" dur="500" fill="hold"/>
                                        <p:tgtEl>
                                          <p:spTgt spid="251"/>
                                        </p:tgtEl>
                                        <p:attrNameLst>
                                          <p:attrName>ppt_h</p:attrName>
                                        </p:attrNameLst>
                                      </p:cBhvr>
                                      <p:tavLst>
                                        <p:tav tm="0">
                                          <p:val>
                                            <p:fltVal val="0"/>
                                          </p:val>
                                        </p:tav>
                                        <p:tav tm="100000">
                                          <p:val>
                                            <p:strVal val="#ppt_h"/>
                                          </p:val>
                                        </p:tav>
                                      </p:tavLst>
                                    </p:anim>
                                    <p:animEffect transition="in" filter="fade">
                                      <p:cBhvr>
                                        <p:cTn id="44" dur="500"/>
                                        <p:tgtEl>
                                          <p:spTgt spid="251"/>
                                        </p:tgtEl>
                                      </p:cBhvr>
                                    </p:animEffect>
                                  </p:childTnLst>
                                </p:cTn>
                              </p:par>
                              <p:par>
                                <p:cTn id="45" presetID="53" presetClass="entr" presetSubtype="0" fill="hold" nodeType="withEffect">
                                  <p:childTnLst>
                                    <p:set>
                                      <p:cBhvr>
                                        <p:cTn id="46" dur="1" fill="hold">
                                          <p:stCondLst>
                                            <p:cond delay="0"/>
                                          </p:stCondLst>
                                        </p:cTn>
                                        <p:tgtEl>
                                          <p:spTgt spid="259"/>
                                        </p:tgtEl>
                                        <p:attrNameLst>
                                          <p:attrName>style.visibility</p:attrName>
                                        </p:attrNameLst>
                                      </p:cBhvr>
                                      <p:to>
                                        <p:strVal val="visible"/>
                                      </p:to>
                                    </p:set>
                                    <p:anim calcmode="lin" valueType="num">
                                      <p:cBhvr>
                                        <p:cTn id="47" dur="500" fill="hold"/>
                                        <p:tgtEl>
                                          <p:spTgt spid="259"/>
                                        </p:tgtEl>
                                        <p:attrNameLst>
                                          <p:attrName>ppt_w</p:attrName>
                                        </p:attrNameLst>
                                      </p:cBhvr>
                                      <p:tavLst>
                                        <p:tav tm="0">
                                          <p:val>
                                            <p:fltVal val="0"/>
                                          </p:val>
                                        </p:tav>
                                        <p:tav tm="100000">
                                          <p:val>
                                            <p:strVal val="#ppt_w"/>
                                          </p:val>
                                        </p:tav>
                                      </p:tavLst>
                                    </p:anim>
                                    <p:anim calcmode="lin" valueType="num">
                                      <p:cBhvr>
                                        <p:cTn id="48" dur="500" fill="hold"/>
                                        <p:tgtEl>
                                          <p:spTgt spid="259"/>
                                        </p:tgtEl>
                                        <p:attrNameLst>
                                          <p:attrName>ppt_h</p:attrName>
                                        </p:attrNameLst>
                                      </p:cBhvr>
                                      <p:tavLst>
                                        <p:tav tm="0">
                                          <p:val>
                                            <p:fltVal val="0"/>
                                          </p:val>
                                        </p:tav>
                                        <p:tav tm="100000">
                                          <p:val>
                                            <p:strVal val="#ppt_h"/>
                                          </p:val>
                                        </p:tav>
                                      </p:tavLst>
                                    </p:anim>
                                    <p:animEffect transition="in" filter="fade">
                                      <p:cBhvr>
                                        <p:cTn id="49" dur="500"/>
                                        <p:tgtEl>
                                          <p:spTgt spid="259"/>
                                        </p:tgtEl>
                                      </p:cBhvr>
                                    </p:animEffect>
                                  </p:childTnLst>
                                </p:cTn>
                              </p:par>
                            </p:childTnLst>
                          </p:cTn>
                        </p:par>
                        <p:par>
                          <p:cTn id="50" fill="hold" nodeType="withGroup">
                            <p:stCondLst>
                              <p:cond delay="500"/>
                            </p:stCondLst>
                            <p:childTnLst>
                              <p:par>
                                <p:cTn id="51" presetID="22" presetClass="entr" presetSubtype="4" fill="hold" nodeType="afterEffect">
                                  <p:childTnLst>
                                    <p:set>
                                      <p:cBhvr>
                                        <p:cTn id="52" dur="1" fill="hold">
                                          <p:stCondLst>
                                            <p:cond delay="0"/>
                                          </p:stCondLst>
                                        </p:cTn>
                                        <p:tgtEl>
                                          <p:spTgt spid="45"/>
                                        </p:tgtEl>
                                        <p:attrNameLst>
                                          <p:attrName>style.visibility</p:attrName>
                                        </p:attrNameLst>
                                      </p:cBhvr>
                                      <p:to>
                                        <p:strVal val="visible"/>
                                      </p:to>
                                    </p:set>
                                    <p:animEffect transition="in" filter="wipe(down)">
                                      <p:cBhvr>
                                        <p:cTn id="53" dur="500"/>
                                        <p:tgtEl>
                                          <p:spTgt spid="45"/>
                                        </p:tgtEl>
                                      </p:cBhvr>
                                    </p:animEffect>
                                  </p:childTnLst>
                                </p:cTn>
                              </p:par>
                            </p:childTnLst>
                          </p:cTn>
                        </p:par>
                        <p:par>
                          <p:cTn id="54" fill="hold" nodeType="withGroup">
                            <p:stCondLst>
                              <p:cond delay="1000"/>
                            </p:stCondLst>
                            <p:childTnLst>
                              <p:par>
                                <p:cTn id="55" presetID="53" presetClass="entr" presetSubtype="0" fill="hold" grpId="0" nodeType="afterEffect">
                                  <p:childTnLst>
                                    <p:set>
                                      <p:cBhvr>
                                        <p:cTn id="56" dur="1" fill="hold">
                                          <p:stCondLst>
                                            <p:cond delay="0"/>
                                          </p:stCondLst>
                                        </p:cTn>
                                        <p:tgtEl>
                                          <p:spTgt spid="46"/>
                                        </p:tgtEl>
                                        <p:attrNameLst>
                                          <p:attrName>style.visibility</p:attrName>
                                        </p:attrNameLst>
                                      </p:cBhvr>
                                      <p:to>
                                        <p:strVal val="visible"/>
                                      </p:to>
                                    </p:set>
                                    <p:anim calcmode="lin" valueType="num">
                                      <p:cBhvr>
                                        <p:cTn id="57" dur="500" fill="hold"/>
                                        <p:tgtEl>
                                          <p:spTgt spid="46"/>
                                        </p:tgtEl>
                                        <p:attrNameLst>
                                          <p:attrName>ppt_w</p:attrName>
                                        </p:attrNameLst>
                                      </p:cBhvr>
                                      <p:tavLst>
                                        <p:tav tm="0">
                                          <p:val>
                                            <p:fltVal val="0"/>
                                          </p:val>
                                        </p:tav>
                                        <p:tav tm="100000">
                                          <p:val>
                                            <p:strVal val="#ppt_w"/>
                                          </p:val>
                                        </p:tav>
                                      </p:tavLst>
                                    </p:anim>
                                    <p:anim calcmode="lin" valueType="num">
                                      <p:cBhvr>
                                        <p:cTn id="58" dur="500" fill="hold"/>
                                        <p:tgtEl>
                                          <p:spTgt spid="46"/>
                                        </p:tgtEl>
                                        <p:attrNameLst>
                                          <p:attrName>ppt_h</p:attrName>
                                        </p:attrNameLst>
                                      </p:cBhvr>
                                      <p:tavLst>
                                        <p:tav tm="0">
                                          <p:val>
                                            <p:fltVal val="0"/>
                                          </p:val>
                                        </p:tav>
                                        <p:tav tm="100000">
                                          <p:val>
                                            <p:strVal val="#ppt_h"/>
                                          </p:val>
                                        </p:tav>
                                      </p:tavLst>
                                    </p:anim>
                                    <p:animEffect transition="in" filter="fade">
                                      <p:cBhvr>
                                        <p:cTn id="59" dur="500"/>
                                        <p:tgtEl>
                                          <p:spTgt spid="46"/>
                                        </p:tgtEl>
                                      </p:cBhvr>
                                    </p:animEffect>
                                  </p:childTnLst>
                                </p:cTn>
                              </p:par>
                              <p:par>
                                <p:cTn id="60" presetID="53" presetClass="entr" presetSubtype="0" fill="hold" grpId="1" nodeType="withEffect">
                                  <p:childTnLst>
                                    <p:set>
                                      <p:cBhvr>
                                        <p:cTn id="61" dur="1" fill="hold">
                                          <p:stCondLst>
                                            <p:cond delay="0"/>
                                          </p:stCondLst>
                                        </p:cTn>
                                        <p:tgtEl>
                                          <p:spTgt spid="47"/>
                                        </p:tgtEl>
                                        <p:attrNameLst>
                                          <p:attrName>style.visibility</p:attrName>
                                        </p:attrNameLst>
                                      </p:cBhvr>
                                      <p:to>
                                        <p:strVal val="visible"/>
                                      </p:to>
                                    </p:set>
                                    <p:anim calcmode="lin" valueType="num">
                                      <p:cBhvr>
                                        <p:cTn id="62" dur="500" fill="hold"/>
                                        <p:tgtEl>
                                          <p:spTgt spid="47"/>
                                        </p:tgtEl>
                                        <p:attrNameLst>
                                          <p:attrName>ppt_w</p:attrName>
                                        </p:attrNameLst>
                                      </p:cBhvr>
                                      <p:tavLst>
                                        <p:tav tm="0">
                                          <p:val>
                                            <p:fltVal val="0"/>
                                          </p:val>
                                        </p:tav>
                                        <p:tav tm="100000">
                                          <p:val>
                                            <p:strVal val="#ppt_w"/>
                                          </p:val>
                                        </p:tav>
                                      </p:tavLst>
                                    </p:anim>
                                    <p:anim calcmode="lin" valueType="num">
                                      <p:cBhvr>
                                        <p:cTn id="63" dur="500" fill="hold"/>
                                        <p:tgtEl>
                                          <p:spTgt spid="47"/>
                                        </p:tgtEl>
                                        <p:attrNameLst>
                                          <p:attrName>ppt_h</p:attrName>
                                        </p:attrNameLst>
                                      </p:cBhvr>
                                      <p:tavLst>
                                        <p:tav tm="0">
                                          <p:val>
                                            <p:fltVal val="0"/>
                                          </p:val>
                                        </p:tav>
                                        <p:tav tm="100000">
                                          <p:val>
                                            <p:strVal val="#ppt_h"/>
                                          </p:val>
                                        </p:tav>
                                      </p:tavLst>
                                    </p:anim>
                                    <p:animEffect transition="in" filter="fade">
                                      <p:cBhvr>
                                        <p:cTn id="64" dur="500"/>
                                        <p:tgtEl>
                                          <p:spTgt spid="47"/>
                                        </p:tgtEl>
                                      </p:cBhvr>
                                    </p:animEffect>
                                  </p:childTnLst>
                                </p:cTn>
                              </p:par>
                              <p:par>
                                <p:cTn id="65" presetID="53" presetClass="entr" presetSubtype="0" fill="hold" grpId="2" nodeType="withEffect">
                                  <p:childTnLst>
                                    <p:set>
                                      <p:cBhvr>
                                        <p:cTn id="66" dur="1" fill="hold">
                                          <p:stCondLst>
                                            <p:cond delay="0"/>
                                          </p:stCondLst>
                                        </p:cTn>
                                        <p:tgtEl>
                                          <p:spTgt spid="48"/>
                                        </p:tgtEl>
                                        <p:attrNameLst>
                                          <p:attrName>style.visibility</p:attrName>
                                        </p:attrNameLst>
                                      </p:cBhvr>
                                      <p:to>
                                        <p:strVal val="visible"/>
                                      </p:to>
                                    </p:set>
                                    <p:anim calcmode="lin" valueType="num">
                                      <p:cBhvr>
                                        <p:cTn id="67" dur="500" fill="hold"/>
                                        <p:tgtEl>
                                          <p:spTgt spid="48"/>
                                        </p:tgtEl>
                                        <p:attrNameLst>
                                          <p:attrName>ppt_w</p:attrName>
                                        </p:attrNameLst>
                                      </p:cBhvr>
                                      <p:tavLst>
                                        <p:tav tm="0">
                                          <p:val>
                                            <p:fltVal val="0"/>
                                          </p:val>
                                        </p:tav>
                                        <p:tav tm="100000">
                                          <p:val>
                                            <p:strVal val="#ppt_w"/>
                                          </p:val>
                                        </p:tav>
                                      </p:tavLst>
                                    </p:anim>
                                    <p:anim calcmode="lin" valueType="num">
                                      <p:cBhvr>
                                        <p:cTn id="68" dur="500" fill="hold"/>
                                        <p:tgtEl>
                                          <p:spTgt spid="48"/>
                                        </p:tgtEl>
                                        <p:attrNameLst>
                                          <p:attrName>ppt_h</p:attrName>
                                        </p:attrNameLst>
                                      </p:cBhvr>
                                      <p:tavLst>
                                        <p:tav tm="0">
                                          <p:val>
                                            <p:fltVal val="0"/>
                                          </p:val>
                                        </p:tav>
                                        <p:tav tm="100000">
                                          <p:val>
                                            <p:strVal val="#ppt_h"/>
                                          </p:val>
                                        </p:tav>
                                      </p:tavLst>
                                    </p:anim>
                                    <p:animEffect transition="in" filter="fade">
                                      <p:cBhvr>
                                        <p:cTn id="69" dur="500"/>
                                        <p:tgtEl>
                                          <p:spTgt spid="48"/>
                                        </p:tgtEl>
                                      </p:cBhvr>
                                    </p:animEffect>
                                  </p:childTnLst>
                                </p:cTn>
                              </p:par>
                              <p:par>
                                <p:cTn id="70" presetID="53" presetClass="entr" presetSubtype="0" fill="hold" grpId="3" nodeType="withEffect">
                                  <p:childTnLst>
                                    <p:set>
                                      <p:cBhvr>
                                        <p:cTn id="71" dur="1" fill="hold">
                                          <p:stCondLst>
                                            <p:cond delay="0"/>
                                          </p:stCondLst>
                                        </p:cTn>
                                        <p:tgtEl>
                                          <p:spTgt spid="49"/>
                                        </p:tgtEl>
                                        <p:attrNameLst>
                                          <p:attrName>style.visibility</p:attrName>
                                        </p:attrNameLst>
                                      </p:cBhvr>
                                      <p:to>
                                        <p:strVal val="visible"/>
                                      </p:to>
                                    </p:set>
                                    <p:anim calcmode="lin" valueType="num">
                                      <p:cBhvr>
                                        <p:cTn id="72" dur="500" fill="hold"/>
                                        <p:tgtEl>
                                          <p:spTgt spid="49"/>
                                        </p:tgtEl>
                                        <p:attrNameLst>
                                          <p:attrName>ppt_w</p:attrName>
                                        </p:attrNameLst>
                                      </p:cBhvr>
                                      <p:tavLst>
                                        <p:tav tm="0">
                                          <p:val>
                                            <p:fltVal val="0"/>
                                          </p:val>
                                        </p:tav>
                                        <p:tav tm="100000">
                                          <p:val>
                                            <p:strVal val="#ppt_w"/>
                                          </p:val>
                                        </p:tav>
                                      </p:tavLst>
                                    </p:anim>
                                    <p:anim calcmode="lin" valueType="num">
                                      <p:cBhvr>
                                        <p:cTn id="73" dur="500" fill="hold"/>
                                        <p:tgtEl>
                                          <p:spTgt spid="49"/>
                                        </p:tgtEl>
                                        <p:attrNameLst>
                                          <p:attrName>ppt_h</p:attrName>
                                        </p:attrNameLst>
                                      </p:cBhvr>
                                      <p:tavLst>
                                        <p:tav tm="0">
                                          <p:val>
                                            <p:fltVal val="0"/>
                                          </p:val>
                                        </p:tav>
                                        <p:tav tm="100000">
                                          <p:val>
                                            <p:strVal val="#ppt_h"/>
                                          </p:val>
                                        </p:tav>
                                      </p:tavLst>
                                    </p:anim>
                                    <p:animEffect transition="in" filter="fade">
                                      <p:cBhvr>
                                        <p:cTn id="74" dur="500"/>
                                        <p:tgtEl>
                                          <p:spTgt spid="49"/>
                                        </p:tgtEl>
                                      </p:cBhvr>
                                    </p:animEffect>
                                  </p:childTnLst>
                                </p:cTn>
                              </p:par>
                              <p:par>
                                <p:cTn id="75" presetID="22" presetClass="entr" presetSubtype="4" fill="hold" nodeType="withEffect">
                                  <p:childTnLst>
                                    <p:set>
                                      <p:cBhvr>
                                        <p:cTn id="76" dur="1" fill="hold">
                                          <p:stCondLst>
                                            <p:cond delay="0"/>
                                          </p:stCondLst>
                                        </p:cTn>
                                        <p:tgtEl>
                                          <p:spTgt spid="14">
                                            <p:graphicEl>
                                              <a:chart bldStep="ptInSeries"/>
                                            </p:graphicEl>
                                          </p:spTgt>
                                        </p:tgtEl>
                                        <p:attrNameLst>
                                          <p:attrName>style.visibility</p:attrName>
                                        </p:attrNameLst>
                                      </p:cBhvr>
                                      <p:to>
                                        <p:strVal val="visible"/>
                                      </p:to>
                                    </p:set>
                                    <p:animEffect transition="in" filter="wipe(down)">
                                      <p:cBhvr>
                                        <p:cTn id="77" dur="500"/>
                                        <p:tgtEl>
                                          <p:spTgt spid="14">
                                            <p:graphicEl>
                                              <a:chart bldStep="ptIn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1"/>
      <p:bldP spid="48" grpId="2"/>
      <p:bldP spid="49" grpId="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21" name="Freeform 1">
            <a:extLst>
              <a:ext uri="{FF2B5EF4-FFF2-40B4-BE49-F238E27FC236}">
                <a16:creationId xmlns="" xmlns:p14="http://schemas.microsoft.com/office/powerpoint/2010/main" xmlns:p15="http://schemas.microsoft.com/office/powerpoint/2012/main" xmlns:a16="http://schemas.microsoft.com/office/drawing/2014/main" id="{C6C00CCE-3C9F-4EB7-BB37-16742E96A564}"/>
              </a:ext>
            </a:extLst>
          </p:cNvPr>
          <p:cNvSpPr>
            <a:spLocks noChangeArrowheads="1"/>
          </p:cNvSpPr>
          <p:nvPr/>
        </p:nvSpPr>
        <p:spPr bwMode="auto">
          <a:xfrm rot="16200000">
            <a:off x="1748247" y="1043721"/>
            <a:ext cx="2383581" cy="2142775"/>
          </a:xfrm>
          <a:custGeom>
            <a:avLst/>
            <a:gdLst>
              <a:gd name="T0" fmla="*/ 5639 w 7144"/>
              <a:gd name="T1" fmla="*/ 0 h 3558"/>
              <a:gd name="T2" fmla="*/ 0 w 7144"/>
              <a:gd name="T3" fmla="*/ 0 h 3558"/>
              <a:gd name="T4" fmla="*/ 1475 w 7144"/>
              <a:gd name="T5" fmla="*/ 1792 h 3558"/>
              <a:gd name="T6" fmla="*/ 0 w 7144"/>
              <a:gd name="T7" fmla="*/ 3557 h 3558"/>
              <a:gd name="T8" fmla="*/ 5669 w 7144"/>
              <a:gd name="T9" fmla="*/ 3557 h 3558"/>
              <a:gd name="T10" fmla="*/ 7143 w 7144"/>
              <a:gd name="T11" fmla="*/ 1792 h 3558"/>
              <a:gd name="T12" fmla="*/ 5639 w 7144"/>
              <a:gd name="T13" fmla="*/ 0 h 3558"/>
            </a:gdLst>
            <a:ahLst/>
            <a:cxnLst>
              <a:cxn ang="0">
                <a:pos x="T0" y="T1"/>
              </a:cxn>
              <a:cxn ang="0">
                <a:pos x="T2" y="T3"/>
              </a:cxn>
              <a:cxn ang="0">
                <a:pos x="T4" y="T5"/>
              </a:cxn>
              <a:cxn ang="0">
                <a:pos x="T6" y="T7"/>
              </a:cxn>
              <a:cxn ang="0">
                <a:pos x="T8" y="T9"/>
              </a:cxn>
              <a:cxn ang="0">
                <a:pos x="T10" y="T11"/>
              </a:cxn>
              <a:cxn ang="0">
                <a:pos x="T12" y="T13"/>
              </a:cxn>
            </a:cxnLst>
            <a:rect l="0" t="0" r="r" b="b"/>
            <a:pathLst>
              <a:path w="7144" h="3558">
                <a:moveTo>
                  <a:pt x="5639" y="0"/>
                </a:moveTo>
                <a:lnTo>
                  <a:pt x="0" y="0"/>
                </a:lnTo>
                <a:lnTo>
                  <a:pt x="1475" y="1792"/>
                </a:lnTo>
                <a:lnTo>
                  <a:pt x="0" y="3557"/>
                </a:lnTo>
                <a:lnTo>
                  <a:pt x="5669" y="3557"/>
                </a:lnTo>
                <a:lnTo>
                  <a:pt x="7143" y="1792"/>
                </a:lnTo>
                <a:lnTo>
                  <a:pt x="5639" y="0"/>
                </a:lnTo>
              </a:path>
            </a:pathLst>
          </a:custGeom>
          <a:solidFill>
            <a:srgbClr val="00FEFE">
              <a:alpha val="12000"/>
            </a:srgbClr>
          </a:solidFill>
          <a:ln w="12700">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lIns="121910" tIns="60955" rIns="121910" bIns="60955" anchor="ctr"/>
          <a:lstStyle/>
          <a:p>
            <a:pPr defTabSz="544211">
              <a:defRPr/>
            </a:pPr>
            <a:endParaRPr lang="en-US" sz="2150" kern="0">
              <a:solidFill>
                <a:srgbClr val="E2E3E9"/>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9" name="直接连接符 18">
            <a:extLst>
              <a:ext uri="{FF2B5EF4-FFF2-40B4-BE49-F238E27FC236}">
                <a16:creationId xmlns="" xmlns:p14="http://schemas.microsoft.com/office/powerpoint/2010/main" xmlns:p15="http://schemas.microsoft.com/office/powerpoint/2012/main" xmlns:a16="http://schemas.microsoft.com/office/drawing/2014/main" id="{9B80CF86-D139-45BD-A6B1-0067E424A774}"/>
              </a:ext>
            </a:extLst>
          </p:cNvPr>
          <p:cNvCxnSpPr/>
          <p:nvPr/>
        </p:nvCxnSpPr>
        <p:spPr>
          <a:xfrm flipH="1">
            <a:off x="3535221" y="1638677"/>
            <a:ext cx="4936851"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 xmlns:p14="http://schemas.microsoft.com/office/powerpoint/2010/main" xmlns:p15="http://schemas.microsoft.com/office/powerpoint/2012/main" xmlns:a16="http://schemas.microsoft.com/office/drawing/2014/main" id="{8F81408D-44E1-4246-9441-402135FB0515}"/>
              </a:ext>
            </a:extLst>
          </p:cNvPr>
          <p:cNvGrpSpPr/>
          <p:nvPr/>
        </p:nvGrpSpPr>
        <p:grpSpPr>
          <a:xfrm>
            <a:off x="2255642" y="2305641"/>
            <a:ext cx="450764" cy="1342546"/>
            <a:chOff x="4768367" y="-844793"/>
            <a:chExt cx="2372637" cy="6100918"/>
          </a:xfrm>
        </p:grpSpPr>
        <p:sp>
          <p:nvSpPr>
            <p:cNvPr id="25" name="文本框 24">
              <a:extLst>
                <a:ext uri="{FF2B5EF4-FFF2-40B4-BE49-F238E27FC236}">
                  <a16:creationId xmlns="" xmlns:p14="http://schemas.microsoft.com/office/powerpoint/2010/main" xmlns:p15="http://schemas.microsoft.com/office/powerpoint/2012/main" xmlns:a16="http://schemas.microsoft.com/office/drawing/2014/main" id="{19F4CE83-BF9A-456A-8889-E8F82E8AC7E7}"/>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28" name="图片 27"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24709962-F379-43C5-8D5B-1406CFE834BA}"/>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30" name="图片 29">
              <a:extLst>
                <a:ext uri="{FF2B5EF4-FFF2-40B4-BE49-F238E27FC236}">
                  <a16:creationId xmlns="" xmlns:p14="http://schemas.microsoft.com/office/powerpoint/2010/main" xmlns:p15="http://schemas.microsoft.com/office/powerpoint/2012/main" xmlns:a16="http://schemas.microsoft.com/office/drawing/2014/main" id="{F2784089-35E5-4932-BB93-865C4E9B27FF}"/>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39" name="文本框 38">
              <a:extLst>
                <a:ext uri="{FF2B5EF4-FFF2-40B4-BE49-F238E27FC236}">
                  <a16:creationId xmlns="" xmlns:p14="http://schemas.microsoft.com/office/powerpoint/2010/main" xmlns:p15="http://schemas.microsoft.com/office/powerpoint/2012/main" xmlns:a16="http://schemas.microsoft.com/office/drawing/2014/main" id="{E3324942-CD90-4389-8EB3-6BA47690DEAA}"/>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cxnSp>
        <p:nvCxnSpPr>
          <p:cNvPr id="40" name="直接连接符 39">
            <a:extLst>
              <a:ext uri="{FF2B5EF4-FFF2-40B4-BE49-F238E27FC236}">
                <a16:creationId xmlns="" xmlns:p14="http://schemas.microsoft.com/office/powerpoint/2010/main" xmlns:p15="http://schemas.microsoft.com/office/powerpoint/2012/main" xmlns:a16="http://schemas.microsoft.com/office/drawing/2014/main" id="{3827C08B-CB13-42BC-B25F-623BDAA2BAC0}"/>
              </a:ext>
            </a:extLst>
          </p:cNvPr>
          <p:cNvCxnSpPr/>
          <p:nvPr/>
        </p:nvCxnSpPr>
        <p:spPr>
          <a:xfrm flipH="1">
            <a:off x="4273258" y="2929537"/>
            <a:ext cx="2772000"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 xmlns:p14="http://schemas.microsoft.com/office/powerpoint/2010/main" xmlns:p15="http://schemas.microsoft.com/office/powerpoint/2012/main" xmlns:a16="http://schemas.microsoft.com/office/drawing/2014/main" id="{7A82B31D-A2BC-456D-A078-A92C6A58D938}"/>
              </a:ext>
            </a:extLst>
          </p:cNvPr>
          <p:cNvCxnSpPr/>
          <p:nvPr/>
        </p:nvCxnSpPr>
        <p:spPr>
          <a:xfrm>
            <a:off x="206320" y="2956001"/>
            <a:ext cx="2231808" cy="34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42" name="TextBox 13">
            <a:extLst>
              <a:ext uri="{FF2B5EF4-FFF2-40B4-BE49-F238E27FC236}">
                <a16:creationId xmlns="" xmlns:p14="http://schemas.microsoft.com/office/powerpoint/2010/main" xmlns:p15="http://schemas.microsoft.com/office/powerpoint/2012/main" xmlns:a16="http://schemas.microsoft.com/office/drawing/2014/main" id="{A4C8EAB7-11DD-4195-9F02-BF297A982620}"/>
              </a:ext>
            </a:extLst>
          </p:cNvPr>
          <p:cNvSpPr txBox="1"/>
          <p:nvPr/>
        </p:nvSpPr>
        <p:spPr>
          <a:xfrm>
            <a:off x="953403" y="2744871"/>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3" name="TextBox 13">
            <a:extLst>
              <a:ext uri="{FF2B5EF4-FFF2-40B4-BE49-F238E27FC236}">
                <a16:creationId xmlns="" xmlns:p14="http://schemas.microsoft.com/office/powerpoint/2010/main" xmlns:p15="http://schemas.microsoft.com/office/powerpoint/2012/main" xmlns:a16="http://schemas.microsoft.com/office/drawing/2014/main" id="{987F00E9-48CD-4C7F-BC28-9B4B055D265F}"/>
              </a:ext>
            </a:extLst>
          </p:cNvPr>
          <p:cNvSpPr txBox="1"/>
          <p:nvPr/>
        </p:nvSpPr>
        <p:spPr>
          <a:xfrm>
            <a:off x="742511" y="2995441"/>
            <a:ext cx="1516956" cy="617477"/>
          </a:xfrm>
          <a:prstGeom prst="rect">
            <a:avLst/>
          </a:prstGeom>
          <a:noFill/>
        </p:spPr>
        <p:txBody>
          <a:bodyPr wrap="square" lIns="0" tIns="0" rIns="0" bIns="0" rtlCol="0" anchor="ctr" anchorCtr="0">
            <a:spAutoFit/>
          </a:bodyPr>
          <a:lstStyle/>
          <a:p>
            <a:pPr algn="ctr" defTabSz="1216817">
              <a:lnSpc>
                <a:spcPct val="13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单击此处可编辑内容，根据您的需要自由拉伸文本框大小单击此处可编辑内容，根据您的需要自由拉伸文本框大小</a:t>
            </a:r>
          </a:p>
        </p:txBody>
      </p:sp>
      <p:sp>
        <p:nvSpPr>
          <p:cNvPr id="44" name="TextBox 13">
            <a:extLst>
              <a:ext uri="{FF2B5EF4-FFF2-40B4-BE49-F238E27FC236}">
                <a16:creationId xmlns="" xmlns:p14="http://schemas.microsoft.com/office/powerpoint/2010/main" xmlns:p15="http://schemas.microsoft.com/office/powerpoint/2012/main" xmlns:a16="http://schemas.microsoft.com/office/drawing/2014/main" id="{05D4FB29-6A92-403F-BF8E-1E9DE96F1A39}"/>
              </a:ext>
            </a:extLst>
          </p:cNvPr>
          <p:cNvSpPr txBox="1"/>
          <p:nvPr/>
        </p:nvSpPr>
        <p:spPr>
          <a:xfrm>
            <a:off x="3947726" y="1422405"/>
            <a:ext cx="1174789"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5" name="TextBox 13">
            <a:extLst>
              <a:ext uri="{FF2B5EF4-FFF2-40B4-BE49-F238E27FC236}">
                <a16:creationId xmlns="" xmlns:p14="http://schemas.microsoft.com/office/powerpoint/2010/main" xmlns:p15="http://schemas.microsoft.com/office/powerpoint/2012/main" xmlns:a16="http://schemas.microsoft.com/office/drawing/2014/main" id="{DA0E128D-A2AB-41AF-8241-1C5CCFC7BC4C}"/>
              </a:ext>
            </a:extLst>
          </p:cNvPr>
          <p:cNvSpPr txBox="1"/>
          <p:nvPr/>
        </p:nvSpPr>
        <p:spPr>
          <a:xfrm>
            <a:off x="3943709" y="1680039"/>
            <a:ext cx="4244793" cy="457433"/>
          </a:xfrm>
          <a:prstGeom prst="rect">
            <a:avLst/>
          </a:prstGeom>
          <a:noFill/>
        </p:spPr>
        <p:txBody>
          <a:bodyPr wrap="square" lIns="0" tIns="0" rIns="0" bIns="0" rtlCol="0" anchor="ctr" anchorCtr="0">
            <a:spAutoFit/>
          </a:bodyPr>
          <a:lstStyle/>
          <a:p>
            <a:pPr defTabSz="1216817">
              <a:lnSpc>
                <a:spcPct val="13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根据您的需要自由拉伸文本框大小，单击此处可编辑内容，根据您的需要自由拉伸文本框大小单击此处可编辑内容，根据您的需要自由拉伸文本框大小。</a:t>
            </a:r>
          </a:p>
        </p:txBody>
      </p:sp>
      <p:sp>
        <p:nvSpPr>
          <p:cNvPr id="46" name="TextBox 13">
            <a:extLst>
              <a:ext uri="{FF2B5EF4-FFF2-40B4-BE49-F238E27FC236}">
                <a16:creationId xmlns="" xmlns:p14="http://schemas.microsoft.com/office/powerpoint/2010/main" xmlns:p15="http://schemas.microsoft.com/office/powerpoint/2012/main" xmlns:a16="http://schemas.microsoft.com/office/drawing/2014/main" id="{7A0B063A-1034-4958-8A46-07E982C22188}"/>
              </a:ext>
            </a:extLst>
          </p:cNvPr>
          <p:cNvSpPr txBox="1"/>
          <p:nvPr/>
        </p:nvSpPr>
        <p:spPr>
          <a:xfrm>
            <a:off x="4635934" y="2711722"/>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7" name="TextBox 13">
            <a:extLst>
              <a:ext uri="{FF2B5EF4-FFF2-40B4-BE49-F238E27FC236}">
                <a16:creationId xmlns="" xmlns:p14="http://schemas.microsoft.com/office/powerpoint/2010/main" xmlns:p15="http://schemas.microsoft.com/office/powerpoint/2012/main" xmlns:a16="http://schemas.microsoft.com/office/drawing/2014/main" id="{911B99B9-EE10-417F-A689-A0EBD9672306}"/>
              </a:ext>
            </a:extLst>
          </p:cNvPr>
          <p:cNvSpPr txBox="1"/>
          <p:nvPr/>
        </p:nvSpPr>
        <p:spPr>
          <a:xfrm>
            <a:off x="4631918" y="2971526"/>
            <a:ext cx="2991506" cy="617477"/>
          </a:xfrm>
          <a:prstGeom prst="rect">
            <a:avLst/>
          </a:prstGeom>
          <a:noFill/>
        </p:spPr>
        <p:txBody>
          <a:bodyPr wrap="square" lIns="0" tIns="0" rIns="0" bIns="0" rtlCol="0" anchor="ctr" anchorCtr="0">
            <a:spAutoFit/>
          </a:bodyPr>
          <a:lstStyle/>
          <a:p>
            <a:pPr defTabSz="1216817">
              <a:lnSpc>
                <a:spcPct val="13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根据您的需要自由拉伸文本框大小，单击此处可编辑内容，根据您的需要自由拉伸文本框大小单击此处可编辑内容，根据您的需要自由拉伸文本框大小。</a:t>
            </a:r>
          </a:p>
        </p:txBody>
      </p:sp>
      <p:grpSp>
        <p:nvGrpSpPr>
          <p:cNvPr id="48" name="组合 47">
            <a:extLst>
              <a:ext uri="{FF2B5EF4-FFF2-40B4-BE49-F238E27FC236}">
                <a16:creationId xmlns="" xmlns:p14="http://schemas.microsoft.com/office/powerpoint/2010/main" xmlns:p15="http://schemas.microsoft.com/office/powerpoint/2012/main" xmlns:a16="http://schemas.microsoft.com/office/drawing/2014/main" id="{CB4FBF5F-7D3F-45D1-A095-3C4401FCC01F}"/>
              </a:ext>
            </a:extLst>
          </p:cNvPr>
          <p:cNvGrpSpPr/>
          <p:nvPr/>
        </p:nvGrpSpPr>
        <p:grpSpPr>
          <a:xfrm>
            <a:off x="3276467" y="1014436"/>
            <a:ext cx="573030" cy="1342546"/>
            <a:chOff x="4768367" y="-844793"/>
            <a:chExt cx="3016195" cy="6100918"/>
          </a:xfrm>
        </p:grpSpPr>
        <p:sp>
          <p:nvSpPr>
            <p:cNvPr id="49" name="文本框 48">
              <a:extLst>
                <a:ext uri="{FF2B5EF4-FFF2-40B4-BE49-F238E27FC236}">
                  <a16:creationId xmlns="" xmlns:p14="http://schemas.microsoft.com/office/powerpoint/2010/main" xmlns:p15="http://schemas.microsoft.com/office/powerpoint/2012/main" xmlns:a16="http://schemas.microsoft.com/office/drawing/2014/main" id="{68D1BE56-45FF-4AB6-A795-084B64E36C5C}"/>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50" name="图片 49"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08E9EC88-05B2-4106-8133-27380DC3C149}"/>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51" name="图片 50">
              <a:extLst>
                <a:ext uri="{FF2B5EF4-FFF2-40B4-BE49-F238E27FC236}">
                  <a16:creationId xmlns="" xmlns:p14="http://schemas.microsoft.com/office/powerpoint/2010/main" xmlns:p15="http://schemas.microsoft.com/office/powerpoint/2012/main" xmlns:a16="http://schemas.microsoft.com/office/drawing/2014/main" id="{93E9E97C-498B-46B7-8F82-95CFBC43D132}"/>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52" name="文本框 51">
              <a:extLst>
                <a:ext uri="{FF2B5EF4-FFF2-40B4-BE49-F238E27FC236}">
                  <a16:creationId xmlns="" xmlns:p14="http://schemas.microsoft.com/office/powerpoint/2010/main" xmlns:p15="http://schemas.microsoft.com/office/powerpoint/2012/main" xmlns:a16="http://schemas.microsoft.com/office/drawing/2014/main" id="{28C9FB11-9D94-42B9-91B7-F7836EC13C9E}"/>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grpSp>
        <p:nvGrpSpPr>
          <p:cNvPr id="53" name="组合 52">
            <a:extLst>
              <a:ext uri="{FF2B5EF4-FFF2-40B4-BE49-F238E27FC236}">
                <a16:creationId xmlns="" xmlns:p14="http://schemas.microsoft.com/office/powerpoint/2010/main" xmlns:p15="http://schemas.microsoft.com/office/powerpoint/2012/main" xmlns:a16="http://schemas.microsoft.com/office/drawing/2014/main" id="{7A889C87-8273-4125-BC5E-3C5ED76F5469}"/>
              </a:ext>
            </a:extLst>
          </p:cNvPr>
          <p:cNvGrpSpPr/>
          <p:nvPr/>
        </p:nvGrpSpPr>
        <p:grpSpPr>
          <a:xfrm>
            <a:off x="4017535" y="2300203"/>
            <a:ext cx="563412" cy="1342546"/>
            <a:chOff x="4768367" y="-844793"/>
            <a:chExt cx="2965570" cy="6100918"/>
          </a:xfrm>
        </p:grpSpPr>
        <p:sp>
          <p:nvSpPr>
            <p:cNvPr id="54" name="文本框 53">
              <a:extLst>
                <a:ext uri="{FF2B5EF4-FFF2-40B4-BE49-F238E27FC236}">
                  <a16:creationId xmlns="" xmlns:p14="http://schemas.microsoft.com/office/powerpoint/2010/main" xmlns:p15="http://schemas.microsoft.com/office/powerpoint/2012/main" xmlns:a16="http://schemas.microsoft.com/office/drawing/2014/main" id="{838545DB-5F06-4C7A-BE72-BBDD59D2F6A9}"/>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55" name="图片 54"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A1ABFB03-27FD-4F21-84FA-C4401A4F6784}"/>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56" name="图片 55">
              <a:extLst>
                <a:ext uri="{FF2B5EF4-FFF2-40B4-BE49-F238E27FC236}">
                  <a16:creationId xmlns="" xmlns:p14="http://schemas.microsoft.com/office/powerpoint/2010/main" xmlns:p15="http://schemas.microsoft.com/office/powerpoint/2012/main" xmlns:a16="http://schemas.microsoft.com/office/drawing/2014/main" id="{FC9C8D6C-0BD4-4BB7-8B9D-63E0D8D52235}"/>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57" name="文本框 56">
              <a:extLst>
                <a:ext uri="{FF2B5EF4-FFF2-40B4-BE49-F238E27FC236}">
                  <a16:creationId xmlns="" xmlns:p14="http://schemas.microsoft.com/office/powerpoint/2010/main" xmlns:p15="http://schemas.microsoft.com/office/powerpoint/2012/main" xmlns:a16="http://schemas.microsoft.com/office/drawing/2014/main" id="{F63D4A20-1FD0-4F29-82B1-BEF26489BA1C}"/>
                </a:ext>
              </a:extLst>
            </p:cNvPr>
            <p:cNvSpPr txBox="1"/>
            <p:nvPr/>
          </p:nvSpPr>
          <p:spPr>
            <a:xfrm>
              <a:off x="5428800" y="933006"/>
              <a:ext cx="2305137"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3</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62" name="AreaShape">
            <a:extLst>
              <a:ext uri="{FF2B5EF4-FFF2-40B4-BE49-F238E27FC236}">
                <a16:creationId xmlns="" xmlns:p14="http://schemas.microsoft.com/office/powerpoint/2010/main" xmlns:p15="http://schemas.microsoft.com/office/powerpoint/2012/main" xmlns:a16="http://schemas.microsoft.com/office/drawing/2014/main" id="{737A1105-785C-409C-AEA2-6EF4FF4FE327}"/>
              </a:ext>
            </a:extLst>
          </p:cNvPr>
          <p:cNvSpPr/>
          <p:nvPr/>
        </p:nvSpPr>
        <p:spPr bwMode="auto">
          <a:xfrm>
            <a:off x="1299155" y="892392"/>
            <a:ext cx="2549910" cy="1725411"/>
          </a:xfrm>
          <a:prstGeom prst="rect">
            <a:avLst/>
          </a:prstGeom>
          <a:no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63" name="ExtraShape1">
            <a:extLst>
              <a:ext uri="{FF2B5EF4-FFF2-40B4-BE49-F238E27FC236}">
                <a16:creationId xmlns="" xmlns:p14="http://schemas.microsoft.com/office/powerpoint/2010/main" xmlns:p15="http://schemas.microsoft.com/office/powerpoint/2012/main" xmlns:a16="http://schemas.microsoft.com/office/drawing/2014/main" id="{6CAC1E3C-4441-4B2A-BE62-FC748729D7F9}"/>
              </a:ext>
            </a:extLst>
          </p:cNvPr>
          <p:cNvSpPr/>
          <p:nvPr/>
        </p:nvSpPr>
        <p:spPr bwMode="auto">
          <a:xfrm>
            <a:off x="1406618" y="1358863"/>
            <a:ext cx="1956842" cy="1132928"/>
          </a:xfrm>
          <a:custGeom>
            <a:avLst/>
            <a:gdLst>
              <a:gd name="T0" fmla="*/ 811 w 827"/>
              <a:gd name="T1" fmla="*/ 489 h 489"/>
              <a:gd name="T2" fmla="*/ 158 w 827"/>
              <a:gd name="T3" fmla="*/ 489 h 489"/>
              <a:gd name="T4" fmla="*/ 145 w 827"/>
              <a:gd name="T5" fmla="*/ 479 h 489"/>
              <a:gd name="T6" fmla="*/ 3 w 827"/>
              <a:gd name="T7" fmla="*/ 18 h 489"/>
              <a:gd name="T8" fmla="*/ 16 w 827"/>
              <a:gd name="T9" fmla="*/ 0 h 489"/>
              <a:gd name="T10" fmla="*/ 669 w 827"/>
              <a:gd name="T11" fmla="*/ 0 h 489"/>
              <a:gd name="T12" fmla="*/ 682 w 827"/>
              <a:gd name="T13" fmla="*/ 10 h 489"/>
              <a:gd name="T14" fmla="*/ 824 w 827"/>
              <a:gd name="T15" fmla="*/ 471 h 489"/>
              <a:gd name="T16" fmla="*/ 811 w 827"/>
              <a:gd name="T17"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6" h="489">
                <a:moveTo>
                  <a:pt x="811" y="489"/>
                </a:moveTo>
                <a:cubicBezTo>
                  <a:pt x="158" y="489"/>
                  <a:pt x="158" y="489"/>
                  <a:pt x="158" y="489"/>
                </a:cubicBezTo>
                <a:cubicBezTo>
                  <a:pt x="152" y="489"/>
                  <a:pt x="146" y="485"/>
                  <a:pt x="145" y="479"/>
                </a:cubicBezTo>
                <a:cubicBezTo>
                  <a:pt x="3" y="18"/>
                  <a:pt x="3" y="18"/>
                  <a:pt x="3" y="18"/>
                </a:cubicBezTo>
                <a:cubicBezTo>
                  <a:pt x="0" y="9"/>
                  <a:pt x="7" y="0"/>
                  <a:pt x="16" y="0"/>
                </a:cubicBezTo>
                <a:cubicBezTo>
                  <a:pt x="669" y="0"/>
                  <a:pt x="669" y="0"/>
                  <a:pt x="669" y="0"/>
                </a:cubicBezTo>
                <a:cubicBezTo>
                  <a:pt x="675" y="0"/>
                  <a:pt x="681" y="4"/>
                  <a:pt x="682" y="10"/>
                </a:cubicBezTo>
                <a:cubicBezTo>
                  <a:pt x="824" y="471"/>
                  <a:pt x="824" y="471"/>
                  <a:pt x="824" y="471"/>
                </a:cubicBezTo>
                <a:cubicBezTo>
                  <a:pt x="827" y="480"/>
                  <a:pt x="820" y="489"/>
                  <a:pt x="811" y="489"/>
                </a:cubicBezTo>
              </a:path>
            </a:pathLst>
          </a:custGeom>
          <a:solidFill>
            <a:srgbClr val="43C4D5">
              <a:alpha val="29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ExtraShape">
            <a:extLst>
              <a:ext uri="{FF2B5EF4-FFF2-40B4-BE49-F238E27FC236}">
                <a16:creationId xmlns="" xmlns:p14="http://schemas.microsoft.com/office/powerpoint/2010/main" xmlns:p15="http://schemas.microsoft.com/office/powerpoint/2012/main" xmlns:a16="http://schemas.microsoft.com/office/drawing/2014/main" id="{BA603848-4269-4310-947E-54D260615F89}"/>
              </a:ext>
            </a:extLst>
          </p:cNvPr>
          <p:cNvSpPr/>
          <p:nvPr/>
        </p:nvSpPr>
        <p:spPr bwMode="auto">
          <a:xfrm>
            <a:off x="1470819" y="1411645"/>
            <a:ext cx="1828440" cy="1026736"/>
          </a:xfrm>
          <a:custGeom>
            <a:avLst/>
            <a:gdLst>
              <a:gd name="T0" fmla="*/ 757 w 773"/>
              <a:gd name="T1" fmla="*/ 443 h 443"/>
              <a:gd name="T2" fmla="*/ 143 w 773"/>
              <a:gd name="T3" fmla="*/ 443 h 443"/>
              <a:gd name="T4" fmla="*/ 130 w 773"/>
              <a:gd name="T5" fmla="*/ 433 h 443"/>
              <a:gd name="T6" fmla="*/ 3 w 773"/>
              <a:gd name="T7" fmla="*/ 18 h 443"/>
              <a:gd name="T8" fmla="*/ 16 w 773"/>
              <a:gd name="T9" fmla="*/ 0 h 443"/>
              <a:gd name="T10" fmla="*/ 630 w 773"/>
              <a:gd name="T11" fmla="*/ 0 h 443"/>
              <a:gd name="T12" fmla="*/ 643 w 773"/>
              <a:gd name="T13" fmla="*/ 10 h 443"/>
              <a:gd name="T14" fmla="*/ 770 w 773"/>
              <a:gd name="T15" fmla="*/ 425 h 443"/>
              <a:gd name="T16" fmla="*/ 757 w 773"/>
              <a:gd name="T17" fmla="*/ 44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442">
                <a:moveTo>
                  <a:pt x="757" y="443"/>
                </a:moveTo>
                <a:cubicBezTo>
                  <a:pt x="143" y="443"/>
                  <a:pt x="143" y="443"/>
                  <a:pt x="143" y="443"/>
                </a:cubicBezTo>
                <a:cubicBezTo>
                  <a:pt x="137" y="443"/>
                  <a:pt x="132" y="439"/>
                  <a:pt x="130" y="433"/>
                </a:cubicBezTo>
                <a:cubicBezTo>
                  <a:pt x="3" y="18"/>
                  <a:pt x="3" y="18"/>
                  <a:pt x="3" y="18"/>
                </a:cubicBezTo>
                <a:cubicBezTo>
                  <a:pt x="0" y="9"/>
                  <a:pt x="7" y="0"/>
                  <a:pt x="16" y="0"/>
                </a:cubicBezTo>
                <a:cubicBezTo>
                  <a:pt x="630" y="0"/>
                  <a:pt x="630" y="0"/>
                  <a:pt x="630" y="0"/>
                </a:cubicBezTo>
                <a:cubicBezTo>
                  <a:pt x="636" y="0"/>
                  <a:pt x="641" y="4"/>
                  <a:pt x="643" y="10"/>
                </a:cubicBezTo>
                <a:cubicBezTo>
                  <a:pt x="770" y="425"/>
                  <a:pt x="770" y="425"/>
                  <a:pt x="770" y="425"/>
                </a:cubicBezTo>
                <a:cubicBezTo>
                  <a:pt x="773" y="434"/>
                  <a:pt x="766" y="443"/>
                  <a:pt x="757" y="443"/>
                </a:cubicBezTo>
              </a:path>
            </a:pathLst>
          </a:custGeom>
          <a:solidFill>
            <a:srgbClr val="2AACD6">
              <a:alpha val="17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ExtraShape2">
            <a:extLst>
              <a:ext uri="{FF2B5EF4-FFF2-40B4-BE49-F238E27FC236}">
                <a16:creationId xmlns="" xmlns:p14="http://schemas.microsoft.com/office/powerpoint/2010/main" xmlns:p15="http://schemas.microsoft.com/office/powerpoint/2012/main" xmlns:a16="http://schemas.microsoft.com/office/drawing/2014/main" id="{A0B4BB8D-C137-4009-A84D-5099216EF236}"/>
              </a:ext>
            </a:extLst>
          </p:cNvPr>
          <p:cNvSpPr/>
          <p:nvPr/>
        </p:nvSpPr>
        <p:spPr bwMode="auto">
          <a:xfrm>
            <a:off x="1737894" y="2487393"/>
            <a:ext cx="2003709" cy="64721"/>
          </a:xfrm>
          <a:custGeom>
            <a:avLst/>
            <a:gdLst>
              <a:gd name="T0" fmla="*/ 847 w 847"/>
              <a:gd name="T1" fmla="*/ 14 h 28"/>
              <a:gd name="T2" fmla="*/ 843 w 847"/>
              <a:gd name="T3" fmla="*/ 24 h 28"/>
              <a:gd name="T4" fmla="*/ 833 w 847"/>
              <a:gd name="T5" fmla="*/ 28 h 28"/>
              <a:gd name="T6" fmla="*/ 13 w 847"/>
              <a:gd name="T7" fmla="*/ 28 h 28"/>
              <a:gd name="T8" fmla="*/ 0 w 847"/>
              <a:gd name="T9" fmla="*/ 14 h 28"/>
              <a:gd name="T10" fmla="*/ 4 w 847"/>
              <a:gd name="T11" fmla="*/ 4 h 28"/>
              <a:gd name="T12" fmla="*/ 13 w 847"/>
              <a:gd name="T13" fmla="*/ 0 h 28"/>
              <a:gd name="T14" fmla="*/ 833 w 847"/>
              <a:gd name="T15" fmla="*/ 0 h 28"/>
              <a:gd name="T16" fmla="*/ 847 w 847"/>
              <a:gd name="T17"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6" h="28">
                <a:moveTo>
                  <a:pt x="847" y="14"/>
                </a:moveTo>
                <a:cubicBezTo>
                  <a:pt x="847" y="18"/>
                  <a:pt x="846" y="21"/>
                  <a:pt x="843" y="24"/>
                </a:cubicBezTo>
                <a:cubicBezTo>
                  <a:pt x="841" y="26"/>
                  <a:pt x="837" y="28"/>
                  <a:pt x="833" y="28"/>
                </a:cubicBezTo>
                <a:cubicBezTo>
                  <a:pt x="13" y="28"/>
                  <a:pt x="13" y="28"/>
                  <a:pt x="13" y="28"/>
                </a:cubicBezTo>
                <a:cubicBezTo>
                  <a:pt x="6" y="28"/>
                  <a:pt x="0" y="22"/>
                  <a:pt x="0" y="14"/>
                </a:cubicBezTo>
                <a:cubicBezTo>
                  <a:pt x="0" y="10"/>
                  <a:pt x="1" y="7"/>
                  <a:pt x="4" y="4"/>
                </a:cubicBezTo>
                <a:cubicBezTo>
                  <a:pt x="6" y="2"/>
                  <a:pt x="10" y="0"/>
                  <a:pt x="13" y="0"/>
                </a:cubicBezTo>
                <a:cubicBezTo>
                  <a:pt x="833" y="0"/>
                  <a:pt x="833" y="0"/>
                  <a:pt x="833" y="0"/>
                </a:cubicBezTo>
                <a:cubicBezTo>
                  <a:pt x="841" y="0"/>
                  <a:pt x="847" y="6"/>
                  <a:pt x="847" y="14"/>
                </a:cubicBezTo>
                <a:close/>
              </a:path>
            </a:pathLst>
          </a:custGeom>
          <a:solidFill>
            <a:srgbClr val="43C4D5">
              <a:alpha val="21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8">
            <a:extLst>
              <a:ext uri="{FF2B5EF4-FFF2-40B4-BE49-F238E27FC236}">
                <a16:creationId xmlns="" xmlns:p14="http://schemas.microsoft.com/office/powerpoint/2010/main" xmlns:p15="http://schemas.microsoft.com/office/powerpoint/2012/main" xmlns:a16="http://schemas.microsoft.com/office/drawing/2014/main" id="{4D07D52A-190F-42FF-B0C4-DDBB11DE446E}"/>
              </a:ext>
            </a:extLst>
          </p:cNvPr>
          <p:cNvSpPr/>
          <p:nvPr/>
        </p:nvSpPr>
        <p:spPr bwMode="auto">
          <a:xfrm>
            <a:off x="2466574" y="2487393"/>
            <a:ext cx="1275029" cy="64721"/>
          </a:xfrm>
          <a:custGeom>
            <a:avLst/>
            <a:gdLst>
              <a:gd name="T0" fmla="*/ 539 w 539"/>
              <a:gd name="T1" fmla="*/ 14 h 28"/>
              <a:gd name="T2" fmla="*/ 535 w 539"/>
              <a:gd name="T3" fmla="*/ 24 h 28"/>
              <a:gd name="T4" fmla="*/ 525 w 539"/>
              <a:gd name="T5" fmla="*/ 28 h 28"/>
              <a:gd name="T6" fmla="*/ 14 w 539"/>
              <a:gd name="T7" fmla="*/ 28 h 28"/>
              <a:gd name="T8" fmla="*/ 0 w 539"/>
              <a:gd name="T9" fmla="*/ 14 h 28"/>
              <a:gd name="T10" fmla="*/ 4 w 539"/>
              <a:gd name="T11" fmla="*/ 4 h 28"/>
              <a:gd name="T12" fmla="*/ 14 w 539"/>
              <a:gd name="T13" fmla="*/ 0 h 28"/>
              <a:gd name="T14" fmla="*/ 525 w 539"/>
              <a:gd name="T15" fmla="*/ 0 h 28"/>
              <a:gd name="T16" fmla="*/ 539 w 539"/>
              <a:gd name="T17"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9" h="28">
                <a:moveTo>
                  <a:pt x="539" y="14"/>
                </a:moveTo>
                <a:cubicBezTo>
                  <a:pt x="539" y="18"/>
                  <a:pt x="538" y="21"/>
                  <a:pt x="535" y="24"/>
                </a:cubicBezTo>
                <a:cubicBezTo>
                  <a:pt x="533" y="26"/>
                  <a:pt x="529" y="28"/>
                  <a:pt x="525" y="28"/>
                </a:cubicBezTo>
                <a:cubicBezTo>
                  <a:pt x="14" y="28"/>
                  <a:pt x="14" y="28"/>
                  <a:pt x="14" y="28"/>
                </a:cubicBezTo>
                <a:cubicBezTo>
                  <a:pt x="6" y="28"/>
                  <a:pt x="0" y="22"/>
                  <a:pt x="0" y="14"/>
                </a:cubicBezTo>
                <a:cubicBezTo>
                  <a:pt x="0" y="10"/>
                  <a:pt x="1" y="7"/>
                  <a:pt x="4" y="4"/>
                </a:cubicBezTo>
                <a:cubicBezTo>
                  <a:pt x="6" y="2"/>
                  <a:pt x="10" y="0"/>
                  <a:pt x="14" y="0"/>
                </a:cubicBezTo>
                <a:cubicBezTo>
                  <a:pt x="525" y="0"/>
                  <a:pt x="525" y="0"/>
                  <a:pt x="525" y="0"/>
                </a:cubicBezTo>
                <a:cubicBezTo>
                  <a:pt x="533" y="0"/>
                  <a:pt x="539" y="6"/>
                  <a:pt x="539" y="14"/>
                </a:cubicBezTo>
                <a:close/>
              </a:path>
            </a:pathLst>
          </a:custGeom>
          <a:solidFill>
            <a:srgbClr val="03E2E7">
              <a:alpha val="38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ExtraShape1">
            <a:extLst>
              <a:ext uri="{FF2B5EF4-FFF2-40B4-BE49-F238E27FC236}">
                <a16:creationId xmlns="" xmlns:p14="http://schemas.microsoft.com/office/powerpoint/2010/main" xmlns:p15="http://schemas.microsoft.com/office/powerpoint/2012/main" xmlns:a16="http://schemas.microsoft.com/office/drawing/2014/main" id="{256A36CE-3B21-49B8-98E9-DADCB642FDF1}"/>
              </a:ext>
            </a:extLst>
          </p:cNvPr>
          <p:cNvSpPr/>
          <p:nvPr/>
        </p:nvSpPr>
        <p:spPr bwMode="auto">
          <a:xfrm>
            <a:off x="2949364" y="1982194"/>
            <a:ext cx="541855" cy="273336"/>
          </a:xfrm>
          <a:custGeom>
            <a:avLst/>
            <a:gdLst>
              <a:gd name="T0" fmla="*/ 207 w 229"/>
              <a:gd name="T1" fmla="*/ 118 h 118"/>
              <a:gd name="T2" fmla="*/ 22 w 229"/>
              <a:gd name="T3" fmla="*/ 118 h 118"/>
              <a:gd name="T4" fmla="*/ 0 w 229"/>
              <a:gd name="T5" fmla="*/ 96 h 118"/>
              <a:gd name="T6" fmla="*/ 0 w 229"/>
              <a:gd name="T7" fmla="*/ 22 h 118"/>
              <a:gd name="T8" fmla="*/ 22 w 229"/>
              <a:gd name="T9" fmla="*/ 0 h 118"/>
              <a:gd name="T10" fmla="*/ 207 w 229"/>
              <a:gd name="T11" fmla="*/ 0 h 118"/>
              <a:gd name="T12" fmla="*/ 229 w 229"/>
              <a:gd name="T13" fmla="*/ 22 h 118"/>
              <a:gd name="T14" fmla="*/ 229 w 229"/>
              <a:gd name="T15" fmla="*/ 96 h 118"/>
              <a:gd name="T16" fmla="*/ 207 w 22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9" h="118">
                <a:moveTo>
                  <a:pt x="207" y="118"/>
                </a:moveTo>
                <a:cubicBezTo>
                  <a:pt x="22" y="118"/>
                  <a:pt x="22" y="118"/>
                  <a:pt x="22" y="118"/>
                </a:cubicBezTo>
                <a:cubicBezTo>
                  <a:pt x="10" y="118"/>
                  <a:pt x="0" y="108"/>
                  <a:pt x="0" y="96"/>
                </a:cubicBezTo>
                <a:cubicBezTo>
                  <a:pt x="0" y="22"/>
                  <a:pt x="0" y="22"/>
                  <a:pt x="0" y="22"/>
                </a:cubicBezTo>
                <a:cubicBezTo>
                  <a:pt x="0" y="10"/>
                  <a:pt x="10" y="0"/>
                  <a:pt x="22" y="0"/>
                </a:cubicBezTo>
                <a:cubicBezTo>
                  <a:pt x="207" y="0"/>
                  <a:pt x="207" y="0"/>
                  <a:pt x="207" y="0"/>
                </a:cubicBezTo>
                <a:cubicBezTo>
                  <a:pt x="219" y="0"/>
                  <a:pt x="229" y="10"/>
                  <a:pt x="229" y="22"/>
                </a:cubicBezTo>
                <a:cubicBezTo>
                  <a:pt x="229" y="96"/>
                  <a:pt x="229" y="96"/>
                  <a:pt x="229" y="96"/>
                </a:cubicBezTo>
                <a:cubicBezTo>
                  <a:pt x="229" y="108"/>
                  <a:pt x="219" y="118"/>
                  <a:pt x="207" y="118"/>
                </a:cubicBezTo>
                <a:close/>
              </a:path>
            </a:pathLst>
          </a:custGeom>
          <a:solidFill>
            <a:srgbClr val="43C4D5"/>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ExtraShape2">
            <a:extLst>
              <a:ext uri="{FF2B5EF4-FFF2-40B4-BE49-F238E27FC236}">
                <a16:creationId xmlns="" xmlns:p14="http://schemas.microsoft.com/office/powerpoint/2010/main" xmlns:p15="http://schemas.microsoft.com/office/powerpoint/2012/main" xmlns:a16="http://schemas.microsoft.com/office/drawing/2014/main" id="{B0DCDF51-B984-4B9D-A1B1-5493C75BAC9F}"/>
              </a:ext>
            </a:extLst>
          </p:cNvPr>
          <p:cNvSpPr/>
          <p:nvPr/>
        </p:nvSpPr>
        <p:spPr bwMode="auto">
          <a:xfrm>
            <a:off x="2996873" y="2028064"/>
            <a:ext cx="449406" cy="178454"/>
          </a:xfrm>
          <a:custGeom>
            <a:avLst/>
            <a:gdLst>
              <a:gd name="T0" fmla="*/ 62 w 190"/>
              <a:gd name="T1" fmla="*/ 77 h 77"/>
              <a:gd name="T2" fmla="*/ 6 w 190"/>
              <a:gd name="T3" fmla="*/ 77 h 77"/>
              <a:gd name="T4" fmla="*/ 0 w 190"/>
              <a:gd name="T5" fmla="*/ 70 h 77"/>
              <a:gd name="T6" fmla="*/ 0 w 190"/>
              <a:gd name="T7" fmla="*/ 7 h 77"/>
              <a:gd name="T8" fmla="*/ 6 w 190"/>
              <a:gd name="T9" fmla="*/ 0 h 77"/>
              <a:gd name="T10" fmla="*/ 62 w 190"/>
              <a:gd name="T11" fmla="*/ 0 h 77"/>
              <a:gd name="T12" fmla="*/ 69 w 190"/>
              <a:gd name="T13" fmla="*/ 7 h 77"/>
              <a:gd name="T14" fmla="*/ 69 w 190"/>
              <a:gd name="T15" fmla="*/ 70 h 77"/>
              <a:gd name="T16" fmla="*/ 62 w 190"/>
              <a:gd name="T17" fmla="*/ 77 h 77"/>
              <a:gd name="T18" fmla="*/ 190 w 190"/>
              <a:gd name="T19" fmla="*/ 9 h 77"/>
              <a:gd name="T20" fmla="*/ 190 w 190"/>
              <a:gd name="T21" fmla="*/ 9 h 77"/>
              <a:gd name="T22" fmla="*/ 186 w 190"/>
              <a:gd name="T23" fmla="*/ 5 h 77"/>
              <a:gd name="T24" fmla="*/ 82 w 190"/>
              <a:gd name="T25" fmla="*/ 5 h 77"/>
              <a:gd name="T26" fmla="*/ 79 w 190"/>
              <a:gd name="T27" fmla="*/ 9 h 77"/>
              <a:gd name="T28" fmla="*/ 79 w 190"/>
              <a:gd name="T29" fmla="*/ 9 h 77"/>
              <a:gd name="T30" fmla="*/ 82 w 190"/>
              <a:gd name="T31" fmla="*/ 13 h 77"/>
              <a:gd name="T32" fmla="*/ 186 w 190"/>
              <a:gd name="T33" fmla="*/ 13 h 77"/>
              <a:gd name="T34" fmla="*/ 190 w 190"/>
              <a:gd name="T35" fmla="*/ 9 h 77"/>
              <a:gd name="T36" fmla="*/ 186 w 190"/>
              <a:gd name="T37" fmla="*/ 33 h 77"/>
              <a:gd name="T38" fmla="*/ 82 w 190"/>
              <a:gd name="T39" fmla="*/ 33 h 77"/>
              <a:gd name="T40" fmla="*/ 79 w 190"/>
              <a:gd name="T41" fmla="*/ 29 h 77"/>
              <a:gd name="T42" fmla="*/ 79 w 190"/>
              <a:gd name="T43" fmla="*/ 29 h 77"/>
              <a:gd name="T44" fmla="*/ 82 w 190"/>
              <a:gd name="T45" fmla="*/ 25 h 77"/>
              <a:gd name="T46" fmla="*/ 186 w 190"/>
              <a:gd name="T47" fmla="*/ 25 h 77"/>
              <a:gd name="T48" fmla="*/ 190 w 190"/>
              <a:gd name="T49" fmla="*/ 29 h 77"/>
              <a:gd name="T50" fmla="*/ 190 w 190"/>
              <a:gd name="T51" fmla="*/ 29 h 77"/>
              <a:gd name="T52" fmla="*/ 186 w 190"/>
              <a:gd name="T53" fmla="*/ 33 h 77"/>
              <a:gd name="T54" fmla="*/ 186 w 190"/>
              <a:gd name="T55" fmla="*/ 52 h 77"/>
              <a:gd name="T56" fmla="*/ 82 w 190"/>
              <a:gd name="T57" fmla="*/ 52 h 77"/>
              <a:gd name="T58" fmla="*/ 79 w 190"/>
              <a:gd name="T59" fmla="*/ 49 h 77"/>
              <a:gd name="T60" fmla="*/ 79 w 190"/>
              <a:gd name="T61" fmla="*/ 48 h 77"/>
              <a:gd name="T62" fmla="*/ 82 w 190"/>
              <a:gd name="T63" fmla="*/ 45 h 77"/>
              <a:gd name="T64" fmla="*/ 186 w 190"/>
              <a:gd name="T65" fmla="*/ 45 h 77"/>
              <a:gd name="T66" fmla="*/ 190 w 190"/>
              <a:gd name="T67" fmla="*/ 48 h 77"/>
              <a:gd name="T68" fmla="*/ 190 w 190"/>
              <a:gd name="T69" fmla="*/ 49 h 77"/>
              <a:gd name="T70" fmla="*/ 186 w 190"/>
              <a:gd name="T71" fmla="*/ 52 h 77"/>
              <a:gd name="T72" fmla="*/ 186 w 190"/>
              <a:gd name="T73" fmla="*/ 72 h 77"/>
              <a:gd name="T74" fmla="*/ 82 w 190"/>
              <a:gd name="T75" fmla="*/ 72 h 77"/>
              <a:gd name="T76" fmla="*/ 79 w 190"/>
              <a:gd name="T77" fmla="*/ 68 h 77"/>
              <a:gd name="T78" fmla="*/ 79 w 190"/>
              <a:gd name="T79" fmla="*/ 68 h 77"/>
              <a:gd name="T80" fmla="*/ 82 w 190"/>
              <a:gd name="T81" fmla="*/ 65 h 77"/>
              <a:gd name="T82" fmla="*/ 186 w 190"/>
              <a:gd name="T83" fmla="*/ 65 h 77"/>
              <a:gd name="T84" fmla="*/ 190 w 190"/>
              <a:gd name="T85" fmla="*/ 68 h 77"/>
              <a:gd name="T86" fmla="*/ 190 w 190"/>
              <a:gd name="T87" fmla="*/ 68 h 77"/>
              <a:gd name="T88" fmla="*/ 186 w 190"/>
              <a:gd name="T89" fmla="*/ 7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0" h="77">
                <a:moveTo>
                  <a:pt x="62" y="77"/>
                </a:moveTo>
                <a:cubicBezTo>
                  <a:pt x="6" y="77"/>
                  <a:pt x="6" y="77"/>
                  <a:pt x="6" y="77"/>
                </a:cubicBezTo>
                <a:cubicBezTo>
                  <a:pt x="3" y="77"/>
                  <a:pt x="0" y="74"/>
                  <a:pt x="0" y="70"/>
                </a:cubicBezTo>
                <a:cubicBezTo>
                  <a:pt x="0" y="7"/>
                  <a:pt x="0" y="7"/>
                  <a:pt x="0" y="7"/>
                </a:cubicBezTo>
                <a:cubicBezTo>
                  <a:pt x="0" y="3"/>
                  <a:pt x="3" y="0"/>
                  <a:pt x="6" y="0"/>
                </a:cubicBezTo>
                <a:cubicBezTo>
                  <a:pt x="62" y="0"/>
                  <a:pt x="62" y="0"/>
                  <a:pt x="62" y="0"/>
                </a:cubicBezTo>
                <a:cubicBezTo>
                  <a:pt x="66" y="0"/>
                  <a:pt x="69" y="3"/>
                  <a:pt x="69" y="7"/>
                </a:cubicBezTo>
                <a:cubicBezTo>
                  <a:pt x="69" y="70"/>
                  <a:pt x="69" y="70"/>
                  <a:pt x="69" y="70"/>
                </a:cubicBezTo>
                <a:cubicBezTo>
                  <a:pt x="69" y="74"/>
                  <a:pt x="66" y="77"/>
                  <a:pt x="62" y="77"/>
                </a:cubicBezTo>
                <a:close/>
                <a:moveTo>
                  <a:pt x="190" y="9"/>
                </a:moveTo>
                <a:cubicBezTo>
                  <a:pt x="190" y="9"/>
                  <a:pt x="190" y="9"/>
                  <a:pt x="190" y="9"/>
                </a:cubicBezTo>
                <a:cubicBezTo>
                  <a:pt x="190" y="7"/>
                  <a:pt x="188" y="5"/>
                  <a:pt x="186" y="5"/>
                </a:cubicBezTo>
                <a:cubicBezTo>
                  <a:pt x="82" y="5"/>
                  <a:pt x="82" y="5"/>
                  <a:pt x="82" y="5"/>
                </a:cubicBezTo>
                <a:cubicBezTo>
                  <a:pt x="80" y="5"/>
                  <a:pt x="79" y="7"/>
                  <a:pt x="79" y="9"/>
                </a:cubicBezTo>
                <a:cubicBezTo>
                  <a:pt x="79" y="9"/>
                  <a:pt x="79" y="9"/>
                  <a:pt x="79" y="9"/>
                </a:cubicBezTo>
                <a:cubicBezTo>
                  <a:pt x="79" y="11"/>
                  <a:pt x="80" y="13"/>
                  <a:pt x="82" y="13"/>
                </a:cubicBezTo>
                <a:cubicBezTo>
                  <a:pt x="186" y="13"/>
                  <a:pt x="186" y="13"/>
                  <a:pt x="186" y="13"/>
                </a:cubicBezTo>
                <a:cubicBezTo>
                  <a:pt x="188" y="13"/>
                  <a:pt x="190" y="11"/>
                  <a:pt x="190" y="9"/>
                </a:cubicBezTo>
                <a:close/>
                <a:moveTo>
                  <a:pt x="186" y="33"/>
                </a:moveTo>
                <a:cubicBezTo>
                  <a:pt x="82" y="33"/>
                  <a:pt x="82" y="33"/>
                  <a:pt x="82" y="33"/>
                </a:cubicBezTo>
                <a:cubicBezTo>
                  <a:pt x="80" y="33"/>
                  <a:pt x="79" y="31"/>
                  <a:pt x="79" y="29"/>
                </a:cubicBezTo>
                <a:cubicBezTo>
                  <a:pt x="79" y="29"/>
                  <a:pt x="79" y="29"/>
                  <a:pt x="79" y="29"/>
                </a:cubicBezTo>
                <a:cubicBezTo>
                  <a:pt x="79" y="27"/>
                  <a:pt x="80" y="25"/>
                  <a:pt x="82" y="25"/>
                </a:cubicBezTo>
                <a:cubicBezTo>
                  <a:pt x="186" y="25"/>
                  <a:pt x="186" y="25"/>
                  <a:pt x="186" y="25"/>
                </a:cubicBezTo>
                <a:cubicBezTo>
                  <a:pt x="188" y="25"/>
                  <a:pt x="190" y="27"/>
                  <a:pt x="190" y="29"/>
                </a:cubicBezTo>
                <a:cubicBezTo>
                  <a:pt x="190" y="29"/>
                  <a:pt x="190" y="29"/>
                  <a:pt x="190" y="29"/>
                </a:cubicBezTo>
                <a:cubicBezTo>
                  <a:pt x="190" y="31"/>
                  <a:pt x="188" y="33"/>
                  <a:pt x="186" y="33"/>
                </a:cubicBezTo>
                <a:close/>
                <a:moveTo>
                  <a:pt x="186" y="52"/>
                </a:moveTo>
                <a:cubicBezTo>
                  <a:pt x="82" y="52"/>
                  <a:pt x="82" y="52"/>
                  <a:pt x="82" y="52"/>
                </a:cubicBezTo>
                <a:cubicBezTo>
                  <a:pt x="80" y="52"/>
                  <a:pt x="79" y="51"/>
                  <a:pt x="79" y="49"/>
                </a:cubicBezTo>
                <a:cubicBezTo>
                  <a:pt x="79" y="48"/>
                  <a:pt x="79" y="48"/>
                  <a:pt x="79" y="48"/>
                </a:cubicBezTo>
                <a:cubicBezTo>
                  <a:pt x="79" y="46"/>
                  <a:pt x="80" y="45"/>
                  <a:pt x="82" y="45"/>
                </a:cubicBezTo>
                <a:cubicBezTo>
                  <a:pt x="186" y="45"/>
                  <a:pt x="186" y="45"/>
                  <a:pt x="186" y="45"/>
                </a:cubicBezTo>
                <a:cubicBezTo>
                  <a:pt x="188" y="45"/>
                  <a:pt x="190" y="46"/>
                  <a:pt x="190" y="48"/>
                </a:cubicBezTo>
                <a:cubicBezTo>
                  <a:pt x="190" y="49"/>
                  <a:pt x="190" y="49"/>
                  <a:pt x="190" y="49"/>
                </a:cubicBezTo>
                <a:cubicBezTo>
                  <a:pt x="190" y="51"/>
                  <a:pt x="188" y="52"/>
                  <a:pt x="186" y="52"/>
                </a:cubicBezTo>
                <a:close/>
                <a:moveTo>
                  <a:pt x="186" y="72"/>
                </a:moveTo>
                <a:cubicBezTo>
                  <a:pt x="82" y="72"/>
                  <a:pt x="82" y="72"/>
                  <a:pt x="82" y="72"/>
                </a:cubicBezTo>
                <a:cubicBezTo>
                  <a:pt x="80" y="72"/>
                  <a:pt x="79" y="70"/>
                  <a:pt x="79" y="68"/>
                </a:cubicBezTo>
                <a:cubicBezTo>
                  <a:pt x="79" y="68"/>
                  <a:pt x="79" y="68"/>
                  <a:pt x="79" y="68"/>
                </a:cubicBezTo>
                <a:cubicBezTo>
                  <a:pt x="79" y="66"/>
                  <a:pt x="80" y="65"/>
                  <a:pt x="82" y="65"/>
                </a:cubicBezTo>
                <a:cubicBezTo>
                  <a:pt x="186" y="65"/>
                  <a:pt x="186" y="65"/>
                  <a:pt x="186" y="65"/>
                </a:cubicBezTo>
                <a:cubicBezTo>
                  <a:pt x="188" y="65"/>
                  <a:pt x="190" y="66"/>
                  <a:pt x="190" y="68"/>
                </a:cubicBezTo>
                <a:cubicBezTo>
                  <a:pt x="190" y="68"/>
                  <a:pt x="190" y="68"/>
                  <a:pt x="190" y="68"/>
                </a:cubicBezTo>
                <a:cubicBezTo>
                  <a:pt x="190" y="70"/>
                  <a:pt x="188" y="72"/>
                  <a:pt x="186" y="72"/>
                </a:cubicBezTo>
                <a:close/>
              </a:path>
            </a:pathLst>
          </a:custGeom>
          <a:solidFill>
            <a:srgbClr val="03E2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ExtraShape10">
            <a:extLst>
              <a:ext uri="{FF2B5EF4-FFF2-40B4-BE49-F238E27FC236}">
                <a16:creationId xmlns="" xmlns:p14="http://schemas.microsoft.com/office/powerpoint/2010/main" xmlns:p15="http://schemas.microsoft.com/office/powerpoint/2012/main" xmlns:a16="http://schemas.microsoft.com/office/drawing/2014/main" id="{EEE66C62-3E4D-421D-A2FF-E92EF20FD2CE}"/>
              </a:ext>
            </a:extLst>
          </p:cNvPr>
          <p:cNvSpPr/>
          <p:nvPr/>
        </p:nvSpPr>
        <p:spPr bwMode="auto">
          <a:xfrm>
            <a:off x="3436649" y="1868461"/>
            <a:ext cx="7062" cy="6912"/>
          </a:xfrm>
          <a:custGeom>
            <a:avLst/>
            <a:gdLst>
              <a:gd name="T0" fmla="*/ 3 w 3"/>
              <a:gd name="T1" fmla="*/ 0 h 3"/>
              <a:gd name="T2" fmla="*/ 3 w 3"/>
              <a:gd name="T3" fmla="*/ 0 h 3"/>
              <a:gd name="T4" fmla="*/ 0 w 3"/>
              <a:gd name="T5" fmla="*/ 3 h 3"/>
              <a:gd name="T6" fmla="*/ 0 w 3"/>
              <a:gd name="T7" fmla="*/ 3 h 3"/>
              <a:gd name="T8" fmla="*/ 3 w 3"/>
              <a:gd name="T9" fmla="*/ 0 h 3"/>
            </a:gdLst>
            <a:ahLst/>
            <a:cxnLst>
              <a:cxn ang="0">
                <a:pos x="T0" y="T1"/>
              </a:cxn>
              <a:cxn ang="0">
                <a:pos x="T2" y="T3"/>
              </a:cxn>
              <a:cxn ang="0">
                <a:pos x="T4" y="T5"/>
              </a:cxn>
              <a:cxn ang="0">
                <a:pos x="T6" y="T7"/>
              </a:cxn>
              <a:cxn ang="0">
                <a:pos x="T8" y="T9"/>
              </a:cxn>
            </a:cxnLst>
            <a:rect l="0" t="0" r="r" b="b"/>
            <a:pathLst>
              <a:path w="3" h="3">
                <a:moveTo>
                  <a:pt x="3" y="0"/>
                </a:moveTo>
                <a:cubicBezTo>
                  <a:pt x="3" y="0"/>
                  <a:pt x="3" y="0"/>
                  <a:pt x="3" y="0"/>
                </a:cubicBezTo>
                <a:cubicBezTo>
                  <a:pt x="0" y="3"/>
                  <a:pt x="0" y="3"/>
                  <a:pt x="0" y="3"/>
                </a:cubicBezTo>
                <a:cubicBezTo>
                  <a:pt x="0" y="3"/>
                  <a:pt x="0" y="3"/>
                  <a:pt x="0" y="3"/>
                </a:cubicBezTo>
                <a:cubicBezTo>
                  <a:pt x="3" y="0"/>
                  <a:pt x="3" y="0"/>
                  <a:pt x="3" y="0"/>
                </a:cubicBezTo>
              </a:path>
            </a:pathLst>
          </a:custGeom>
          <a:solidFill>
            <a:srgbClr val="3141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ExtraShape11">
            <a:extLst>
              <a:ext uri="{FF2B5EF4-FFF2-40B4-BE49-F238E27FC236}">
                <a16:creationId xmlns="" xmlns:p14="http://schemas.microsoft.com/office/powerpoint/2010/main" xmlns:p15="http://schemas.microsoft.com/office/powerpoint/2012/main" xmlns:a16="http://schemas.microsoft.com/office/drawing/2014/main" id="{91ECC94F-C68C-4484-9744-E12E1114E86D}"/>
              </a:ext>
            </a:extLst>
          </p:cNvPr>
          <p:cNvSpPr/>
          <p:nvPr/>
        </p:nvSpPr>
        <p:spPr bwMode="auto">
          <a:xfrm>
            <a:off x="3271010" y="1868461"/>
            <a:ext cx="172700" cy="62208"/>
          </a:xfrm>
          <a:custGeom>
            <a:avLst/>
            <a:gdLst>
              <a:gd name="T0" fmla="*/ 73 w 73"/>
              <a:gd name="T1" fmla="*/ 0 h 27"/>
              <a:gd name="T2" fmla="*/ 10 w 73"/>
              <a:gd name="T3" fmla="*/ 22 h 27"/>
              <a:gd name="T4" fmla="*/ 2 w 73"/>
              <a:gd name="T5" fmla="*/ 3 h 27"/>
              <a:gd name="T6" fmla="*/ 0 w 73"/>
              <a:gd name="T7" fmla="*/ 4 h 27"/>
              <a:gd name="T8" fmla="*/ 8 w 73"/>
              <a:gd name="T9" fmla="*/ 27 h 27"/>
              <a:gd name="T10" fmla="*/ 70 w 73"/>
              <a:gd name="T11" fmla="*/ 3 h 27"/>
              <a:gd name="T12" fmla="*/ 73 w 7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73" h="27">
                <a:moveTo>
                  <a:pt x="73" y="0"/>
                </a:moveTo>
                <a:cubicBezTo>
                  <a:pt x="55" y="9"/>
                  <a:pt x="34" y="14"/>
                  <a:pt x="10" y="22"/>
                </a:cubicBezTo>
                <a:cubicBezTo>
                  <a:pt x="10" y="22"/>
                  <a:pt x="7" y="14"/>
                  <a:pt x="2" y="3"/>
                </a:cubicBezTo>
                <a:cubicBezTo>
                  <a:pt x="1" y="3"/>
                  <a:pt x="1" y="4"/>
                  <a:pt x="0" y="4"/>
                </a:cubicBezTo>
                <a:cubicBezTo>
                  <a:pt x="2" y="12"/>
                  <a:pt x="4" y="20"/>
                  <a:pt x="8" y="27"/>
                </a:cubicBezTo>
                <a:cubicBezTo>
                  <a:pt x="18" y="25"/>
                  <a:pt x="59" y="10"/>
                  <a:pt x="70" y="3"/>
                </a:cubicBezTo>
                <a:cubicBezTo>
                  <a:pt x="73" y="0"/>
                  <a:pt x="73" y="0"/>
                  <a:pt x="73" y="0"/>
                </a:cubicBezTo>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4" name="ExtraShape18">
            <a:extLst>
              <a:ext uri="{FF2B5EF4-FFF2-40B4-BE49-F238E27FC236}">
                <a16:creationId xmlns="" xmlns:p14="http://schemas.microsoft.com/office/powerpoint/2010/main" xmlns:p15="http://schemas.microsoft.com/office/powerpoint/2012/main" xmlns:a16="http://schemas.microsoft.com/office/drawing/2014/main" id="{A056F965-1D48-4804-896D-2D3BCD089F0F}"/>
              </a:ext>
            </a:extLst>
          </p:cNvPr>
          <p:cNvSpPr/>
          <p:nvPr/>
        </p:nvSpPr>
        <p:spPr bwMode="auto">
          <a:xfrm>
            <a:off x="3216440" y="1766667"/>
            <a:ext cx="5136" cy="8797"/>
          </a:xfrm>
          <a:custGeom>
            <a:avLst/>
            <a:gdLst>
              <a:gd name="T0" fmla="*/ 0 w 2"/>
              <a:gd name="T1" fmla="*/ 0 h 4"/>
              <a:gd name="T2" fmla="*/ 0 w 2"/>
              <a:gd name="T3" fmla="*/ 0 h 4"/>
              <a:gd name="T4" fmla="*/ 2 w 2"/>
              <a:gd name="T5" fmla="*/ 4 h 4"/>
              <a:gd name="T6" fmla="*/ 2 w 2"/>
              <a:gd name="T7" fmla="*/ 4 h 4"/>
              <a:gd name="T8" fmla="*/ 0 w 2"/>
              <a:gd name="T9" fmla="*/ 0 h 4"/>
            </a:gdLst>
            <a:ahLst/>
            <a:cxnLst>
              <a:cxn ang="0">
                <a:pos x="T0" y="T1"/>
              </a:cxn>
              <a:cxn ang="0">
                <a:pos x="T2" y="T3"/>
              </a:cxn>
              <a:cxn ang="0">
                <a:pos x="T4" y="T5"/>
              </a:cxn>
              <a:cxn ang="0">
                <a:pos x="T6" y="T7"/>
              </a:cxn>
              <a:cxn ang="0">
                <a:pos x="T8" y="T9"/>
              </a:cxn>
            </a:cxnLst>
            <a:rect l="0" t="0" r="r" b="b"/>
            <a:pathLst>
              <a:path w="2" h="4">
                <a:moveTo>
                  <a:pt x="0" y="0"/>
                </a:moveTo>
                <a:cubicBezTo>
                  <a:pt x="0" y="0"/>
                  <a:pt x="0" y="0"/>
                  <a:pt x="0" y="0"/>
                </a:cubicBezTo>
                <a:cubicBezTo>
                  <a:pt x="1" y="2"/>
                  <a:pt x="2" y="3"/>
                  <a:pt x="2" y="4"/>
                </a:cubicBezTo>
                <a:cubicBezTo>
                  <a:pt x="2" y="4"/>
                  <a:pt x="2" y="4"/>
                  <a:pt x="2" y="4"/>
                </a:cubicBezTo>
                <a:cubicBezTo>
                  <a:pt x="1" y="3"/>
                  <a:pt x="1" y="1"/>
                  <a:pt x="0" y="0"/>
                </a:cubicBezTo>
              </a:path>
            </a:pathLst>
          </a:custGeom>
          <a:solidFill>
            <a:srgbClr val="D1BD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ExtraShape19">
            <a:extLst>
              <a:ext uri="{FF2B5EF4-FFF2-40B4-BE49-F238E27FC236}">
                <a16:creationId xmlns="" xmlns:p14="http://schemas.microsoft.com/office/powerpoint/2010/main" xmlns:p15="http://schemas.microsoft.com/office/powerpoint/2012/main" xmlns:a16="http://schemas.microsoft.com/office/drawing/2014/main" id="{58221D9B-2935-4364-B1AE-CE56DDD88005}"/>
              </a:ext>
            </a:extLst>
          </p:cNvPr>
          <p:cNvSpPr/>
          <p:nvPr/>
        </p:nvSpPr>
        <p:spPr bwMode="auto">
          <a:xfrm>
            <a:off x="3195254" y="1733993"/>
            <a:ext cx="21186" cy="32675"/>
          </a:xfrm>
          <a:custGeom>
            <a:avLst/>
            <a:gdLst>
              <a:gd name="T0" fmla="*/ 0 w 9"/>
              <a:gd name="T1" fmla="*/ 0 h 14"/>
              <a:gd name="T2" fmla="*/ 9 w 9"/>
              <a:gd name="T3" fmla="*/ 14 h 14"/>
              <a:gd name="T4" fmla="*/ 9 w 9"/>
              <a:gd name="T5" fmla="*/ 14 h 14"/>
              <a:gd name="T6" fmla="*/ 0 w 9"/>
              <a:gd name="T7" fmla="*/ 0 h 14"/>
              <a:gd name="T8" fmla="*/ 0 w 9"/>
              <a:gd name="T9" fmla="*/ 0 h 14"/>
            </a:gdLst>
            <a:ahLst/>
            <a:cxnLst>
              <a:cxn ang="0">
                <a:pos x="T0" y="T1"/>
              </a:cxn>
              <a:cxn ang="0">
                <a:pos x="T2" y="T3"/>
              </a:cxn>
              <a:cxn ang="0">
                <a:pos x="T4" y="T5"/>
              </a:cxn>
              <a:cxn ang="0">
                <a:pos x="T6" y="T7"/>
              </a:cxn>
              <a:cxn ang="0">
                <a:pos x="T8" y="T9"/>
              </a:cxn>
            </a:cxnLst>
            <a:rect l="0" t="0" r="r" b="b"/>
            <a:pathLst>
              <a:path w="9" h="14">
                <a:moveTo>
                  <a:pt x="0" y="0"/>
                </a:moveTo>
                <a:cubicBezTo>
                  <a:pt x="3" y="5"/>
                  <a:pt x="6" y="10"/>
                  <a:pt x="9" y="14"/>
                </a:cubicBezTo>
                <a:cubicBezTo>
                  <a:pt x="9" y="14"/>
                  <a:pt x="9" y="14"/>
                  <a:pt x="9" y="14"/>
                </a:cubicBezTo>
                <a:cubicBezTo>
                  <a:pt x="6" y="9"/>
                  <a:pt x="3" y="5"/>
                  <a:pt x="0" y="0"/>
                </a:cubicBezTo>
                <a:cubicBezTo>
                  <a:pt x="0" y="0"/>
                  <a:pt x="0" y="0"/>
                  <a:pt x="0" y="0"/>
                </a:cubicBezTo>
              </a:path>
            </a:pathLst>
          </a:custGeom>
          <a:solidFill>
            <a:srgbClr val="3141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RelativeShape1">
            <a:extLst>
              <a:ext uri="{FF2B5EF4-FFF2-40B4-BE49-F238E27FC236}">
                <a16:creationId xmlns="" xmlns:p14="http://schemas.microsoft.com/office/powerpoint/2010/main" xmlns:p15="http://schemas.microsoft.com/office/powerpoint/2012/main" xmlns:a16="http://schemas.microsoft.com/office/drawing/2014/main" id="{B3BC02AE-BB83-4721-A292-0885845F7C27}"/>
              </a:ext>
            </a:extLst>
          </p:cNvPr>
          <p:cNvSpPr/>
          <p:nvPr/>
        </p:nvSpPr>
        <p:spPr bwMode="auto">
          <a:xfrm>
            <a:off x="1828417" y="1177895"/>
            <a:ext cx="269644" cy="1258600"/>
          </a:xfrm>
          <a:prstGeom prst="upArrow">
            <a:avLst>
              <a:gd name="adj1" fmla="val 50000"/>
              <a:gd name="adj2" fmla="val 72857"/>
            </a:avLst>
          </a:prstGeom>
          <a:no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2" name="ValueShape1">
            <a:extLst>
              <a:ext uri="{FF2B5EF4-FFF2-40B4-BE49-F238E27FC236}">
                <a16:creationId xmlns="" xmlns:p14="http://schemas.microsoft.com/office/powerpoint/2010/main" xmlns:p15="http://schemas.microsoft.com/office/powerpoint/2012/main" xmlns:a16="http://schemas.microsoft.com/office/drawing/2014/main" id="{135BAEFD-A405-4A45-90E3-5874EAF5FE91}"/>
              </a:ext>
            </a:extLst>
          </p:cNvPr>
          <p:cNvSpPr/>
          <p:nvPr/>
        </p:nvSpPr>
        <p:spPr bwMode="auto">
          <a:xfrm>
            <a:off x="1828417" y="1807196"/>
            <a:ext cx="269644" cy="629300"/>
          </a:xfrm>
          <a:prstGeom prst="upArrow">
            <a:avLst>
              <a:gd name="adj1" fmla="val 50000"/>
              <a:gd name="adj2" fmla="val 72857"/>
            </a:avLst>
          </a:prstGeom>
          <a:gradFill flip="none" rotWithShape="1">
            <a:gsLst>
              <a:gs pos="100000">
                <a:schemeClr val="accent1">
                  <a:lumMod val="5000"/>
                  <a:lumOff val="95000"/>
                  <a:alpha val="0"/>
                </a:schemeClr>
              </a:gs>
              <a:gs pos="0">
                <a:srgbClr val="00FEFE"/>
              </a:gs>
            </a:gsLst>
            <a:lin ang="16200000" scaled="1"/>
          </a:grad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3" name="RelativeShape2">
            <a:extLst>
              <a:ext uri="{FF2B5EF4-FFF2-40B4-BE49-F238E27FC236}">
                <a16:creationId xmlns="" xmlns:p14="http://schemas.microsoft.com/office/powerpoint/2010/main" xmlns:p15="http://schemas.microsoft.com/office/powerpoint/2012/main" xmlns:a16="http://schemas.microsoft.com/office/drawing/2014/main" id="{FA327B6E-C978-49BF-B71E-57B9ED08A20E}"/>
              </a:ext>
            </a:extLst>
          </p:cNvPr>
          <p:cNvSpPr/>
          <p:nvPr/>
        </p:nvSpPr>
        <p:spPr bwMode="auto">
          <a:xfrm>
            <a:off x="2055367" y="1177896"/>
            <a:ext cx="269644" cy="1258600"/>
          </a:xfrm>
          <a:prstGeom prst="upArrow">
            <a:avLst>
              <a:gd name="adj1" fmla="val 50000"/>
              <a:gd name="adj2" fmla="val 72857"/>
            </a:avLst>
          </a:prstGeom>
          <a:no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4" name="ValueShape2">
            <a:extLst>
              <a:ext uri="{FF2B5EF4-FFF2-40B4-BE49-F238E27FC236}">
                <a16:creationId xmlns="" xmlns:p14="http://schemas.microsoft.com/office/powerpoint/2010/main" xmlns:p15="http://schemas.microsoft.com/office/powerpoint/2012/main" xmlns:a16="http://schemas.microsoft.com/office/drawing/2014/main" id="{DB15F0DF-38CE-4003-A492-EA24F4AAB27A}"/>
              </a:ext>
            </a:extLst>
          </p:cNvPr>
          <p:cNvSpPr/>
          <p:nvPr/>
        </p:nvSpPr>
        <p:spPr bwMode="auto">
          <a:xfrm>
            <a:off x="2055368" y="1998088"/>
            <a:ext cx="269644" cy="438409"/>
          </a:xfrm>
          <a:prstGeom prst="upArrow">
            <a:avLst>
              <a:gd name="adj1" fmla="val 50000"/>
              <a:gd name="adj2" fmla="val 72857"/>
            </a:avLst>
          </a:prstGeom>
          <a:gradFill flip="none" rotWithShape="1">
            <a:gsLst>
              <a:gs pos="100000">
                <a:schemeClr val="accent1">
                  <a:lumMod val="5000"/>
                  <a:lumOff val="95000"/>
                  <a:alpha val="0"/>
                </a:schemeClr>
              </a:gs>
              <a:gs pos="0">
                <a:srgbClr val="00FEFE"/>
              </a:gs>
            </a:gsLst>
            <a:lin ang="16200000" scaled="1"/>
          </a:grad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5" name="RelativeShape3">
            <a:extLst>
              <a:ext uri="{FF2B5EF4-FFF2-40B4-BE49-F238E27FC236}">
                <a16:creationId xmlns="" xmlns:p14="http://schemas.microsoft.com/office/powerpoint/2010/main" xmlns:p15="http://schemas.microsoft.com/office/powerpoint/2012/main" xmlns:a16="http://schemas.microsoft.com/office/drawing/2014/main" id="{7328F509-2112-4F57-A3AC-B2B83C91846B}"/>
              </a:ext>
            </a:extLst>
          </p:cNvPr>
          <p:cNvSpPr/>
          <p:nvPr/>
        </p:nvSpPr>
        <p:spPr bwMode="auto">
          <a:xfrm>
            <a:off x="2281675" y="1177896"/>
            <a:ext cx="269644" cy="1258600"/>
          </a:xfrm>
          <a:prstGeom prst="upArrow">
            <a:avLst>
              <a:gd name="adj1" fmla="val 50000"/>
              <a:gd name="adj2" fmla="val 72857"/>
            </a:avLst>
          </a:prstGeom>
          <a:no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6" name="ValueShape3">
            <a:extLst>
              <a:ext uri="{FF2B5EF4-FFF2-40B4-BE49-F238E27FC236}">
                <a16:creationId xmlns="" xmlns:p14="http://schemas.microsoft.com/office/powerpoint/2010/main" xmlns:p15="http://schemas.microsoft.com/office/powerpoint/2012/main" xmlns:a16="http://schemas.microsoft.com/office/drawing/2014/main" id="{DB879D48-C270-4FFD-96CA-AD6D83C79AB3}"/>
              </a:ext>
            </a:extLst>
          </p:cNvPr>
          <p:cNvSpPr/>
          <p:nvPr/>
        </p:nvSpPr>
        <p:spPr bwMode="auto">
          <a:xfrm>
            <a:off x="2281675" y="2073958"/>
            <a:ext cx="269644" cy="362534"/>
          </a:xfrm>
          <a:prstGeom prst="upArrow">
            <a:avLst>
              <a:gd name="adj1" fmla="val 50000"/>
              <a:gd name="adj2" fmla="val 72857"/>
            </a:avLst>
          </a:prstGeom>
          <a:gradFill flip="none" rotWithShape="1">
            <a:gsLst>
              <a:gs pos="100000">
                <a:schemeClr val="accent1">
                  <a:lumMod val="5000"/>
                  <a:lumOff val="95000"/>
                  <a:alpha val="0"/>
                </a:schemeClr>
              </a:gs>
              <a:gs pos="0">
                <a:srgbClr val="00FEFE"/>
              </a:gs>
            </a:gsLst>
            <a:lin ang="16200000" scaled="1"/>
          </a:grad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7" name="RelativeShape4">
            <a:extLst>
              <a:ext uri="{FF2B5EF4-FFF2-40B4-BE49-F238E27FC236}">
                <a16:creationId xmlns="" xmlns:p14="http://schemas.microsoft.com/office/powerpoint/2010/main" xmlns:p15="http://schemas.microsoft.com/office/powerpoint/2012/main" xmlns:a16="http://schemas.microsoft.com/office/drawing/2014/main" id="{198DF4FF-B8CF-4E4D-9BBD-15AC722A2175}"/>
              </a:ext>
            </a:extLst>
          </p:cNvPr>
          <p:cNvSpPr/>
          <p:nvPr/>
        </p:nvSpPr>
        <p:spPr bwMode="auto">
          <a:xfrm>
            <a:off x="2509267" y="1177896"/>
            <a:ext cx="269644" cy="1258600"/>
          </a:xfrm>
          <a:prstGeom prst="upArrow">
            <a:avLst>
              <a:gd name="adj1" fmla="val 50000"/>
              <a:gd name="adj2" fmla="val 72857"/>
            </a:avLst>
          </a:prstGeom>
          <a:no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98" name="ValueShape4">
            <a:extLst>
              <a:ext uri="{FF2B5EF4-FFF2-40B4-BE49-F238E27FC236}">
                <a16:creationId xmlns="" xmlns:p14="http://schemas.microsoft.com/office/powerpoint/2010/main" xmlns:p15="http://schemas.microsoft.com/office/powerpoint/2012/main" xmlns:a16="http://schemas.microsoft.com/office/drawing/2014/main" id="{B86A2763-98CC-4626-B482-B581DC68F1EF}"/>
              </a:ext>
            </a:extLst>
          </p:cNvPr>
          <p:cNvSpPr/>
          <p:nvPr/>
        </p:nvSpPr>
        <p:spPr bwMode="auto">
          <a:xfrm>
            <a:off x="2509267" y="1933056"/>
            <a:ext cx="269644" cy="503440"/>
          </a:xfrm>
          <a:prstGeom prst="upArrow">
            <a:avLst>
              <a:gd name="adj1" fmla="val 50000"/>
              <a:gd name="adj2" fmla="val 72857"/>
            </a:avLst>
          </a:prstGeom>
          <a:gradFill flip="none" rotWithShape="1">
            <a:gsLst>
              <a:gs pos="100000">
                <a:schemeClr val="accent1">
                  <a:lumMod val="5000"/>
                  <a:lumOff val="95000"/>
                  <a:alpha val="0"/>
                </a:schemeClr>
              </a:gs>
              <a:gs pos="0">
                <a:srgbClr val="00FEFE"/>
              </a:gs>
            </a:gsLst>
            <a:lin ang="16200000" scaled="1"/>
          </a:gradFill>
          <a:ln>
            <a:noFill/>
          </a:ln>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a:p>
        </p:txBody>
      </p:sp>
      <p:sp>
        <p:nvSpPr>
          <p:cNvPr id="60" name="japanese-yen-sticker_21169">
            <a:extLst>
              <a:ext uri="{FF2B5EF4-FFF2-40B4-BE49-F238E27FC236}">
                <a16:creationId xmlns="" xmlns:p14="http://schemas.microsoft.com/office/powerpoint/2010/main" xmlns:p15="http://schemas.microsoft.com/office/powerpoint/2012/main" xmlns:a16="http://schemas.microsoft.com/office/drawing/2014/main" id="{8A31051F-74FB-44B1-B036-6142A4F80AD4}"/>
              </a:ext>
            </a:extLst>
          </p:cNvPr>
          <p:cNvSpPr>
            <a:spLocks noChangeAspect="1"/>
          </p:cNvSpPr>
          <p:nvPr/>
        </p:nvSpPr>
        <p:spPr bwMode="auto">
          <a:xfrm flipH="1">
            <a:off x="1873779" y="1513707"/>
            <a:ext cx="148205" cy="273937"/>
          </a:xfrm>
          <a:custGeom>
            <a:avLst/>
            <a:gdLst>
              <a:gd name="connsiteX0" fmla="*/ 160748 w 321496"/>
              <a:gd name="connsiteY0" fmla="*/ 535451 h 607145"/>
              <a:gd name="connsiteX1" fmla="*/ 177049 w 321496"/>
              <a:gd name="connsiteY1" fmla="*/ 551752 h 607145"/>
              <a:gd name="connsiteX2" fmla="*/ 160748 w 321496"/>
              <a:gd name="connsiteY2" fmla="*/ 568053 h 607145"/>
              <a:gd name="connsiteX3" fmla="*/ 144447 w 321496"/>
              <a:gd name="connsiteY3" fmla="*/ 551752 h 607145"/>
              <a:gd name="connsiteX4" fmla="*/ 160748 w 321496"/>
              <a:gd name="connsiteY4" fmla="*/ 535451 h 607145"/>
              <a:gd name="connsiteX5" fmla="*/ 160748 w 321496"/>
              <a:gd name="connsiteY5" fmla="*/ 519190 h 607145"/>
              <a:gd name="connsiteX6" fmla="*/ 128163 w 321496"/>
              <a:gd name="connsiteY6" fmla="*/ 551811 h 607145"/>
              <a:gd name="connsiteX7" fmla="*/ 160748 w 321496"/>
              <a:gd name="connsiteY7" fmla="*/ 584351 h 607145"/>
              <a:gd name="connsiteX8" fmla="*/ 193333 w 321496"/>
              <a:gd name="connsiteY8" fmla="*/ 551811 h 607145"/>
              <a:gd name="connsiteX9" fmla="*/ 160748 w 321496"/>
              <a:gd name="connsiteY9" fmla="*/ 519190 h 607145"/>
              <a:gd name="connsiteX10" fmla="*/ 33956 w 321496"/>
              <a:gd name="connsiteY10" fmla="*/ 44622 h 607145"/>
              <a:gd name="connsiteX11" fmla="*/ 30085 w 321496"/>
              <a:gd name="connsiteY11" fmla="*/ 48488 h 607145"/>
              <a:gd name="connsiteX12" fmla="*/ 30085 w 321496"/>
              <a:gd name="connsiteY12" fmla="*/ 492933 h 607145"/>
              <a:gd name="connsiteX13" fmla="*/ 33956 w 321496"/>
              <a:gd name="connsiteY13" fmla="*/ 496799 h 607145"/>
              <a:gd name="connsiteX14" fmla="*/ 287540 w 321496"/>
              <a:gd name="connsiteY14" fmla="*/ 496799 h 607145"/>
              <a:gd name="connsiteX15" fmla="*/ 291411 w 321496"/>
              <a:gd name="connsiteY15" fmla="*/ 492933 h 607145"/>
              <a:gd name="connsiteX16" fmla="*/ 291411 w 321496"/>
              <a:gd name="connsiteY16" fmla="*/ 48488 h 607145"/>
              <a:gd name="connsiteX17" fmla="*/ 287540 w 321496"/>
              <a:gd name="connsiteY17" fmla="*/ 44622 h 607145"/>
              <a:gd name="connsiteX18" fmla="*/ 56137 w 321496"/>
              <a:gd name="connsiteY18" fmla="*/ 0 h 607145"/>
              <a:gd name="connsiteX19" fmla="*/ 265359 w 321496"/>
              <a:gd name="connsiteY19" fmla="*/ 0 h 607145"/>
              <a:gd name="connsiteX20" fmla="*/ 321496 w 321496"/>
              <a:gd name="connsiteY20" fmla="*/ 56059 h 607145"/>
              <a:gd name="connsiteX21" fmla="*/ 321496 w 321496"/>
              <a:gd name="connsiteY21" fmla="*/ 551086 h 607145"/>
              <a:gd name="connsiteX22" fmla="*/ 265359 w 321496"/>
              <a:gd name="connsiteY22" fmla="*/ 607145 h 607145"/>
              <a:gd name="connsiteX23" fmla="*/ 56137 w 321496"/>
              <a:gd name="connsiteY23" fmla="*/ 607145 h 607145"/>
              <a:gd name="connsiteX24" fmla="*/ 0 w 321496"/>
              <a:gd name="connsiteY24" fmla="*/ 551086 h 607145"/>
              <a:gd name="connsiteX25" fmla="*/ 0 w 321496"/>
              <a:gd name="connsiteY25" fmla="*/ 56059 h 607145"/>
              <a:gd name="connsiteX26" fmla="*/ 56137 w 321496"/>
              <a:gd name="connsiteY26"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1496" h="607145">
                <a:moveTo>
                  <a:pt x="160748" y="535451"/>
                </a:moveTo>
                <a:cubicBezTo>
                  <a:pt x="169751" y="535451"/>
                  <a:pt x="177049" y="542749"/>
                  <a:pt x="177049" y="551752"/>
                </a:cubicBezTo>
                <a:cubicBezTo>
                  <a:pt x="177049" y="560755"/>
                  <a:pt x="169751" y="568053"/>
                  <a:pt x="160748" y="568053"/>
                </a:cubicBezTo>
                <a:cubicBezTo>
                  <a:pt x="151745" y="568053"/>
                  <a:pt x="144447" y="560755"/>
                  <a:pt x="144447" y="551752"/>
                </a:cubicBezTo>
                <a:cubicBezTo>
                  <a:pt x="144447" y="542749"/>
                  <a:pt x="151745" y="535451"/>
                  <a:pt x="160748" y="535451"/>
                </a:cubicBezTo>
                <a:close/>
                <a:moveTo>
                  <a:pt x="160748" y="519190"/>
                </a:moveTo>
                <a:cubicBezTo>
                  <a:pt x="142761" y="519190"/>
                  <a:pt x="128163" y="533849"/>
                  <a:pt x="128163" y="551811"/>
                </a:cubicBezTo>
                <a:cubicBezTo>
                  <a:pt x="128163" y="569692"/>
                  <a:pt x="142761" y="584351"/>
                  <a:pt x="160748" y="584351"/>
                </a:cubicBezTo>
                <a:cubicBezTo>
                  <a:pt x="178735" y="584351"/>
                  <a:pt x="193333" y="569692"/>
                  <a:pt x="193333" y="551811"/>
                </a:cubicBezTo>
                <a:cubicBezTo>
                  <a:pt x="193333" y="533849"/>
                  <a:pt x="178735" y="519190"/>
                  <a:pt x="160748" y="519190"/>
                </a:cubicBezTo>
                <a:close/>
                <a:moveTo>
                  <a:pt x="33956" y="44622"/>
                </a:moveTo>
                <a:cubicBezTo>
                  <a:pt x="31778" y="44622"/>
                  <a:pt x="30085" y="46394"/>
                  <a:pt x="30085" y="48488"/>
                </a:cubicBezTo>
                <a:lnTo>
                  <a:pt x="30085" y="492933"/>
                </a:lnTo>
                <a:cubicBezTo>
                  <a:pt x="30085" y="495108"/>
                  <a:pt x="31859" y="496799"/>
                  <a:pt x="33956" y="496799"/>
                </a:cubicBezTo>
                <a:lnTo>
                  <a:pt x="287540" y="496799"/>
                </a:lnTo>
                <a:cubicBezTo>
                  <a:pt x="289637" y="496799"/>
                  <a:pt x="291411" y="495108"/>
                  <a:pt x="291411" y="492933"/>
                </a:cubicBezTo>
                <a:lnTo>
                  <a:pt x="291411" y="48488"/>
                </a:lnTo>
                <a:cubicBezTo>
                  <a:pt x="291411" y="46394"/>
                  <a:pt x="289637" y="44622"/>
                  <a:pt x="287540" y="44622"/>
                </a:cubicBezTo>
                <a:close/>
                <a:moveTo>
                  <a:pt x="56137" y="0"/>
                </a:moveTo>
                <a:lnTo>
                  <a:pt x="265359" y="0"/>
                </a:lnTo>
                <a:cubicBezTo>
                  <a:pt x="296331" y="0"/>
                  <a:pt x="321496" y="25130"/>
                  <a:pt x="321496" y="56059"/>
                </a:cubicBezTo>
                <a:lnTo>
                  <a:pt x="321496" y="551086"/>
                </a:lnTo>
                <a:cubicBezTo>
                  <a:pt x="321496" y="582015"/>
                  <a:pt x="296331" y="607145"/>
                  <a:pt x="265359" y="607145"/>
                </a:cubicBezTo>
                <a:lnTo>
                  <a:pt x="56137" y="607145"/>
                </a:lnTo>
                <a:cubicBezTo>
                  <a:pt x="25165" y="607145"/>
                  <a:pt x="0" y="582015"/>
                  <a:pt x="0" y="551086"/>
                </a:cubicBezTo>
                <a:lnTo>
                  <a:pt x="0" y="56059"/>
                </a:lnTo>
                <a:cubicBezTo>
                  <a:pt x="0" y="25130"/>
                  <a:pt x="25165" y="0"/>
                  <a:pt x="56137" y="0"/>
                </a:cubicBezTo>
                <a:close/>
              </a:path>
            </a:pathLst>
          </a:custGeom>
          <a:solidFill>
            <a:srgbClr val="2AACD6"/>
          </a:solidFill>
          <a:ln>
            <a:noFill/>
          </a:ln>
        </p:spPr>
        <p:txBody>
          <a:bodyPr/>
          <a:lstStyle/>
          <a:p>
            <a:endParaRPr lang="zh-CN" altLang="en-US"/>
          </a:p>
        </p:txBody>
      </p:sp>
      <p:sp>
        <p:nvSpPr>
          <p:cNvPr id="61" name="japanese-yen-sticker_21169">
            <a:extLst>
              <a:ext uri="{FF2B5EF4-FFF2-40B4-BE49-F238E27FC236}">
                <a16:creationId xmlns="" xmlns:p14="http://schemas.microsoft.com/office/powerpoint/2010/main" xmlns:p15="http://schemas.microsoft.com/office/powerpoint/2012/main" xmlns:a16="http://schemas.microsoft.com/office/drawing/2014/main" id="{FCB3F4FA-5F32-4767-AF69-AA8E8745AB92}"/>
              </a:ext>
            </a:extLst>
          </p:cNvPr>
          <p:cNvSpPr>
            <a:spLocks noChangeAspect="1"/>
          </p:cNvSpPr>
          <p:nvPr/>
        </p:nvSpPr>
        <p:spPr bwMode="auto">
          <a:xfrm flipH="1">
            <a:off x="2576231" y="1662647"/>
            <a:ext cx="148205" cy="273937"/>
          </a:xfrm>
          <a:custGeom>
            <a:avLst/>
            <a:gdLst>
              <a:gd name="connsiteX0" fmla="*/ 160748 w 321496"/>
              <a:gd name="connsiteY0" fmla="*/ 535451 h 607145"/>
              <a:gd name="connsiteX1" fmla="*/ 177049 w 321496"/>
              <a:gd name="connsiteY1" fmla="*/ 551752 h 607145"/>
              <a:gd name="connsiteX2" fmla="*/ 160748 w 321496"/>
              <a:gd name="connsiteY2" fmla="*/ 568053 h 607145"/>
              <a:gd name="connsiteX3" fmla="*/ 144447 w 321496"/>
              <a:gd name="connsiteY3" fmla="*/ 551752 h 607145"/>
              <a:gd name="connsiteX4" fmla="*/ 160748 w 321496"/>
              <a:gd name="connsiteY4" fmla="*/ 535451 h 607145"/>
              <a:gd name="connsiteX5" fmla="*/ 160748 w 321496"/>
              <a:gd name="connsiteY5" fmla="*/ 519190 h 607145"/>
              <a:gd name="connsiteX6" fmla="*/ 128163 w 321496"/>
              <a:gd name="connsiteY6" fmla="*/ 551811 h 607145"/>
              <a:gd name="connsiteX7" fmla="*/ 160748 w 321496"/>
              <a:gd name="connsiteY7" fmla="*/ 584351 h 607145"/>
              <a:gd name="connsiteX8" fmla="*/ 193333 w 321496"/>
              <a:gd name="connsiteY8" fmla="*/ 551811 h 607145"/>
              <a:gd name="connsiteX9" fmla="*/ 160748 w 321496"/>
              <a:gd name="connsiteY9" fmla="*/ 519190 h 607145"/>
              <a:gd name="connsiteX10" fmla="*/ 33956 w 321496"/>
              <a:gd name="connsiteY10" fmla="*/ 44622 h 607145"/>
              <a:gd name="connsiteX11" fmla="*/ 30085 w 321496"/>
              <a:gd name="connsiteY11" fmla="*/ 48488 h 607145"/>
              <a:gd name="connsiteX12" fmla="*/ 30085 w 321496"/>
              <a:gd name="connsiteY12" fmla="*/ 492933 h 607145"/>
              <a:gd name="connsiteX13" fmla="*/ 33956 w 321496"/>
              <a:gd name="connsiteY13" fmla="*/ 496799 h 607145"/>
              <a:gd name="connsiteX14" fmla="*/ 287540 w 321496"/>
              <a:gd name="connsiteY14" fmla="*/ 496799 h 607145"/>
              <a:gd name="connsiteX15" fmla="*/ 291411 w 321496"/>
              <a:gd name="connsiteY15" fmla="*/ 492933 h 607145"/>
              <a:gd name="connsiteX16" fmla="*/ 291411 w 321496"/>
              <a:gd name="connsiteY16" fmla="*/ 48488 h 607145"/>
              <a:gd name="connsiteX17" fmla="*/ 287540 w 321496"/>
              <a:gd name="connsiteY17" fmla="*/ 44622 h 607145"/>
              <a:gd name="connsiteX18" fmla="*/ 56137 w 321496"/>
              <a:gd name="connsiteY18" fmla="*/ 0 h 607145"/>
              <a:gd name="connsiteX19" fmla="*/ 265359 w 321496"/>
              <a:gd name="connsiteY19" fmla="*/ 0 h 607145"/>
              <a:gd name="connsiteX20" fmla="*/ 321496 w 321496"/>
              <a:gd name="connsiteY20" fmla="*/ 56059 h 607145"/>
              <a:gd name="connsiteX21" fmla="*/ 321496 w 321496"/>
              <a:gd name="connsiteY21" fmla="*/ 551086 h 607145"/>
              <a:gd name="connsiteX22" fmla="*/ 265359 w 321496"/>
              <a:gd name="connsiteY22" fmla="*/ 607145 h 607145"/>
              <a:gd name="connsiteX23" fmla="*/ 56137 w 321496"/>
              <a:gd name="connsiteY23" fmla="*/ 607145 h 607145"/>
              <a:gd name="connsiteX24" fmla="*/ 0 w 321496"/>
              <a:gd name="connsiteY24" fmla="*/ 551086 h 607145"/>
              <a:gd name="connsiteX25" fmla="*/ 0 w 321496"/>
              <a:gd name="connsiteY25" fmla="*/ 56059 h 607145"/>
              <a:gd name="connsiteX26" fmla="*/ 56137 w 321496"/>
              <a:gd name="connsiteY26"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21496" h="607145">
                <a:moveTo>
                  <a:pt x="160748" y="535451"/>
                </a:moveTo>
                <a:cubicBezTo>
                  <a:pt x="169751" y="535451"/>
                  <a:pt x="177049" y="542749"/>
                  <a:pt x="177049" y="551752"/>
                </a:cubicBezTo>
                <a:cubicBezTo>
                  <a:pt x="177049" y="560755"/>
                  <a:pt x="169751" y="568053"/>
                  <a:pt x="160748" y="568053"/>
                </a:cubicBezTo>
                <a:cubicBezTo>
                  <a:pt x="151745" y="568053"/>
                  <a:pt x="144447" y="560755"/>
                  <a:pt x="144447" y="551752"/>
                </a:cubicBezTo>
                <a:cubicBezTo>
                  <a:pt x="144447" y="542749"/>
                  <a:pt x="151745" y="535451"/>
                  <a:pt x="160748" y="535451"/>
                </a:cubicBezTo>
                <a:close/>
                <a:moveTo>
                  <a:pt x="160748" y="519190"/>
                </a:moveTo>
                <a:cubicBezTo>
                  <a:pt x="142761" y="519190"/>
                  <a:pt x="128163" y="533849"/>
                  <a:pt x="128163" y="551811"/>
                </a:cubicBezTo>
                <a:cubicBezTo>
                  <a:pt x="128163" y="569692"/>
                  <a:pt x="142761" y="584351"/>
                  <a:pt x="160748" y="584351"/>
                </a:cubicBezTo>
                <a:cubicBezTo>
                  <a:pt x="178735" y="584351"/>
                  <a:pt x="193333" y="569692"/>
                  <a:pt x="193333" y="551811"/>
                </a:cubicBezTo>
                <a:cubicBezTo>
                  <a:pt x="193333" y="533849"/>
                  <a:pt x="178735" y="519190"/>
                  <a:pt x="160748" y="519190"/>
                </a:cubicBezTo>
                <a:close/>
                <a:moveTo>
                  <a:pt x="33956" y="44622"/>
                </a:moveTo>
                <a:cubicBezTo>
                  <a:pt x="31778" y="44622"/>
                  <a:pt x="30085" y="46394"/>
                  <a:pt x="30085" y="48488"/>
                </a:cubicBezTo>
                <a:lnTo>
                  <a:pt x="30085" y="492933"/>
                </a:lnTo>
                <a:cubicBezTo>
                  <a:pt x="30085" y="495108"/>
                  <a:pt x="31859" y="496799"/>
                  <a:pt x="33956" y="496799"/>
                </a:cubicBezTo>
                <a:lnTo>
                  <a:pt x="287540" y="496799"/>
                </a:lnTo>
                <a:cubicBezTo>
                  <a:pt x="289637" y="496799"/>
                  <a:pt x="291411" y="495108"/>
                  <a:pt x="291411" y="492933"/>
                </a:cubicBezTo>
                <a:lnTo>
                  <a:pt x="291411" y="48488"/>
                </a:lnTo>
                <a:cubicBezTo>
                  <a:pt x="291411" y="46394"/>
                  <a:pt x="289637" y="44622"/>
                  <a:pt x="287540" y="44622"/>
                </a:cubicBezTo>
                <a:close/>
                <a:moveTo>
                  <a:pt x="56137" y="0"/>
                </a:moveTo>
                <a:lnTo>
                  <a:pt x="265359" y="0"/>
                </a:lnTo>
                <a:cubicBezTo>
                  <a:pt x="296331" y="0"/>
                  <a:pt x="321496" y="25130"/>
                  <a:pt x="321496" y="56059"/>
                </a:cubicBezTo>
                <a:lnTo>
                  <a:pt x="321496" y="551086"/>
                </a:lnTo>
                <a:cubicBezTo>
                  <a:pt x="321496" y="582015"/>
                  <a:pt x="296331" y="607145"/>
                  <a:pt x="265359" y="607145"/>
                </a:cubicBezTo>
                <a:lnTo>
                  <a:pt x="56137" y="607145"/>
                </a:lnTo>
                <a:cubicBezTo>
                  <a:pt x="25165" y="607145"/>
                  <a:pt x="0" y="582015"/>
                  <a:pt x="0" y="551086"/>
                </a:cubicBezTo>
                <a:lnTo>
                  <a:pt x="0" y="56059"/>
                </a:lnTo>
                <a:cubicBezTo>
                  <a:pt x="0" y="25130"/>
                  <a:pt x="25165" y="0"/>
                  <a:pt x="56137" y="0"/>
                </a:cubicBezTo>
                <a:close/>
              </a:path>
            </a:pathLst>
          </a:custGeom>
          <a:solidFill>
            <a:srgbClr val="2AACD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9" name="rocket-launch_117969">
            <a:extLst>
              <a:ext uri="{FF2B5EF4-FFF2-40B4-BE49-F238E27FC236}">
                <a16:creationId xmlns="" xmlns:p14="http://schemas.microsoft.com/office/powerpoint/2010/main" xmlns:p15="http://schemas.microsoft.com/office/powerpoint/2012/main" xmlns:a16="http://schemas.microsoft.com/office/drawing/2014/main" id="{6CD58973-A9A9-436D-B06D-2BCFA73646C5}"/>
              </a:ext>
            </a:extLst>
          </p:cNvPr>
          <p:cNvSpPr>
            <a:spLocks noChangeAspect="1"/>
          </p:cNvSpPr>
          <p:nvPr/>
        </p:nvSpPr>
        <p:spPr bwMode="auto">
          <a:xfrm>
            <a:off x="2136107" y="1466316"/>
            <a:ext cx="363663" cy="491650"/>
          </a:xfrm>
          <a:custGeom>
            <a:avLst/>
            <a:gdLst>
              <a:gd name="connsiteX0" fmla="*/ 285799 w 429673"/>
              <a:gd name="connsiteY0" fmla="*/ 436938 h 580891"/>
              <a:gd name="connsiteX1" fmla="*/ 298068 w 429673"/>
              <a:gd name="connsiteY1" fmla="*/ 449293 h 580891"/>
              <a:gd name="connsiteX2" fmla="*/ 298068 w 429673"/>
              <a:gd name="connsiteY2" fmla="*/ 524310 h 580891"/>
              <a:gd name="connsiteX3" fmla="*/ 285799 w 429673"/>
              <a:gd name="connsiteY3" fmla="*/ 536576 h 580891"/>
              <a:gd name="connsiteX4" fmla="*/ 273441 w 429673"/>
              <a:gd name="connsiteY4" fmla="*/ 524310 h 580891"/>
              <a:gd name="connsiteX5" fmla="*/ 273441 w 429673"/>
              <a:gd name="connsiteY5" fmla="*/ 449293 h 580891"/>
              <a:gd name="connsiteX6" fmla="*/ 285799 w 429673"/>
              <a:gd name="connsiteY6" fmla="*/ 436938 h 580891"/>
              <a:gd name="connsiteX7" fmla="*/ 214792 w 429673"/>
              <a:gd name="connsiteY7" fmla="*/ 436938 h 580891"/>
              <a:gd name="connsiteX8" fmla="*/ 227150 w 429673"/>
              <a:gd name="connsiteY8" fmla="*/ 449290 h 580891"/>
              <a:gd name="connsiteX9" fmla="*/ 227150 w 429673"/>
              <a:gd name="connsiteY9" fmla="*/ 568540 h 580891"/>
              <a:gd name="connsiteX10" fmla="*/ 214792 w 429673"/>
              <a:gd name="connsiteY10" fmla="*/ 580891 h 580891"/>
              <a:gd name="connsiteX11" fmla="*/ 202523 w 429673"/>
              <a:gd name="connsiteY11" fmla="*/ 568540 h 580891"/>
              <a:gd name="connsiteX12" fmla="*/ 202523 w 429673"/>
              <a:gd name="connsiteY12" fmla="*/ 449290 h 580891"/>
              <a:gd name="connsiteX13" fmla="*/ 214792 w 429673"/>
              <a:gd name="connsiteY13" fmla="*/ 436938 h 580891"/>
              <a:gd name="connsiteX14" fmla="*/ 143847 w 429673"/>
              <a:gd name="connsiteY14" fmla="*/ 436938 h 580891"/>
              <a:gd name="connsiteX15" fmla="*/ 156231 w 429673"/>
              <a:gd name="connsiteY15" fmla="*/ 449293 h 580891"/>
              <a:gd name="connsiteX16" fmla="*/ 156231 w 429673"/>
              <a:gd name="connsiteY16" fmla="*/ 524310 h 580891"/>
              <a:gd name="connsiteX17" fmla="*/ 143847 w 429673"/>
              <a:gd name="connsiteY17" fmla="*/ 536576 h 580891"/>
              <a:gd name="connsiteX18" fmla="*/ 131463 w 429673"/>
              <a:gd name="connsiteY18" fmla="*/ 524310 h 580891"/>
              <a:gd name="connsiteX19" fmla="*/ 131463 w 429673"/>
              <a:gd name="connsiteY19" fmla="*/ 449293 h 580891"/>
              <a:gd name="connsiteX20" fmla="*/ 143847 w 429673"/>
              <a:gd name="connsiteY20" fmla="*/ 436938 h 580891"/>
              <a:gd name="connsiteX21" fmla="*/ 304519 w 429673"/>
              <a:gd name="connsiteY21" fmla="*/ 254557 h 580891"/>
              <a:gd name="connsiteX22" fmla="*/ 291255 w 429673"/>
              <a:gd name="connsiteY22" fmla="*/ 330018 h 580891"/>
              <a:gd name="connsiteX23" fmla="*/ 379558 w 429673"/>
              <a:gd name="connsiteY23" fmla="*/ 413123 h 580891"/>
              <a:gd name="connsiteX24" fmla="*/ 404838 w 429673"/>
              <a:gd name="connsiteY24" fmla="*/ 356238 h 580891"/>
              <a:gd name="connsiteX25" fmla="*/ 304519 w 429673"/>
              <a:gd name="connsiteY25" fmla="*/ 254557 h 580891"/>
              <a:gd name="connsiteX26" fmla="*/ 125065 w 429673"/>
              <a:gd name="connsiteY26" fmla="*/ 254291 h 580891"/>
              <a:gd name="connsiteX27" fmla="*/ 24835 w 429673"/>
              <a:gd name="connsiteY27" fmla="*/ 355972 h 580891"/>
              <a:gd name="connsiteX28" fmla="*/ 50115 w 429673"/>
              <a:gd name="connsiteY28" fmla="*/ 413034 h 580891"/>
              <a:gd name="connsiteX29" fmla="*/ 138418 w 429673"/>
              <a:gd name="connsiteY29" fmla="*/ 329841 h 580891"/>
              <a:gd name="connsiteX30" fmla="*/ 214792 w 429673"/>
              <a:gd name="connsiteY30" fmla="*/ 81076 h 580891"/>
              <a:gd name="connsiteX31" fmla="*/ 227150 w 429673"/>
              <a:gd name="connsiteY31" fmla="*/ 93436 h 580891"/>
              <a:gd name="connsiteX32" fmla="*/ 227150 w 429673"/>
              <a:gd name="connsiteY32" fmla="*/ 110509 h 580891"/>
              <a:gd name="connsiteX33" fmla="*/ 214792 w 429673"/>
              <a:gd name="connsiteY33" fmla="*/ 122780 h 580891"/>
              <a:gd name="connsiteX34" fmla="*/ 202523 w 429673"/>
              <a:gd name="connsiteY34" fmla="*/ 110509 h 580891"/>
              <a:gd name="connsiteX35" fmla="*/ 202523 w 429673"/>
              <a:gd name="connsiteY35" fmla="*/ 93436 h 580891"/>
              <a:gd name="connsiteX36" fmla="*/ 214792 w 429673"/>
              <a:gd name="connsiteY36" fmla="*/ 81076 h 580891"/>
              <a:gd name="connsiteX37" fmla="*/ 214792 w 429673"/>
              <a:gd name="connsiteY37" fmla="*/ 25953 h 580891"/>
              <a:gd name="connsiteX38" fmla="*/ 130673 w 429673"/>
              <a:gd name="connsiteY38" fmla="*/ 143544 h 580891"/>
              <a:gd name="connsiteX39" fmla="*/ 168326 w 429673"/>
              <a:gd name="connsiteY39" fmla="*/ 357305 h 580891"/>
              <a:gd name="connsiteX40" fmla="*/ 214792 w 429673"/>
              <a:gd name="connsiteY40" fmla="*/ 380326 h 580891"/>
              <a:gd name="connsiteX41" fmla="*/ 261347 w 429673"/>
              <a:gd name="connsiteY41" fmla="*/ 357305 h 580891"/>
              <a:gd name="connsiteX42" fmla="*/ 299000 w 429673"/>
              <a:gd name="connsiteY42" fmla="*/ 143544 h 580891"/>
              <a:gd name="connsiteX43" fmla="*/ 214792 w 429673"/>
              <a:gd name="connsiteY43" fmla="*/ 25953 h 580891"/>
              <a:gd name="connsiteX44" fmla="*/ 209985 w 429673"/>
              <a:gd name="connsiteY44" fmla="*/ 1066 h 580891"/>
              <a:gd name="connsiteX45" fmla="*/ 219777 w 429673"/>
              <a:gd name="connsiteY45" fmla="*/ 1066 h 580891"/>
              <a:gd name="connsiteX46" fmla="*/ 323390 w 429673"/>
              <a:gd name="connsiteY46" fmla="*/ 147810 h 580891"/>
              <a:gd name="connsiteX47" fmla="*/ 308969 w 429673"/>
              <a:gd name="connsiteY47" fmla="*/ 229937 h 580891"/>
              <a:gd name="connsiteX48" fmla="*/ 429673 w 429673"/>
              <a:gd name="connsiteY48" fmla="*/ 355972 h 580891"/>
              <a:gd name="connsiteX49" fmla="*/ 374306 w 429673"/>
              <a:gd name="connsiteY49" fmla="*/ 450098 h 580891"/>
              <a:gd name="connsiteX50" fmla="*/ 360331 w 429673"/>
              <a:gd name="connsiteY50" fmla="*/ 450454 h 580891"/>
              <a:gd name="connsiteX51" fmla="*/ 354990 w 429673"/>
              <a:gd name="connsiteY51" fmla="*/ 437566 h 580891"/>
              <a:gd name="connsiteX52" fmla="*/ 286983 w 429673"/>
              <a:gd name="connsiteY52" fmla="*/ 354550 h 580891"/>
              <a:gd name="connsiteX53" fmla="*/ 285826 w 429673"/>
              <a:gd name="connsiteY53" fmla="*/ 361571 h 580891"/>
              <a:gd name="connsiteX54" fmla="*/ 214792 w 429673"/>
              <a:gd name="connsiteY54" fmla="*/ 404946 h 580891"/>
              <a:gd name="connsiteX55" fmla="*/ 143847 w 429673"/>
              <a:gd name="connsiteY55" fmla="*/ 361571 h 580891"/>
              <a:gd name="connsiteX56" fmla="*/ 142690 w 429673"/>
              <a:gd name="connsiteY56" fmla="*/ 354550 h 580891"/>
              <a:gd name="connsiteX57" fmla="*/ 74683 w 429673"/>
              <a:gd name="connsiteY57" fmla="*/ 437655 h 580891"/>
              <a:gd name="connsiteX58" fmla="*/ 69342 w 429673"/>
              <a:gd name="connsiteY58" fmla="*/ 450543 h 580891"/>
              <a:gd name="connsiteX59" fmla="*/ 55278 w 429673"/>
              <a:gd name="connsiteY59" fmla="*/ 450187 h 580891"/>
              <a:gd name="connsiteX60" fmla="*/ 0 w 429673"/>
              <a:gd name="connsiteY60" fmla="*/ 356150 h 580891"/>
              <a:gd name="connsiteX61" fmla="*/ 120793 w 429673"/>
              <a:gd name="connsiteY61" fmla="*/ 229937 h 580891"/>
              <a:gd name="connsiteX62" fmla="*/ 106372 w 429673"/>
              <a:gd name="connsiteY62" fmla="*/ 147810 h 580891"/>
              <a:gd name="connsiteX63" fmla="*/ 209985 w 429673"/>
              <a:gd name="connsiteY63" fmla="*/ 1066 h 58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29673" h="580891">
                <a:moveTo>
                  <a:pt x="285799" y="436938"/>
                </a:moveTo>
                <a:cubicBezTo>
                  <a:pt x="292645" y="436938"/>
                  <a:pt x="298068" y="442360"/>
                  <a:pt x="298068" y="449293"/>
                </a:cubicBezTo>
                <a:lnTo>
                  <a:pt x="298068" y="524310"/>
                </a:lnTo>
                <a:cubicBezTo>
                  <a:pt x="298068" y="531065"/>
                  <a:pt x="292645" y="536576"/>
                  <a:pt x="285799" y="536576"/>
                </a:cubicBezTo>
                <a:cubicBezTo>
                  <a:pt x="279042" y="536576"/>
                  <a:pt x="273441" y="531154"/>
                  <a:pt x="273441" y="524310"/>
                </a:cubicBezTo>
                <a:lnTo>
                  <a:pt x="273441" y="449293"/>
                </a:lnTo>
                <a:cubicBezTo>
                  <a:pt x="273441" y="442538"/>
                  <a:pt x="278864" y="436938"/>
                  <a:pt x="285799" y="436938"/>
                </a:cubicBezTo>
                <a:close/>
                <a:moveTo>
                  <a:pt x="214792" y="436938"/>
                </a:moveTo>
                <a:cubicBezTo>
                  <a:pt x="221727" y="436938"/>
                  <a:pt x="227150" y="442359"/>
                  <a:pt x="227150" y="449290"/>
                </a:cubicBezTo>
                <a:lnTo>
                  <a:pt x="227150" y="568540"/>
                </a:lnTo>
                <a:cubicBezTo>
                  <a:pt x="227150" y="575293"/>
                  <a:pt x="221549" y="580891"/>
                  <a:pt x="214792" y="580891"/>
                </a:cubicBezTo>
                <a:cubicBezTo>
                  <a:pt x="208035" y="580891"/>
                  <a:pt x="202523" y="575471"/>
                  <a:pt x="202523" y="568540"/>
                </a:cubicBezTo>
                <a:lnTo>
                  <a:pt x="202523" y="449290"/>
                </a:lnTo>
                <a:cubicBezTo>
                  <a:pt x="202523" y="442536"/>
                  <a:pt x="207946" y="436938"/>
                  <a:pt x="214792" y="436938"/>
                </a:cubicBezTo>
                <a:close/>
                <a:moveTo>
                  <a:pt x="143847" y="436938"/>
                </a:moveTo>
                <a:cubicBezTo>
                  <a:pt x="150707" y="436938"/>
                  <a:pt x="156231" y="442360"/>
                  <a:pt x="156231" y="449293"/>
                </a:cubicBezTo>
                <a:lnTo>
                  <a:pt x="156231" y="524310"/>
                </a:lnTo>
                <a:cubicBezTo>
                  <a:pt x="156231" y="531065"/>
                  <a:pt x="150618" y="536576"/>
                  <a:pt x="143847" y="536576"/>
                </a:cubicBezTo>
                <a:cubicBezTo>
                  <a:pt x="137076" y="536576"/>
                  <a:pt x="131463" y="531154"/>
                  <a:pt x="131463" y="524310"/>
                </a:cubicBezTo>
                <a:lnTo>
                  <a:pt x="131463" y="449293"/>
                </a:lnTo>
                <a:cubicBezTo>
                  <a:pt x="131463" y="442538"/>
                  <a:pt x="136987" y="436938"/>
                  <a:pt x="143847" y="436938"/>
                </a:cubicBezTo>
                <a:close/>
                <a:moveTo>
                  <a:pt x="304519" y="254557"/>
                </a:moveTo>
                <a:lnTo>
                  <a:pt x="291255" y="330018"/>
                </a:lnTo>
                <a:cubicBezTo>
                  <a:pt x="339768" y="346373"/>
                  <a:pt x="372526" y="377570"/>
                  <a:pt x="379558" y="413123"/>
                </a:cubicBezTo>
                <a:cubicBezTo>
                  <a:pt x="396026" y="395702"/>
                  <a:pt x="404927" y="376059"/>
                  <a:pt x="404838" y="356238"/>
                </a:cubicBezTo>
                <a:cubicBezTo>
                  <a:pt x="404838" y="313664"/>
                  <a:pt x="365939" y="274734"/>
                  <a:pt x="304519" y="254557"/>
                </a:cubicBezTo>
                <a:close/>
                <a:moveTo>
                  <a:pt x="125065" y="254291"/>
                </a:moveTo>
                <a:cubicBezTo>
                  <a:pt x="63734" y="274556"/>
                  <a:pt x="24835" y="313575"/>
                  <a:pt x="24835" y="355972"/>
                </a:cubicBezTo>
                <a:cubicBezTo>
                  <a:pt x="24835" y="376059"/>
                  <a:pt x="33558" y="395613"/>
                  <a:pt x="50115" y="413034"/>
                </a:cubicBezTo>
                <a:cubicBezTo>
                  <a:pt x="56969" y="377481"/>
                  <a:pt x="89816" y="346373"/>
                  <a:pt x="138418" y="329841"/>
                </a:cubicBezTo>
                <a:close/>
                <a:moveTo>
                  <a:pt x="214792" y="81076"/>
                </a:moveTo>
                <a:cubicBezTo>
                  <a:pt x="221727" y="81076"/>
                  <a:pt x="227150" y="86500"/>
                  <a:pt x="227150" y="93436"/>
                </a:cubicBezTo>
                <a:lnTo>
                  <a:pt x="227150" y="110509"/>
                </a:lnTo>
                <a:cubicBezTo>
                  <a:pt x="227150" y="117267"/>
                  <a:pt x="221549" y="122780"/>
                  <a:pt x="214792" y="122780"/>
                </a:cubicBezTo>
                <a:cubicBezTo>
                  <a:pt x="208035" y="122780"/>
                  <a:pt x="202523" y="117356"/>
                  <a:pt x="202523" y="110509"/>
                </a:cubicBezTo>
                <a:lnTo>
                  <a:pt x="202523" y="93436"/>
                </a:lnTo>
                <a:cubicBezTo>
                  <a:pt x="202523" y="86678"/>
                  <a:pt x="207946" y="81076"/>
                  <a:pt x="214792" y="81076"/>
                </a:cubicBezTo>
                <a:close/>
                <a:moveTo>
                  <a:pt x="214792" y="25953"/>
                </a:moveTo>
                <a:cubicBezTo>
                  <a:pt x="154885" y="53684"/>
                  <a:pt x="122751" y="98392"/>
                  <a:pt x="130673" y="143544"/>
                </a:cubicBezTo>
                <a:lnTo>
                  <a:pt x="168326" y="357305"/>
                </a:lnTo>
                <a:cubicBezTo>
                  <a:pt x="170196" y="368326"/>
                  <a:pt x="188622" y="380326"/>
                  <a:pt x="214792" y="380326"/>
                </a:cubicBezTo>
                <a:cubicBezTo>
                  <a:pt x="241051" y="380326"/>
                  <a:pt x="259477" y="368326"/>
                  <a:pt x="261347" y="357305"/>
                </a:cubicBezTo>
                <a:lnTo>
                  <a:pt x="299000" y="143544"/>
                </a:lnTo>
                <a:cubicBezTo>
                  <a:pt x="306922" y="98214"/>
                  <a:pt x="274788" y="53595"/>
                  <a:pt x="214792" y="25953"/>
                </a:cubicBezTo>
                <a:close/>
                <a:moveTo>
                  <a:pt x="209985" y="1066"/>
                </a:moveTo>
                <a:cubicBezTo>
                  <a:pt x="213012" y="-356"/>
                  <a:pt x="216572" y="-356"/>
                  <a:pt x="219777" y="1066"/>
                </a:cubicBezTo>
                <a:cubicBezTo>
                  <a:pt x="294015" y="33419"/>
                  <a:pt x="333626" y="89592"/>
                  <a:pt x="323390" y="147810"/>
                </a:cubicBezTo>
                <a:lnTo>
                  <a:pt x="308969" y="229937"/>
                </a:lnTo>
                <a:cubicBezTo>
                  <a:pt x="382673" y="253135"/>
                  <a:pt x="429673" y="301843"/>
                  <a:pt x="429673" y="355972"/>
                </a:cubicBezTo>
                <a:cubicBezTo>
                  <a:pt x="429673" y="390991"/>
                  <a:pt x="410090" y="424411"/>
                  <a:pt x="374306" y="450098"/>
                </a:cubicBezTo>
                <a:cubicBezTo>
                  <a:pt x="372170" y="451609"/>
                  <a:pt x="366295" y="454276"/>
                  <a:pt x="360331" y="450454"/>
                </a:cubicBezTo>
                <a:cubicBezTo>
                  <a:pt x="356058" y="447699"/>
                  <a:pt x="353922" y="442543"/>
                  <a:pt x="354990" y="437566"/>
                </a:cubicBezTo>
                <a:cubicBezTo>
                  <a:pt x="355791" y="433655"/>
                  <a:pt x="369944" y="387880"/>
                  <a:pt x="286983" y="354550"/>
                </a:cubicBezTo>
                <a:lnTo>
                  <a:pt x="285826" y="361571"/>
                </a:lnTo>
                <a:cubicBezTo>
                  <a:pt x="281286" y="386725"/>
                  <a:pt x="251466" y="404946"/>
                  <a:pt x="214792" y="404946"/>
                </a:cubicBezTo>
                <a:cubicBezTo>
                  <a:pt x="178118" y="404946"/>
                  <a:pt x="148209" y="386725"/>
                  <a:pt x="143847" y="361571"/>
                </a:cubicBezTo>
                <a:lnTo>
                  <a:pt x="142690" y="354550"/>
                </a:lnTo>
                <a:cubicBezTo>
                  <a:pt x="60530" y="386458"/>
                  <a:pt x="73793" y="433655"/>
                  <a:pt x="74683" y="437655"/>
                </a:cubicBezTo>
                <a:cubicBezTo>
                  <a:pt x="75751" y="442632"/>
                  <a:pt x="73615" y="447699"/>
                  <a:pt x="69342" y="450543"/>
                </a:cubicBezTo>
                <a:cubicBezTo>
                  <a:pt x="67295" y="451876"/>
                  <a:pt x="61509" y="454720"/>
                  <a:pt x="55278" y="450187"/>
                </a:cubicBezTo>
                <a:cubicBezTo>
                  <a:pt x="19850" y="424233"/>
                  <a:pt x="0" y="391080"/>
                  <a:pt x="0" y="356150"/>
                </a:cubicBezTo>
                <a:cubicBezTo>
                  <a:pt x="0" y="301843"/>
                  <a:pt x="47000" y="253135"/>
                  <a:pt x="120793" y="229937"/>
                </a:cubicBezTo>
                <a:lnTo>
                  <a:pt x="106372" y="147810"/>
                </a:lnTo>
                <a:cubicBezTo>
                  <a:pt x="96136" y="89503"/>
                  <a:pt x="135747" y="33330"/>
                  <a:pt x="209985" y="1066"/>
                </a:cubicBezTo>
                <a:close/>
              </a:path>
            </a:pathLst>
          </a:custGeom>
          <a:solidFill>
            <a:srgbClr val="00FEFE">
              <a:alpha val="54118"/>
            </a:srgbClr>
          </a:solidFill>
          <a:ln>
            <a:noFill/>
          </a:ln>
        </p:spPr>
        <p:txBody>
          <a:bodyPr/>
          <a:lstStyle/>
          <a:p>
            <a:endParaRPr/>
          </a:p>
        </p:txBody>
      </p:sp>
    </p:spTree>
    <p:extLst>
      <p:ext uri="{BB962C8B-B14F-4D97-AF65-F5344CB8AC3E}">
        <p14:creationId xmlns:p14="http://schemas.microsoft.com/office/powerpoint/2010/main" val="42707977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53" presetClass="entr" presetSubtype="0" fill="hold" nodeType="withEffec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0" fill="hold" nodeType="withEffec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par>
                                <p:cTn id="20" presetID="53" presetClass="entr" presetSubtype="0" fill="hold" nodeType="withEffect">
                                  <p:childTnLst>
                                    <p:set>
                                      <p:cBhvr>
                                        <p:cTn id="21" dur="1" fill="hold">
                                          <p:stCondLst>
                                            <p:cond delay="0"/>
                                          </p:stCondLst>
                                        </p:cTn>
                                        <p:tgtEl>
                                          <p:spTgt spid="40"/>
                                        </p:tgtEl>
                                        <p:attrNameLst>
                                          <p:attrName>style.visibility</p:attrName>
                                        </p:attrNameLst>
                                      </p:cBhvr>
                                      <p:to>
                                        <p:strVal val="visible"/>
                                      </p:to>
                                    </p:set>
                                    <p:anim calcmode="lin" valueType="num">
                                      <p:cBhvr>
                                        <p:cTn id="22" dur="500" fill="hold"/>
                                        <p:tgtEl>
                                          <p:spTgt spid="40"/>
                                        </p:tgtEl>
                                        <p:attrNameLst>
                                          <p:attrName>ppt_w</p:attrName>
                                        </p:attrNameLst>
                                      </p:cBhvr>
                                      <p:tavLst>
                                        <p:tav tm="0">
                                          <p:val>
                                            <p:fltVal val="0"/>
                                          </p:val>
                                        </p:tav>
                                        <p:tav tm="100000">
                                          <p:val>
                                            <p:strVal val="#ppt_w"/>
                                          </p:val>
                                        </p:tav>
                                      </p:tavLst>
                                    </p:anim>
                                    <p:anim calcmode="lin" valueType="num">
                                      <p:cBhvr>
                                        <p:cTn id="23" dur="500" fill="hold"/>
                                        <p:tgtEl>
                                          <p:spTgt spid="40"/>
                                        </p:tgtEl>
                                        <p:attrNameLst>
                                          <p:attrName>ppt_h</p:attrName>
                                        </p:attrNameLst>
                                      </p:cBhvr>
                                      <p:tavLst>
                                        <p:tav tm="0">
                                          <p:val>
                                            <p:fltVal val="0"/>
                                          </p:val>
                                        </p:tav>
                                        <p:tav tm="100000">
                                          <p:val>
                                            <p:strVal val="#ppt_h"/>
                                          </p:val>
                                        </p:tav>
                                      </p:tavLst>
                                    </p:anim>
                                    <p:animEffect transition="in" filter="fade">
                                      <p:cBhvr>
                                        <p:cTn id="24" dur="500"/>
                                        <p:tgtEl>
                                          <p:spTgt spid="40"/>
                                        </p:tgtEl>
                                      </p:cBhvr>
                                    </p:animEffect>
                                  </p:childTnLst>
                                </p:cTn>
                              </p:par>
                              <p:par>
                                <p:cTn id="25" presetID="53" presetClass="entr" presetSubtype="0" fill="hold" nodeType="withEffect">
                                  <p:childTnLst>
                                    <p:set>
                                      <p:cBhvr>
                                        <p:cTn id="26" dur="1" fill="hold">
                                          <p:stCondLst>
                                            <p:cond delay="0"/>
                                          </p:stCondLst>
                                        </p:cTn>
                                        <p:tgtEl>
                                          <p:spTgt spid="41"/>
                                        </p:tgtEl>
                                        <p:attrNameLst>
                                          <p:attrName>style.visibility</p:attrName>
                                        </p:attrNameLst>
                                      </p:cBhvr>
                                      <p:to>
                                        <p:strVal val="visible"/>
                                      </p:to>
                                    </p:set>
                                    <p:anim calcmode="lin" valueType="num">
                                      <p:cBhvr>
                                        <p:cTn id="27" dur="500" fill="hold"/>
                                        <p:tgtEl>
                                          <p:spTgt spid="41"/>
                                        </p:tgtEl>
                                        <p:attrNameLst>
                                          <p:attrName>ppt_w</p:attrName>
                                        </p:attrNameLst>
                                      </p:cBhvr>
                                      <p:tavLst>
                                        <p:tav tm="0">
                                          <p:val>
                                            <p:fltVal val="0"/>
                                          </p:val>
                                        </p:tav>
                                        <p:tav tm="100000">
                                          <p:val>
                                            <p:strVal val="#ppt_w"/>
                                          </p:val>
                                        </p:tav>
                                      </p:tavLst>
                                    </p:anim>
                                    <p:anim calcmode="lin" valueType="num">
                                      <p:cBhvr>
                                        <p:cTn id="28" dur="500" fill="hold"/>
                                        <p:tgtEl>
                                          <p:spTgt spid="41"/>
                                        </p:tgtEl>
                                        <p:attrNameLst>
                                          <p:attrName>ppt_h</p:attrName>
                                        </p:attrNameLst>
                                      </p:cBhvr>
                                      <p:tavLst>
                                        <p:tav tm="0">
                                          <p:val>
                                            <p:fltVal val="0"/>
                                          </p:val>
                                        </p:tav>
                                        <p:tav tm="100000">
                                          <p:val>
                                            <p:strVal val="#ppt_h"/>
                                          </p:val>
                                        </p:tav>
                                      </p:tavLst>
                                    </p:anim>
                                    <p:animEffect transition="in" filter="fade">
                                      <p:cBhvr>
                                        <p:cTn id="29" dur="500"/>
                                        <p:tgtEl>
                                          <p:spTgt spid="41"/>
                                        </p:tgtEl>
                                      </p:cBhvr>
                                    </p:animEffect>
                                  </p:childTnLst>
                                </p:cTn>
                              </p:par>
                            </p:childTnLst>
                          </p:cTn>
                        </p:par>
                      </p:childTnLst>
                    </p:cTn>
                  </p:par>
                  <p:par>
                    <p:cTn id="30" fill="hold" nodeType="clickPar">
                      <p:stCondLst>
                        <p:cond delay="indefinite"/>
                      </p:stCondLst>
                      <p:childTnLst>
                        <p:par>
                          <p:cTn id="31" fill="hold" nodeType="withGroup">
                            <p:stCondLst>
                              <p:cond delay="indefinite"/>
                            </p:stCondLst>
                          </p:cTn>
                        </p:par>
                        <p:par>
                          <p:cTn id="32" fill="hold" nodeType="afterGroup">
                            <p:stCondLst>
                              <p:cond delay="0"/>
                            </p:stCondLst>
                            <p:childTnLst>
                              <p:par>
                                <p:cTn id="33" presetID="53" presetClass="entr" presetSubtype="0" fill="hold" grpId="1" nodeType="clickEffect">
                                  <p:childTnLst>
                                    <p:set>
                                      <p:cBhvr>
                                        <p:cTn id="34" dur="1" fill="hold">
                                          <p:stCondLst>
                                            <p:cond delay="0"/>
                                          </p:stCondLst>
                                        </p:cTn>
                                        <p:tgtEl>
                                          <p:spTgt spid="42"/>
                                        </p:tgtEl>
                                        <p:attrNameLst>
                                          <p:attrName>style.visibility</p:attrName>
                                        </p:attrNameLst>
                                      </p:cBhvr>
                                      <p:to>
                                        <p:strVal val="visible"/>
                                      </p:to>
                                    </p:set>
                                    <p:anim calcmode="lin" valueType="num">
                                      <p:cBhvr>
                                        <p:cTn id="35" dur="500" fill="hold"/>
                                        <p:tgtEl>
                                          <p:spTgt spid="42"/>
                                        </p:tgtEl>
                                        <p:attrNameLst>
                                          <p:attrName>ppt_w</p:attrName>
                                        </p:attrNameLst>
                                      </p:cBhvr>
                                      <p:tavLst>
                                        <p:tav tm="0">
                                          <p:val>
                                            <p:fltVal val="0"/>
                                          </p:val>
                                        </p:tav>
                                        <p:tav tm="100000">
                                          <p:val>
                                            <p:strVal val="#ppt_w"/>
                                          </p:val>
                                        </p:tav>
                                      </p:tavLst>
                                    </p:anim>
                                    <p:anim calcmode="lin" valueType="num">
                                      <p:cBhvr>
                                        <p:cTn id="36" dur="500" fill="hold"/>
                                        <p:tgtEl>
                                          <p:spTgt spid="42"/>
                                        </p:tgtEl>
                                        <p:attrNameLst>
                                          <p:attrName>ppt_h</p:attrName>
                                        </p:attrNameLst>
                                      </p:cBhvr>
                                      <p:tavLst>
                                        <p:tav tm="0">
                                          <p:val>
                                            <p:fltVal val="0"/>
                                          </p:val>
                                        </p:tav>
                                        <p:tav tm="100000">
                                          <p:val>
                                            <p:strVal val="#ppt_h"/>
                                          </p:val>
                                        </p:tav>
                                      </p:tavLst>
                                    </p:anim>
                                    <p:animEffect transition="in" filter="fade">
                                      <p:cBhvr>
                                        <p:cTn id="37" dur="500"/>
                                        <p:tgtEl>
                                          <p:spTgt spid="42"/>
                                        </p:tgtEl>
                                      </p:cBhvr>
                                    </p:animEffect>
                                  </p:childTnLst>
                                </p:cTn>
                              </p:par>
                              <p:par>
                                <p:cTn id="38" presetID="53" presetClass="entr" presetSubtype="0" fill="hold" grpId="2" nodeType="withEffect">
                                  <p:childTnLst>
                                    <p:set>
                                      <p:cBhvr>
                                        <p:cTn id="39" dur="1" fill="hold">
                                          <p:stCondLst>
                                            <p:cond delay="0"/>
                                          </p:stCondLst>
                                        </p:cTn>
                                        <p:tgtEl>
                                          <p:spTgt spid="43"/>
                                        </p:tgtEl>
                                        <p:attrNameLst>
                                          <p:attrName>style.visibility</p:attrName>
                                        </p:attrNameLst>
                                      </p:cBhvr>
                                      <p:to>
                                        <p:strVal val="visible"/>
                                      </p:to>
                                    </p:set>
                                    <p:anim calcmode="lin" valueType="num">
                                      <p:cBhvr>
                                        <p:cTn id="40" dur="500" fill="hold"/>
                                        <p:tgtEl>
                                          <p:spTgt spid="43"/>
                                        </p:tgtEl>
                                        <p:attrNameLst>
                                          <p:attrName>ppt_w</p:attrName>
                                        </p:attrNameLst>
                                      </p:cBhvr>
                                      <p:tavLst>
                                        <p:tav tm="0">
                                          <p:val>
                                            <p:fltVal val="0"/>
                                          </p:val>
                                        </p:tav>
                                        <p:tav tm="100000">
                                          <p:val>
                                            <p:strVal val="#ppt_w"/>
                                          </p:val>
                                        </p:tav>
                                      </p:tavLst>
                                    </p:anim>
                                    <p:anim calcmode="lin" valueType="num">
                                      <p:cBhvr>
                                        <p:cTn id="41" dur="500" fill="hold"/>
                                        <p:tgtEl>
                                          <p:spTgt spid="43"/>
                                        </p:tgtEl>
                                        <p:attrNameLst>
                                          <p:attrName>ppt_h</p:attrName>
                                        </p:attrNameLst>
                                      </p:cBhvr>
                                      <p:tavLst>
                                        <p:tav tm="0">
                                          <p:val>
                                            <p:fltVal val="0"/>
                                          </p:val>
                                        </p:tav>
                                        <p:tav tm="100000">
                                          <p:val>
                                            <p:strVal val="#ppt_h"/>
                                          </p:val>
                                        </p:tav>
                                      </p:tavLst>
                                    </p:anim>
                                    <p:animEffect transition="in" filter="fade">
                                      <p:cBhvr>
                                        <p:cTn id="42" dur="500"/>
                                        <p:tgtEl>
                                          <p:spTgt spid="43"/>
                                        </p:tgtEl>
                                      </p:cBhvr>
                                    </p:animEffect>
                                  </p:childTnLst>
                                </p:cTn>
                              </p:par>
                              <p:par>
                                <p:cTn id="43" presetID="53" presetClass="entr" presetSubtype="0" fill="hold" grpId="3" nodeType="withEffect">
                                  <p:childTnLst>
                                    <p:set>
                                      <p:cBhvr>
                                        <p:cTn id="44" dur="1" fill="hold">
                                          <p:stCondLst>
                                            <p:cond delay="0"/>
                                          </p:stCondLst>
                                        </p:cTn>
                                        <p:tgtEl>
                                          <p:spTgt spid="44"/>
                                        </p:tgtEl>
                                        <p:attrNameLst>
                                          <p:attrName>style.visibility</p:attrName>
                                        </p:attrNameLst>
                                      </p:cBhvr>
                                      <p:to>
                                        <p:strVal val="visible"/>
                                      </p:to>
                                    </p:set>
                                    <p:anim calcmode="lin" valueType="num">
                                      <p:cBhvr>
                                        <p:cTn id="45" dur="500" fill="hold"/>
                                        <p:tgtEl>
                                          <p:spTgt spid="44"/>
                                        </p:tgtEl>
                                        <p:attrNameLst>
                                          <p:attrName>ppt_w</p:attrName>
                                        </p:attrNameLst>
                                      </p:cBhvr>
                                      <p:tavLst>
                                        <p:tav tm="0">
                                          <p:val>
                                            <p:fltVal val="0"/>
                                          </p:val>
                                        </p:tav>
                                        <p:tav tm="100000">
                                          <p:val>
                                            <p:strVal val="#ppt_w"/>
                                          </p:val>
                                        </p:tav>
                                      </p:tavLst>
                                    </p:anim>
                                    <p:anim calcmode="lin" valueType="num">
                                      <p:cBhvr>
                                        <p:cTn id="46" dur="500" fill="hold"/>
                                        <p:tgtEl>
                                          <p:spTgt spid="44"/>
                                        </p:tgtEl>
                                        <p:attrNameLst>
                                          <p:attrName>ppt_h</p:attrName>
                                        </p:attrNameLst>
                                      </p:cBhvr>
                                      <p:tavLst>
                                        <p:tav tm="0">
                                          <p:val>
                                            <p:fltVal val="0"/>
                                          </p:val>
                                        </p:tav>
                                        <p:tav tm="100000">
                                          <p:val>
                                            <p:strVal val="#ppt_h"/>
                                          </p:val>
                                        </p:tav>
                                      </p:tavLst>
                                    </p:anim>
                                    <p:animEffect transition="in" filter="fade">
                                      <p:cBhvr>
                                        <p:cTn id="47" dur="500"/>
                                        <p:tgtEl>
                                          <p:spTgt spid="44"/>
                                        </p:tgtEl>
                                      </p:cBhvr>
                                    </p:animEffect>
                                  </p:childTnLst>
                                </p:cTn>
                              </p:par>
                              <p:par>
                                <p:cTn id="48" presetID="53" presetClass="entr" presetSubtype="0" fill="hold" grpId="4" nodeType="withEffect">
                                  <p:childTnLst>
                                    <p:set>
                                      <p:cBhvr>
                                        <p:cTn id="49" dur="1" fill="hold">
                                          <p:stCondLst>
                                            <p:cond delay="0"/>
                                          </p:stCondLst>
                                        </p:cTn>
                                        <p:tgtEl>
                                          <p:spTgt spid="45"/>
                                        </p:tgtEl>
                                        <p:attrNameLst>
                                          <p:attrName>style.visibility</p:attrName>
                                        </p:attrNameLst>
                                      </p:cBhvr>
                                      <p:to>
                                        <p:strVal val="visible"/>
                                      </p:to>
                                    </p:set>
                                    <p:anim calcmode="lin" valueType="num">
                                      <p:cBhvr>
                                        <p:cTn id="50" dur="500" fill="hold"/>
                                        <p:tgtEl>
                                          <p:spTgt spid="45"/>
                                        </p:tgtEl>
                                        <p:attrNameLst>
                                          <p:attrName>ppt_w</p:attrName>
                                        </p:attrNameLst>
                                      </p:cBhvr>
                                      <p:tavLst>
                                        <p:tav tm="0">
                                          <p:val>
                                            <p:fltVal val="0"/>
                                          </p:val>
                                        </p:tav>
                                        <p:tav tm="100000">
                                          <p:val>
                                            <p:strVal val="#ppt_w"/>
                                          </p:val>
                                        </p:tav>
                                      </p:tavLst>
                                    </p:anim>
                                    <p:anim calcmode="lin" valueType="num">
                                      <p:cBhvr>
                                        <p:cTn id="51" dur="500" fill="hold"/>
                                        <p:tgtEl>
                                          <p:spTgt spid="45"/>
                                        </p:tgtEl>
                                        <p:attrNameLst>
                                          <p:attrName>ppt_h</p:attrName>
                                        </p:attrNameLst>
                                      </p:cBhvr>
                                      <p:tavLst>
                                        <p:tav tm="0">
                                          <p:val>
                                            <p:fltVal val="0"/>
                                          </p:val>
                                        </p:tav>
                                        <p:tav tm="100000">
                                          <p:val>
                                            <p:strVal val="#ppt_h"/>
                                          </p:val>
                                        </p:tav>
                                      </p:tavLst>
                                    </p:anim>
                                    <p:animEffect transition="in" filter="fade">
                                      <p:cBhvr>
                                        <p:cTn id="52" dur="500"/>
                                        <p:tgtEl>
                                          <p:spTgt spid="45"/>
                                        </p:tgtEl>
                                      </p:cBhvr>
                                    </p:animEffect>
                                  </p:childTnLst>
                                </p:cTn>
                              </p:par>
                              <p:par>
                                <p:cTn id="53" presetID="53" presetClass="entr" presetSubtype="0" fill="hold" grpId="5" nodeType="withEffect">
                                  <p:childTnLst>
                                    <p:set>
                                      <p:cBhvr>
                                        <p:cTn id="54" dur="1" fill="hold">
                                          <p:stCondLst>
                                            <p:cond delay="0"/>
                                          </p:stCondLst>
                                        </p:cTn>
                                        <p:tgtEl>
                                          <p:spTgt spid="46"/>
                                        </p:tgtEl>
                                        <p:attrNameLst>
                                          <p:attrName>style.visibility</p:attrName>
                                        </p:attrNameLst>
                                      </p:cBhvr>
                                      <p:to>
                                        <p:strVal val="visible"/>
                                      </p:to>
                                    </p:set>
                                    <p:anim calcmode="lin" valueType="num">
                                      <p:cBhvr>
                                        <p:cTn id="55" dur="500" fill="hold"/>
                                        <p:tgtEl>
                                          <p:spTgt spid="46"/>
                                        </p:tgtEl>
                                        <p:attrNameLst>
                                          <p:attrName>ppt_w</p:attrName>
                                        </p:attrNameLst>
                                      </p:cBhvr>
                                      <p:tavLst>
                                        <p:tav tm="0">
                                          <p:val>
                                            <p:fltVal val="0"/>
                                          </p:val>
                                        </p:tav>
                                        <p:tav tm="100000">
                                          <p:val>
                                            <p:strVal val="#ppt_w"/>
                                          </p:val>
                                        </p:tav>
                                      </p:tavLst>
                                    </p:anim>
                                    <p:anim calcmode="lin" valueType="num">
                                      <p:cBhvr>
                                        <p:cTn id="56" dur="500" fill="hold"/>
                                        <p:tgtEl>
                                          <p:spTgt spid="46"/>
                                        </p:tgtEl>
                                        <p:attrNameLst>
                                          <p:attrName>ppt_h</p:attrName>
                                        </p:attrNameLst>
                                      </p:cBhvr>
                                      <p:tavLst>
                                        <p:tav tm="0">
                                          <p:val>
                                            <p:fltVal val="0"/>
                                          </p:val>
                                        </p:tav>
                                        <p:tav tm="100000">
                                          <p:val>
                                            <p:strVal val="#ppt_h"/>
                                          </p:val>
                                        </p:tav>
                                      </p:tavLst>
                                    </p:anim>
                                    <p:animEffect transition="in" filter="fade">
                                      <p:cBhvr>
                                        <p:cTn id="57" dur="500"/>
                                        <p:tgtEl>
                                          <p:spTgt spid="46"/>
                                        </p:tgtEl>
                                      </p:cBhvr>
                                    </p:animEffect>
                                  </p:childTnLst>
                                </p:cTn>
                              </p:par>
                              <p:par>
                                <p:cTn id="58" presetID="53" presetClass="entr" presetSubtype="0" fill="hold" grpId="6" nodeType="withEffect">
                                  <p:childTnLst>
                                    <p:set>
                                      <p:cBhvr>
                                        <p:cTn id="59" dur="1" fill="hold">
                                          <p:stCondLst>
                                            <p:cond delay="0"/>
                                          </p:stCondLst>
                                        </p:cTn>
                                        <p:tgtEl>
                                          <p:spTgt spid="47"/>
                                        </p:tgtEl>
                                        <p:attrNameLst>
                                          <p:attrName>style.visibility</p:attrName>
                                        </p:attrNameLst>
                                      </p:cBhvr>
                                      <p:to>
                                        <p:strVal val="visible"/>
                                      </p:to>
                                    </p:set>
                                    <p:anim calcmode="lin" valueType="num">
                                      <p:cBhvr>
                                        <p:cTn id="60" dur="500" fill="hold"/>
                                        <p:tgtEl>
                                          <p:spTgt spid="47"/>
                                        </p:tgtEl>
                                        <p:attrNameLst>
                                          <p:attrName>ppt_w</p:attrName>
                                        </p:attrNameLst>
                                      </p:cBhvr>
                                      <p:tavLst>
                                        <p:tav tm="0">
                                          <p:val>
                                            <p:fltVal val="0"/>
                                          </p:val>
                                        </p:tav>
                                        <p:tav tm="100000">
                                          <p:val>
                                            <p:strVal val="#ppt_w"/>
                                          </p:val>
                                        </p:tav>
                                      </p:tavLst>
                                    </p:anim>
                                    <p:anim calcmode="lin" valueType="num">
                                      <p:cBhvr>
                                        <p:cTn id="61" dur="500" fill="hold"/>
                                        <p:tgtEl>
                                          <p:spTgt spid="47"/>
                                        </p:tgtEl>
                                        <p:attrNameLst>
                                          <p:attrName>ppt_h</p:attrName>
                                        </p:attrNameLst>
                                      </p:cBhvr>
                                      <p:tavLst>
                                        <p:tav tm="0">
                                          <p:val>
                                            <p:fltVal val="0"/>
                                          </p:val>
                                        </p:tav>
                                        <p:tav tm="100000">
                                          <p:val>
                                            <p:strVal val="#ppt_h"/>
                                          </p:val>
                                        </p:tav>
                                      </p:tavLst>
                                    </p:anim>
                                    <p:animEffect transition="in" filter="fade">
                                      <p:cBhvr>
                                        <p:cTn id="62" dur="500"/>
                                        <p:tgtEl>
                                          <p:spTgt spid="47"/>
                                        </p:tgtEl>
                                      </p:cBhvr>
                                    </p:animEffect>
                                  </p:childTnLst>
                                </p:cTn>
                              </p:par>
                              <p:par>
                                <p:cTn id="63" presetID="53" presetClass="entr" presetSubtype="0" fill="hold" nodeType="withEffect">
                                  <p:childTnLst>
                                    <p:set>
                                      <p:cBhvr>
                                        <p:cTn id="64" dur="1" fill="hold">
                                          <p:stCondLst>
                                            <p:cond delay="0"/>
                                          </p:stCondLst>
                                        </p:cTn>
                                        <p:tgtEl>
                                          <p:spTgt spid="48"/>
                                        </p:tgtEl>
                                        <p:attrNameLst>
                                          <p:attrName>style.visibility</p:attrName>
                                        </p:attrNameLst>
                                      </p:cBhvr>
                                      <p:to>
                                        <p:strVal val="visible"/>
                                      </p:to>
                                    </p:set>
                                    <p:anim calcmode="lin" valueType="num">
                                      <p:cBhvr>
                                        <p:cTn id="65" dur="500" fill="hold"/>
                                        <p:tgtEl>
                                          <p:spTgt spid="48"/>
                                        </p:tgtEl>
                                        <p:attrNameLst>
                                          <p:attrName>ppt_w</p:attrName>
                                        </p:attrNameLst>
                                      </p:cBhvr>
                                      <p:tavLst>
                                        <p:tav tm="0">
                                          <p:val>
                                            <p:fltVal val="0"/>
                                          </p:val>
                                        </p:tav>
                                        <p:tav tm="100000">
                                          <p:val>
                                            <p:strVal val="#ppt_w"/>
                                          </p:val>
                                        </p:tav>
                                      </p:tavLst>
                                    </p:anim>
                                    <p:anim calcmode="lin" valueType="num">
                                      <p:cBhvr>
                                        <p:cTn id="66" dur="500" fill="hold"/>
                                        <p:tgtEl>
                                          <p:spTgt spid="48"/>
                                        </p:tgtEl>
                                        <p:attrNameLst>
                                          <p:attrName>ppt_h</p:attrName>
                                        </p:attrNameLst>
                                      </p:cBhvr>
                                      <p:tavLst>
                                        <p:tav tm="0">
                                          <p:val>
                                            <p:fltVal val="0"/>
                                          </p:val>
                                        </p:tav>
                                        <p:tav tm="100000">
                                          <p:val>
                                            <p:strVal val="#ppt_h"/>
                                          </p:val>
                                        </p:tav>
                                      </p:tavLst>
                                    </p:anim>
                                    <p:animEffect transition="in" filter="fade">
                                      <p:cBhvr>
                                        <p:cTn id="67" dur="500"/>
                                        <p:tgtEl>
                                          <p:spTgt spid="48"/>
                                        </p:tgtEl>
                                      </p:cBhvr>
                                    </p:animEffect>
                                  </p:childTnLst>
                                </p:cTn>
                              </p:par>
                              <p:par>
                                <p:cTn id="68" presetID="53" presetClass="entr" presetSubtype="0" fill="hold" nodeType="withEffect">
                                  <p:childTnLst>
                                    <p:set>
                                      <p:cBhvr>
                                        <p:cTn id="69" dur="1" fill="hold">
                                          <p:stCondLst>
                                            <p:cond delay="0"/>
                                          </p:stCondLst>
                                        </p:cTn>
                                        <p:tgtEl>
                                          <p:spTgt spid="53"/>
                                        </p:tgtEl>
                                        <p:attrNameLst>
                                          <p:attrName>style.visibility</p:attrName>
                                        </p:attrNameLst>
                                      </p:cBhvr>
                                      <p:to>
                                        <p:strVal val="visible"/>
                                      </p:to>
                                    </p:set>
                                    <p:anim calcmode="lin" valueType="num">
                                      <p:cBhvr>
                                        <p:cTn id="70" dur="500" fill="hold"/>
                                        <p:tgtEl>
                                          <p:spTgt spid="53"/>
                                        </p:tgtEl>
                                        <p:attrNameLst>
                                          <p:attrName>ppt_w</p:attrName>
                                        </p:attrNameLst>
                                      </p:cBhvr>
                                      <p:tavLst>
                                        <p:tav tm="0">
                                          <p:val>
                                            <p:fltVal val="0"/>
                                          </p:val>
                                        </p:tav>
                                        <p:tav tm="100000">
                                          <p:val>
                                            <p:strVal val="#ppt_w"/>
                                          </p:val>
                                        </p:tav>
                                      </p:tavLst>
                                    </p:anim>
                                    <p:anim calcmode="lin" valueType="num">
                                      <p:cBhvr>
                                        <p:cTn id="71" dur="500" fill="hold"/>
                                        <p:tgtEl>
                                          <p:spTgt spid="53"/>
                                        </p:tgtEl>
                                        <p:attrNameLst>
                                          <p:attrName>ppt_h</p:attrName>
                                        </p:attrNameLst>
                                      </p:cBhvr>
                                      <p:tavLst>
                                        <p:tav tm="0">
                                          <p:val>
                                            <p:fltVal val="0"/>
                                          </p:val>
                                        </p:tav>
                                        <p:tav tm="100000">
                                          <p:val>
                                            <p:strVal val="#ppt_h"/>
                                          </p:val>
                                        </p:tav>
                                      </p:tavLst>
                                    </p:anim>
                                    <p:animEffect transition="in" filter="fade">
                                      <p:cBhvr>
                                        <p:cTn id="72" dur="500"/>
                                        <p:tgtEl>
                                          <p:spTgt spid="53"/>
                                        </p:tgtEl>
                                      </p:cBhvr>
                                    </p:animEffect>
                                  </p:childTnLst>
                                </p:cTn>
                              </p:par>
                              <p:par>
                                <p:cTn id="73" presetID="53" presetClass="entr" presetSubtype="0" fill="hold" grpId="7" nodeType="withEffect">
                                  <p:childTnLst>
                                    <p:set>
                                      <p:cBhvr>
                                        <p:cTn id="74" dur="1" fill="hold">
                                          <p:stCondLst>
                                            <p:cond delay="0"/>
                                          </p:stCondLst>
                                        </p:cTn>
                                        <p:tgtEl>
                                          <p:spTgt spid="62"/>
                                        </p:tgtEl>
                                        <p:attrNameLst>
                                          <p:attrName>style.visibility</p:attrName>
                                        </p:attrNameLst>
                                      </p:cBhvr>
                                      <p:to>
                                        <p:strVal val="visible"/>
                                      </p:to>
                                    </p:set>
                                    <p:anim calcmode="lin" valueType="num">
                                      <p:cBhvr>
                                        <p:cTn id="75" dur="500" fill="hold"/>
                                        <p:tgtEl>
                                          <p:spTgt spid="62"/>
                                        </p:tgtEl>
                                        <p:attrNameLst>
                                          <p:attrName>ppt_w</p:attrName>
                                        </p:attrNameLst>
                                      </p:cBhvr>
                                      <p:tavLst>
                                        <p:tav tm="0">
                                          <p:val>
                                            <p:fltVal val="0"/>
                                          </p:val>
                                        </p:tav>
                                        <p:tav tm="100000">
                                          <p:val>
                                            <p:strVal val="#ppt_w"/>
                                          </p:val>
                                        </p:tav>
                                      </p:tavLst>
                                    </p:anim>
                                    <p:anim calcmode="lin" valueType="num">
                                      <p:cBhvr>
                                        <p:cTn id="76" dur="500" fill="hold"/>
                                        <p:tgtEl>
                                          <p:spTgt spid="62"/>
                                        </p:tgtEl>
                                        <p:attrNameLst>
                                          <p:attrName>ppt_h</p:attrName>
                                        </p:attrNameLst>
                                      </p:cBhvr>
                                      <p:tavLst>
                                        <p:tav tm="0">
                                          <p:val>
                                            <p:fltVal val="0"/>
                                          </p:val>
                                        </p:tav>
                                        <p:tav tm="100000">
                                          <p:val>
                                            <p:strVal val="#ppt_h"/>
                                          </p:val>
                                        </p:tav>
                                      </p:tavLst>
                                    </p:anim>
                                    <p:animEffect transition="in" filter="fade">
                                      <p:cBhvr>
                                        <p:cTn id="77" dur="500"/>
                                        <p:tgtEl>
                                          <p:spTgt spid="62"/>
                                        </p:tgtEl>
                                      </p:cBhvr>
                                    </p:animEffect>
                                  </p:childTnLst>
                                </p:cTn>
                              </p:par>
                              <p:par>
                                <p:cTn id="78" presetID="53" presetClass="entr" presetSubtype="0" fill="hold" grpId="8" nodeType="withEffect">
                                  <p:childTnLst>
                                    <p:set>
                                      <p:cBhvr>
                                        <p:cTn id="79" dur="1" fill="hold">
                                          <p:stCondLst>
                                            <p:cond delay="0"/>
                                          </p:stCondLst>
                                        </p:cTn>
                                        <p:tgtEl>
                                          <p:spTgt spid="63"/>
                                        </p:tgtEl>
                                        <p:attrNameLst>
                                          <p:attrName>style.visibility</p:attrName>
                                        </p:attrNameLst>
                                      </p:cBhvr>
                                      <p:to>
                                        <p:strVal val="visible"/>
                                      </p:to>
                                    </p:set>
                                    <p:anim calcmode="lin" valueType="num">
                                      <p:cBhvr>
                                        <p:cTn id="80" dur="500" fill="hold"/>
                                        <p:tgtEl>
                                          <p:spTgt spid="63"/>
                                        </p:tgtEl>
                                        <p:attrNameLst>
                                          <p:attrName>ppt_w</p:attrName>
                                        </p:attrNameLst>
                                      </p:cBhvr>
                                      <p:tavLst>
                                        <p:tav tm="0">
                                          <p:val>
                                            <p:fltVal val="0"/>
                                          </p:val>
                                        </p:tav>
                                        <p:tav tm="100000">
                                          <p:val>
                                            <p:strVal val="#ppt_w"/>
                                          </p:val>
                                        </p:tav>
                                      </p:tavLst>
                                    </p:anim>
                                    <p:anim calcmode="lin" valueType="num">
                                      <p:cBhvr>
                                        <p:cTn id="81" dur="500" fill="hold"/>
                                        <p:tgtEl>
                                          <p:spTgt spid="63"/>
                                        </p:tgtEl>
                                        <p:attrNameLst>
                                          <p:attrName>ppt_h</p:attrName>
                                        </p:attrNameLst>
                                      </p:cBhvr>
                                      <p:tavLst>
                                        <p:tav tm="0">
                                          <p:val>
                                            <p:fltVal val="0"/>
                                          </p:val>
                                        </p:tav>
                                        <p:tav tm="100000">
                                          <p:val>
                                            <p:strVal val="#ppt_h"/>
                                          </p:val>
                                        </p:tav>
                                      </p:tavLst>
                                    </p:anim>
                                    <p:animEffect transition="in" filter="fade">
                                      <p:cBhvr>
                                        <p:cTn id="82" dur="500"/>
                                        <p:tgtEl>
                                          <p:spTgt spid="63"/>
                                        </p:tgtEl>
                                      </p:cBhvr>
                                    </p:animEffect>
                                  </p:childTnLst>
                                </p:cTn>
                              </p:par>
                              <p:par>
                                <p:cTn id="83" presetID="53" presetClass="entr" presetSubtype="0" fill="hold" grpId="9" nodeType="withEffect">
                                  <p:childTnLst>
                                    <p:set>
                                      <p:cBhvr>
                                        <p:cTn id="84" dur="1" fill="hold">
                                          <p:stCondLst>
                                            <p:cond delay="0"/>
                                          </p:stCondLst>
                                        </p:cTn>
                                        <p:tgtEl>
                                          <p:spTgt spid="64"/>
                                        </p:tgtEl>
                                        <p:attrNameLst>
                                          <p:attrName>style.visibility</p:attrName>
                                        </p:attrNameLst>
                                      </p:cBhvr>
                                      <p:to>
                                        <p:strVal val="visible"/>
                                      </p:to>
                                    </p:set>
                                    <p:anim calcmode="lin" valueType="num">
                                      <p:cBhvr>
                                        <p:cTn id="85" dur="500" fill="hold"/>
                                        <p:tgtEl>
                                          <p:spTgt spid="64"/>
                                        </p:tgtEl>
                                        <p:attrNameLst>
                                          <p:attrName>ppt_w</p:attrName>
                                        </p:attrNameLst>
                                      </p:cBhvr>
                                      <p:tavLst>
                                        <p:tav tm="0">
                                          <p:val>
                                            <p:fltVal val="0"/>
                                          </p:val>
                                        </p:tav>
                                        <p:tav tm="100000">
                                          <p:val>
                                            <p:strVal val="#ppt_w"/>
                                          </p:val>
                                        </p:tav>
                                      </p:tavLst>
                                    </p:anim>
                                    <p:anim calcmode="lin" valueType="num">
                                      <p:cBhvr>
                                        <p:cTn id="86" dur="500" fill="hold"/>
                                        <p:tgtEl>
                                          <p:spTgt spid="64"/>
                                        </p:tgtEl>
                                        <p:attrNameLst>
                                          <p:attrName>ppt_h</p:attrName>
                                        </p:attrNameLst>
                                      </p:cBhvr>
                                      <p:tavLst>
                                        <p:tav tm="0">
                                          <p:val>
                                            <p:fltVal val="0"/>
                                          </p:val>
                                        </p:tav>
                                        <p:tav tm="100000">
                                          <p:val>
                                            <p:strVal val="#ppt_h"/>
                                          </p:val>
                                        </p:tav>
                                      </p:tavLst>
                                    </p:anim>
                                    <p:animEffect transition="in" filter="fade">
                                      <p:cBhvr>
                                        <p:cTn id="87" dur="500"/>
                                        <p:tgtEl>
                                          <p:spTgt spid="64"/>
                                        </p:tgtEl>
                                      </p:cBhvr>
                                    </p:animEffect>
                                  </p:childTnLst>
                                </p:cTn>
                              </p:par>
                              <p:par>
                                <p:cTn id="88" presetID="53" presetClass="entr" presetSubtype="0" fill="hold" grpId="10" nodeType="withEffect">
                                  <p:childTnLst>
                                    <p:set>
                                      <p:cBhvr>
                                        <p:cTn id="89" dur="1" fill="hold">
                                          <p:stCondLst>
                                            <p:cond delay="0"/>
                                          </p:stCondLst>
                                        </p:cTn>
                                        <p:tgtEl>
                                          <p:spTgt spid="65"/>
                                        </p:tgtEl>
                                        <p:attrNameLst>
                                          <p:attrName>style.visibility</p:attrName>
                                        </p:attrNameLst>
                                      </p:cBhvr>
                                      <p:to>
                                        <p:strVal val="visible"/>
                                      </p:to>
                                    </p:set>
                                    <p:anim calcmode="lin" valueType="num">
                                      <p:cBhvr>
                                        <p:cTn id="90" dur="500" fill="hold"/>
                                        <p:tgtEl>
                                          <p:spTgt spid="65"/>
                                        </p:tgtEl>
                                        <p:attrNameLst>
                                          <p:attrName>ppt_w</p:attrName>
                                        </p:attrNameLst>
                                      </p:cBhvr>
                                      <p:tavLst>
                                        <p:tav tm="0">
                                          <p:val>
                                            <p:fltVal val="0"/>
                                          </p:val>
                                        </p:tav>
                                        <p:tav tm="100000">
                                          <p:val>
                                            <p:strVal val="#ppt_w"/>
                                          </p:val>
                                        </p:tav>
                                      </p:tavLst>
                                    </p:anim>
                                    <p:anim calcmode="lin" valueType="num">
                                      <p:cBhvr>
                                        <p:cTn id="91" dur="500" fill="hold"/>
                                        <p:tgtEl>
                                          <p:spTgt spid="65"/>
                                        </p:tgtEl>
                                        <p:attrNameLst>
                                          <p:attrName>ppt_h</p:attrName>
                                        </p:attrNameLst>
                                      </p:cBhvr>
                                      <p:tavLst>
                                        <p:tav tm="0">
                                          <p:val>
                                            <p:fltVal val="0"/>
                                          </p:val>
                                        </p:tav>
                                        <p:tav tm="100000">
                                          <p:val>
                                            <p:strVal val="#ppt_h"/>
                                          </p:val>
                                        </p:tav>
                                      </p:tavLst>
                                    </p:anim>
                                    <p:animEffect transition="in" filter="fade">
                                      <p:cBhvr>
                                        <p:cTn id="92" dur="500"/>
                                        <p:tgtEl>
                                          <p:spTgt spid="65"/>
                                        </p:tgtEl>
                                      </p:cBhvr>
                                    </p:animEffect>
                                  </p:childTnLst>
                                </p:cTn>
                              </p:par>
                              <p:par>
                                <p:cTn id="93" presetID="53" presetClass="entr" presetSubtype="0" fill="hold" grpId="11" nodeType="withEffect">
                                  <p:childTnLst>
                                    <p:set>
                                      <p:cBhvr>
                                        <p:cTn id="94" dur="1" fill="hold">
                                          <p:stCondLst>
                                            <p:cond delay="0"/>
                                          </p:stCondLst>
                                        </p:cTn>
                                        <p:tgtEl>
                                          <p:spTgt spid="66"/>
                                        </p:tgtEl>
                                        <p:attrNameLst>
                                          <p:attrName>style.visibility</p:attrName>
                                        </p:attrNameLst>
                                      </p:cBhvr>
                                      <p:to>
                                        <p:strVal val="visible"/>
                                      </p:to>
                                    </p:set>
                                    <p:anim calcmode="lin" valueType="num">
                                      <p:cBhvr>
                                        <p:cTn id="95" dur="500" fill="hold"/>
                                        <p:tgtEl>
                                          <p:spTgt spid="66"/>
                                        </p:tgtEl>
                                        <p:attrNameLst>
                                          <p:attrName>ppt_w</p:attrName>
                                        </p:attrNameLst>
                                      </p:cBhvr>
                                      <p:tavLst>
                                        <p:tav tm="0">
                                          <p:val>
                                            <p:fltVal val="0"/>
                                          </p:val>
                                        </p:tav>
                                        <p:tav tm="100000">
                                          <p:val>
                                            <p:strVal val="#ppt_w"/>
                                          </p:val>
                                        </p:tav>
                                      </p:tavLst>
                                    </p:anim>
                                    <p:anim calcmode="lin" valueType="num">
                                      <p:cBhvr>
                                        <p:cTn id="96" dur="500" fill="hold"/>
                                        <p:tgtEl>
                                          <p:spTgt spid="66"/>
                                        </p:tgtEl>
                                        <p:attrNameLst>
                                          <p:attrName>ppt_h</p:attrName>
                                        </p:attrNameLst>
                                      </p:cBhvr>
                                      <p:tavLst>
                                        <p:tav tm="0">
                                          <p:val>
                                            <p:fltVal val="0"/>
                                          </p:val>
                                        </p:tav>
                                        <p:tav tm="100000">
                                          <p:val>
                                            <p:strVal val="#ppt_h"/>
                                          </p:val>
                                        </p:tav>
                                      </p:tavLst>
                                    </p:anim>
                                    <p:animEffect transition="in" filter="fade">
                                      <p:cBhvr>
                                        <p:cTn id="97" dur="500"/>
                                        <p:tgtEl>
                                          <p:spTgt spid="66"/>
                                        </p:tgtEl>
                                      </p:cBhvr>
                                    </p:animEffect>
                                  </p:childTnLst>
                                </p:cTn>
                              </p:par>
                              <p:par>
                                <p:cTn id="98" presetID="53" presetClass="entr" presetSubtype="0" fill="hold" grpId="12" nodeType="withEffect">
                                  <p:childTnLst>
                                    <p:set>
                                      <p:cBhvr>
                                        <p:cTn id="99" dur="1" fill="hold">
                                          <p:stCondLst>
                                            <p:cond delay="0"/>
                                          </p:stCondLst>
                                        </p:cTn>
                                        <p:tgtEl>
                                          <p:spTgt spid="67"/>
                                        </p:tgtEl>
                                        <p:attrNameLst>
                                          <p:attrName>style.visibility</p:attrName>
                                        </p:attrNameLst>
                                      </p:cBhvr>
                                      <p:to>
                                        <p:strVal val="visible"/>
                                      </p:to>
                                    </p:set>
                                    <p:anim calcmode="lin" valueType="num">
                                      <p:cBhvr>
                                        <p:cTn id="100" dur="500" fill="hold"/>
                                        <p:tgtEl>
                                          <p:spTgt spid="67"/>
                                        </p:tgtEl>
                                        <p:attrNameLst>
                                          <p:attrName>ppt_w</p:attrName>
                                        </p:attrNameLst>
                                      </p:cBhvr>
                                      <p:tavLst>
                                        <p:tav tm="0">
                                          <p:val>
                                            <p:fltVal val="0"/>
                                          </p:val>
                                        </p:tav>
                                        <p:tav tm="100000">
                                          <p:val>
                                            <p:strVal val="#ppt_w"/>
                                          </p:val>
                                        </p:tav>
                                      </p:tavLst>
                                    </p:anim>
                                    <p:anim calcmode="lin" valueType="num">
                                      <p:cBhvr>
                                        <p:cTn id="101" dur="500" fill="hold"/>
                                        <p:tgtEl>
                                          <p:spTgt spid="67"/>
                                        </p:tgtEl>
                                        <p:attrNameLst>
                                          <p:attrName>ppt_h</p:attrName>
                                        </p:attrNameLst>
                                      </p:cBhvr>
                                      <p:tavLst>
                                        <p:tav tm="0">
                                          <p:val>
                                            <p:fltVal val="0"/>
                                          </p:val>
                                        </p:tav>
                                        <p:tav tm="100000">
                                          <p:val>
                                            <p:strVal val="#ppt_h"/>
                                          </p:val>
                                        </p:tav>
                                      </p:tavLst>
                                    </p:anim>
                                    <p:animEffect transition="in" filter="fade">
                                      <p:cBhvr>
                                        <p:cTn id="102" dur="500"/>
                                        <p:tgtEl>
                                          <p:spTgt spid="67"/>
                                        </p:tgtEl>
                                      </p:cBhvr>
                                    </p:animEffect>
                                  </p:childTnLst>
                                </p:cTn>
                              </p:par>
                              <p:par>
                                <p:cTn id="103" presetID="53" presetClass="entr" presetSubtype="0" fill="hold" grpId="13" nodeType="withEffect">
                                  <p:childTnLst>
                                    <p:set>
                                      <p:cBhvr>
                                        <p:cTn id="104" dur="1" fill="hold">
                                          <p:stCondLst>
                                            <p:cond delay="0"/>
                                          </p:stCondLst>
                                        </p:cTn>
                                        <p:tgtEl>
                                          <p:spTgt spid="68"/>
                                        </p:tgtEl>
                                        <p:attrNameLst>
                                          <p:attrName>style.visibility</p:attrName>
                                        </p:attrNameLst>
                                      </p:cBhvr>
                                      <p:to>
                                        <p:strVal val="visible"/>
                                      </p:to>
                                    </p:set>
                                    <p:anim calcmode="lin" valueType="num">
                                      <p:cBhvr>
                                        <p:cTn id="105" dur="500" fill="hold"/>
                                        <p:tgtEl>
                                          <p:spTgt spid="68"/>
                                        </p:tgtEl>
                                        <p:attrNameLst>
                                          <p:attrName>ppt_w</p:attrName>
                                        </p:attrNameLst>
                                      </p:cBhvr>
                                      <p:tavLst>
                                        <p:tav tm="0">
                                          <p:val>
                                            <p:fltVal val="0"/>
                                          </p:val>
                                        </p:tav>
                                        <p:tav tm="100000">
                                          <p:val>
                                            <p:strVal val="#ppt_w"/>
                                          </p:val>
                                        </p:tav>
                                      </p:tavLst>
                                    </p:anim>
                                    <p:anim calcmode="lin" valueType="num">
                                      <p:cBhvr>
                                        <p:cTn id="106" dur="500" fill="hold"/>
                                        <p:tgtEl>
                                          <p:spTgt spid="68"/>
                                        </p:tgtEl>
                                        <p:attrNameLst>
                                          <p:attrName>ppt_h</p:attrName>
                                        </p:attrNameLst>
                                      </p:cBhvr>
                                      <p:tavLst>
                                        <p:tav tm="0">
                                          <p:val>
                                            <p:fltVal val="0"/>
                                          </p:val>
                                        </p:tav>
                                        <p:tav tm="100000">
                                          <p:val>
                                            <p:strVal val="#ppt_h"/>
                                          </p:val>
                                        </p:tav>
                                      </p:tavLst>
                                    </p:anim>
                                    <p:animEffect transition="in" filter="fade">
                                      <p:cBhvr>
                                        <p:cTn id="107" dur="500"/>
                                        <p:tgtEl>
                                          <p:spTgt spid="68"/>
                                        </p:tgtEl>
                                      </p:cBhvr>
                                    </p:animEffect>
                                  </p:childTnLst>
                                </p:cTn>
                              </p:par>
                              <p:par>
                                <p:cTn id="108" presetID="53" presetClass="entr" presetSubtype="0" fill="hold" grpId="14" nodeType="withEffect">
                                  <p:childTnLst>
                                    <p:set>
                                      <p:cBhvr>
                                        <p:cTn id="109" dur="1" fill="hold">
                                          <p:stCondLst>
                                            <p:cond delay="0"/>
                                          </p:stCondLst>
                                        </p:cTn>
                                        <p:tgtEl>
                                          <p:spTgt spid="76"/>
                                        </p:tgtEl>
                                        <p:attrNameLst>
                                          <p:attrName>style.visibility</p:attrName>
                                        </p:attrNameLst>
                                      </p:cBhvr>
                                      <p:to>
                                        <p:strVal val="visible"/>
                                      </p:to>
                                    </p:set>
                                    <p:anim calcmode="lin" valueType="num">
                                      <p:cBhvr>
                                        <p:cTn id="110" dur="500" fill="hold"/>
                                        <p:tgtEl>
                                          <p:spTgt spid="76"/>
                                        </p:tgtEl>
                                        <p:attrNameLst>
                                          <p:attrName>ppt_w</p:attrName>
                                        </p:attrNameLst>
                                      </p:cBhvr>
                                      <p:tavLst>
                                        <p:tav tm="0">
                                          <p:val>
                                            <p:fltVal val="0"/>
                                          </p:val>
                                        </p:tav>
                                        <p:tav tm="100000">
                                          <p:val>
                                            <p:strVal val="#ppt_w"/>
                                          </p:val>
                                        </p:tav>
                                      </p:tavLst>
                                    </p:anim>
                                    <p:anim calcmode="lin" valueType="num">
                                      <p:cBhvr>
                                        <p:cTn id="111" dur="500" fill="hold"/>
                                        <p:tgtEl>
                                          <p:spTgt spid="76"/>
                                        </p:tgtEl>
                                        <p:attrNameLst>
                                          <p:attrName>ppt_h</p:attrName>
                                        </p:attrNameLst>
                                      </p:cBhvr>
                                      <p:tavLst>
                                        <p:tav tm="0">
                                          <p:val>
                                            <p:fltVal val="0"/>
                                          </p:val>
                                        </p:tav>
                                        <p:tav tm="100000">
                                          <p:val>
                                            <p:strVal val="#ppt_h"/>
                                          </p:val>
                                        </p:tav>
                                      </p:tavLst>
                                    </p:anim>
                                    <p:animEffect transition="in" filter="fade">
                                      <p:cBhvr>
                                        <p:cTn id="112" dur="500"/>
                                        <p:tgtEl>
                                          <p:spTgt spid="76"/>
                                        </p:tgtEl>
                                      </p:cBhvr>
                                    </p:animEffect>
                                  </p:childTnLst>
                                </p:cTn>
                              </p:par>
                              <p:par>
                                <p:cTn id="113" presetID="53" presetClass="entr" presetSubtype="0" fill="hold" grpId="15" nodeType="withEffect">
                                  <p:childTnLst>
                                    <p:set>
                                      <p:cBhvr>
                                        <p:cTn id="114" dur="1" fill="hold">
                                          <p:stCondLst>
                                            <p:cond delay="0"/>
                                          </p:stCondLst>
                                        </p:cTn>
                                        <p:tgtEl>
                                          <p:spTgt spid="77"/>
                                        </p:tgtEl>
                                        <p:attrNameLst>
                                          <p:attrName>style.visibility</p:attrName>
                                        </p:attrNameLst>
                                      </p:cBhvr>
                                      <p:to>
                                        <p:strVal val="visible"/>
                                      </p:to>
                                    </p:set>
                                    <p:anim calcmode="lin" valueType="num">
                                      <p:cBhvr>
                                        <p:cTn id="115" dur="500" fill="hold"/>
                                        <p:tgtEl>
                                          <p:spTgt spid="77"/>
                                        </p:tgtEl>
                                        <p:attrNameLst>
                                          <p:attrName>ppt_w</p:attrName>
                                        </p:attrNameLst>
                                      </p:cBhvr>
                                      <p:tavLst>
                                        <p:tav tm="0">
                                          <p:val>
                                            <p:fltVal val="0"/>
                                          </p:val>
                                        </p:tav>
                                        <p:tav tm="100000">
                                          <p:val>
                                            <p:strVal val="#ppt_w"/>
                                          </p:val>
                                        </p:tav>
                                      </p:tavLst>
                                    </p:anim>
                                    <p:anim calcmode="lin" valueType="num">
                                      <p:cBhvr>
                                        <p:cTn id="116" dur="500" fill="hold"/>
                                        <p:tgtEl>
                                          <p:spTgt spid="77"/>
                                        </p:tgtEl>
                                        <p:attrNameLst>
                                          <p:attrName>ppt_h</p:attrName>
                                        </p:attrNameLst>
                                      </p:cBhvr>
                                      <p:tavLst>
                                        <p:tav tm="0">
                                          <p:val>
                                            <p:fltVal val="0"/>
                                          </p:val>
                                        </p:tav>
                                        <p:tav tm="100000">
                                          <p:val>
                                            <p:strVal val="#ppt_h"/>
                                          </p:val>
                                        </p:tav>
                                      </p:tavLst>
                                    </p:anim>
                                    <p:animEffect transition="in" filter="fade">
                                      <p:cBhvr>
                                        <p:cTn id="117" dur="500"/>
                                        <p:tgtEl>
                                          <p:spTgt spid="77"/>
                                        </p:tgtEl>
                                      </p:cBhvr>
                                    </p:animEffect>
                                  </p:childTnLst>
                                </p:cTn>
                              </p:par>
                              <p:par>
                                <p:cTn id="118" presetID="53" presetClass="entr" presetSubtype="0" fill="hold" grpId="16" nodeType="withEffect">
                                  <p:childTnLst>
                                    <p:set>
                                      <p:cBhvr>
                                        <p:cTn id="119" dur="1" fill="hold">
                                          <p:stCondLst>
                                            <p:cond delay="0"/>
                                          </p:stCondLst>
                                        </p:cTn>
                                        <p:tgtEl>
                                          <p:spTgt spid="84"/>
                                        </p:tgtEl>
                                        <p:attrNameLst>
                                          <p:attrName>style.visibility</p:attrName>
                                        </p:attrNameLst>
                                      </p:cBhvr>
                                      <p:to>
                                        <p:strVal val="visible"/>
                                      </p:to>
                                    </p:set>
                                    <p:anim calcmode="lin" valueType="num">
                                      <p:cBhvr>
                                        <p:cTn id="120" dur="500" fill="hold"/>
                                        <p:tgtEl>
                                          <p:spTgt spid="84"/>
                                        </p:tgtEl>
                                        <p:attrNameLst>
                                          <p:attrName>ppt_w</p:attrName>
                                        </p:attrNameLst>
                                      </p:cBhvr>
                                      <p:tavLst>
                                        <p:tav tm="0">
                                          <p:val>
                                            <p:fltVal val="0"/>
                                          </p:val>
                                        </p:tav>
                                        <p:tav tm="100000">
                                          <p:val>
                                            <p:strVal val="#ppt_w"/>
                                          </p:val>
                                        </p:tav>
                                      </p:tavLst>
                                    </p:anim>
                                    <p:anim calcmode="lin" valueType="num">
                                      <p:cBhvr>
                                        <p:cTn id="121" dur="500" fill="hold"/>
                                        <p:tgtEl>
                                          <p:spTgt spid="84"/>
                                        </p:tgtEl>
                                        <p:attrNameLst>
                                          <p:attrName>ppt_h</p:attrName>
                                        </p:attrNameLst>
                                      </p:cBhvr>
                                      <p:tavLst>
                                        <p:tav tm="0">
                                          <p:val>
                                            <p:fltVal val="0"/>
                                          </p:val>
                                        </p:tav>
                                        <p:tav tm="100000">
                                          <p:val>
                                            <p:strVal val="#ppt_h"/>
                                          </p:val>
                                        </p:tav>
                                      </p:tavLst>
                                    </p:anim>
                                    <p:animEffect transition="in" filter="fade">
                                      <p:cBhvr>
                                        <p:cTn id="122" dur="500"/>
                                        <p:tgtEl>
                                          <p:spTgt spid="84"/>
                                        </p:tgtEl>
                                      </p:cBhvr>
                                    </p:animEffect>
                                  </p:childTnLst>
                                </p:cTn>
                              </p:par>
                              <p:par>
                                <p:cTn id="123" presetID="53" presetClass="entr" presetSubtype="0" fill="hold" grpId="17" nodeType="withEffect">
                                  <p:childTnLst>
                                    <p:set>
                                      <p:cBhvr>
                                        <p:cTn id="124" dur="1" fill="hold">
                                          <p:stCondLst>
                                            <p:cond delay="0"/>
                                          </p:stCondLst>
                                        </p:cTn>
                                        <p:tgtEl>
                                          <p:spTgt spid="85"/>
                                        </p:tgtEl>
                                        <p:attrNameLst>
                                          <p:attrName>style.visibility</p:attrName>
                                        </p:attrNameLst>
                                      </p:cBhvr>
                                      <p:to>
                                        <p:strVal val="visible"/>
                                      </p:to>
                                    </p:set>
                                    <p:anim calcmode="lin" valueType="num">
                                      <p:cBhvr>
                                        <p:cTn id="125" dur="500" fill="hold"/>
                                        <p:tgtEl>
                                          <p:spTgt spid="85"/>
                                        </p:tgtEl>
                                        <p:attrNameLst>
                                          <p:attrName>ppt_w</p:attrName>
                                        </p:attrNameLst>
                                      </p:cBhvr>
                                      <p:tavLst>
                                        <p:tav tm="0">
                                          <p:val>
                                            <p:fltVal val="0"/>
                                          </p:val>
                                        </p:tav>
                                        <p:tav tm="100000">
                                          <p:val>
                                            <p:strVal val="#ppt_w"/>
                                          </p:val>
                                        </p:tav>
                                      </p:tavLst>
                                    </p:anim>
                                    <p:anim calcmode="lin" valueType="num">
                                      <p:cBhvr>
                                        <p:cTn id="126" dur="500" fill="hold"/>
                                        <p:tgtEl>
                                          <p:spTgt spid="85"/>
                                        </p:tgtEl>
                                        <p:attrNameLst>
                                          <p:attrName>ppt_h</p:attrName>
                                        </p:attrNameLst>
                                      </p:cBhvr>
                                      <p:tavLst>
                                        <p:tav tm="0">
                                          <p:val>
                                            <p:fltVal val="0"/>
                                          </p:val>
                                        </p:tav>
                                        <p:tav tm="100000">
                                          <p:val>
                                            <p:strVal val="#ppt_h"/>
                                          </p:val>
                                        </p:tav>
                                      </p:tavLst>
                                    </p:anim>
                                    <p:animEffect transition="in" filter="fade">
                                      <p:cBhvr>
                                        <p:cTn id="127" dur="500"/>
                                        <p:tgtEl>
                                          <p:spTgt spid="85"/>
                                        </p:tgtEl>
                                      </p:cBhvr>
                                    </p:animEffect>
                                  </p:childTnLst>
                                </p:cTn>
                              </p:par>
                              <p:par>
                                <p:cTn id="128" presetID="53" presetClass="entr" presetSubtype="0" fill="hold" grpId="18" nodeType="withEffect">
                                  <p:childTnLst>
                                    <p:set>
                                      <p:cBhvr>
                                        <p:cTn id="129" dur="1" fill="hold">
                                          <p:stCondLst>
                                            <p:cond delay="0"/>
                                          </p:stCondLst>
                                        </p:cTn>
                                        <p:tgtEl>
                                          <p:spTgt spid="91"/>
                                        </p:tgtEl>
                                        <p:attrNameLst>
                                          <p:attrName>style.visibility</p:attrName>
                                        </p:attrNameLst>
                                      </p:cBhvr>
                                      <p:to>
                                        <p:strVal val="visible"/>
                                      </p:to>
                                    </p:set>
                                    <p:anim calcmode="lin" valueType="num">
                                      <p:cBhvr>
                                        <p:cTn id="130" dur="500" fill="hold"/>
                                        <p:tgtEl>
                                          <p:spTgt spid="91"/>
                                        </p:tgtEl>
                                        <p:attrNameLst>
                                          <p:attrName>ppt_w</p:attrName>
                                        </p:attrNameLst>
                                      </p:cBhvr>
                                      <p:tavLst>
                                        <p:tav tm="0">
                                          <p:val>
                                            <p:fltVal val="0"/>
                                          </p:val>
                                        </p:tav>
                                        <p:tav tm="100000">
                                          <p:val>
                                            <p:strVal val="#ppt_w"/>
                                          </p:val>
                                        </p:tav>
                                      </p:tavLst>
                                    </p:anim>
                                    <p:anim calcmode="lin" valueType="num">
                                      <p:cBhvr>
                                        <p:cTn id="131" dur="500" fill="hold"/>
                                        <p:tgtEl>
                                          <p:spTgt spid="91"/>
                                        </p:tgtEl>
                                        <p:attrNameLst>
                                          <p:attrName>ppt_h</p:attrName>
                                        </p:attrNameLst>
                                      </p:cBhvr>
                                      <p:tavLst>
                                        <p:tav tm="0">
                                          <p:val>
                                            <p:fltVal val="0"/>
                                          </p:val>
                                        </p:tav>
                                        <p:tav tm="100000">
                                          <p:val>
                                            <p:strVal val="#ppt_h"/>
                                          </p:val>
                                        </p:tav>
                                      </p:tavLst>
                                    </p:anim>
                                    <p:animEffect transition="in" filter="fade">
                                      <p:cBhvr>
                                        <p:cTn id="132" dur="500"/>
                                        <p:tgtEl>
                                          <p:spTgt spid="91"/>
                                        </p:tgtEl>
                                      </p:cBhvr>
                                    </p:animEffect>
                                  </p:childTnLst>
                                </p:cTn>
                              </p:par>
                              <p:par>
                                <p:cTn id="133" presetID="53" presetClass="entr" presetSubtype="0" fill="hold" grpId="19" nodeType="withEffect">
                                  <p:childTnLst>
                                    <p:set>
                                      <p:cBhvr>
                                        <p:cTn id="134" dur="1" fill="hold">
                                          <p:stCondLst>
                                            <p:cond delay="0"/>
                                          </p:stCondLst>
                                        </p:cTn>
                                        <p:tgtEl>
                                          <p:spTgt spid="92"/>
                                        </p:tgtEl>
                                        <p:attrNameLst>
                                          <p:attrName>style.visibility</p:attrName>
                                        </p:attrNameLst>
                                      </p:cBhvr>
                                      <p:to>
                                        <p:strVal val="visible"/>
                                      </p:to>
                                    </p:set>
                                    <p:anim calcmode="lin" valueType="num">
                                      <p:cBhvr>
                                        <p:cTn id="135" dur="500" fill="hold"/>
                                        <p:tgtEl>
                                          <p:spTgt spid="92"/>
                                        </p:tgtEl>
                                        <p:attrNameLst>
                                          <p:attrName>ppt_w</p:attrName>
                                        </p:attrNameLst>
                                      </p:cBhvr>
                                      <p:tavLst>
                                        <p:tav tm="0">
                                          <p:val>
                                            <p:fltVal val="0"/>
                                          </p:val>
                                        </p:tav>
                                        <p:tav tm="100000">
                                          <p:val>
                                            <p:strVal val="#ppt_w"/>
                                          </p:val>
                                        </p:tav>
                                      </p:tavLst>
                                    </p:anim>
                                    <p:anim calcmode="lin" valueType="num">
                                      <p:cBhvr>
                                        <p:cTn id="136" dur="500" fill="hold"/>
                                        <p:tgtEl>
                                          <p:spTgt spid="92"/>
                                        </p:tgtEl>
                                        <p:attrNameLst>
                                          <p:attrName>ppt_h</p:attrName>
                                        </p:attrNameLst>
                                      </p:cBhvr>
                                      <p:tavLst>
                                        <p:tav tm="0">
                                          <p:val>
                                            <p:fltVal val="0"/>
                                          </p:val>
                                        </p:tav>
                                        <p:tav tm="100000">
                                          <p:val>
                                            <p:strVal val="#ppt_h"/>
                                          </p:val>
                                        </p:tav>
                                      </p:tavLst>
                                    </p:anim>
                                    <p:animEffect transition="in" filter="fade">
                                      <p:cBhvr>
                                        <p:cTn id="137" dur="500"/>
                                        <p:tgtEl>
                                          <p:spTgt spid="92"/>
                                        </p:tgtEl>
                                      </p:cBhvr>
                                    </p:animEffect>
                                  </p:childTnLst>
                                </p:cTn>
                              </p:par>
                              <p:par>
                                <p:cTn id="138" presetID="53" presetClass="entr" presetSubtype="0" fill="hold" grpId="20" nodeType="withEffect">
                                  <p:childTnLst>
                                    <p:set>
                                      <p:cBhvr>
                                        <p:cTn id="139" dur="1" fill="hold">
                                          <p:stCondLst>
                                            <p:cond delay="0"/>
                                          </p:stCondLst>
                                        </p:cTn>
                                        <p:tgtEl>
                                          <p:spTgt spid="93"/>
                                        </p:tgtEl>
                                        <p:attrNameLst>
                                          <p:attrName>style.visibility</p:attrName>
                                        </p:attrNameLst>
                                      </p:cBhvr>
                                      <p:to>
                                        <p:strVal val="visible"/>
                                      </p:to>
                                    </p:set>
                                    <p:anim calcmode="lin" valueType="num">
                                      <p:cBhvr>
                                        <p:cTn id="140" dur="500" fill="hold"/>
                                        <p:tgtEl>
                                          <p:spTgt spid="93"/>
                                        </p:tgtEl>
                                        <p:attrNameLst>
                                          <p:attrName>ppt_w</p:attrName>
                                        </p:attrNameLst>
                                      </p:cBhvr>
                                      <p:tavLst>
                                        <p:tav tm="0">
                                          <p:val>
                                            <p:fltVal val="0"/>
                                          </p:val>
                                        </p:tav>
                                        <p:tav tm="100000">
                                          <p:val>
                                            <p:strVal val="#ppt_w"/>
                                          </p:val>
                                        </p:tav>
                                      </p:tavLst>
                                    </p:anim>
                                    <p:anim calcmode="lin" valueType="num">
                                      <p:cBhvr>
                                        <p:cTn id="141" dur="500" fill="hold"/>
                                        <p:tgtEl>
                                          <p:spTgt spid="93"/>
                                        </p:tgtEl>
                                        <p:attrNameLst>
                                          <p:attrName>ppt_h</p:attrName>
                                        </p:attrNameLst>
                                      </p:cBhvr>
                                      <p:tavLst>
                                        <p:tav tm="0">
                                          <p:val>
                                            <p:fltVal val="0"/>
                                          </p:val>
                                        </p:tav>
                                        <p:tav tm="100000">
                                          <p:val>
                                            <p:strVal val="#ppt_h"/>
                                          </p:val>
                                        </p:tav>
                                      </p:tavLst>
                                    </p:anim>
                                    <p:animEffect transition="in" filter="fade">
                                      <p:cBhvr>
                                        <p:cTn id="142" dur="500"/>
                                        <p:tgtEl>
                                          <p:spTgt spid="93"/>
                                        </p:tgtEl>
                                      </p:cBhvr>
                                    </p:animEffect>
                                  </p:childTnLst>
                                </p:cTn>
                              </p:par>
                              <p:par>
                                <p:cTn id="143" presetID="53" presetClass="entr" presetSubtype="0" fill="hold" grpId="21" nodeType="withEffect">
                                  <p:childTnLst>
                                    <p:set>
                                      <p:cBhvr>
                                        <p:cTn id="144" dur="1" fill="hold">
                                          <p:stCondLst>
                                            <p:cond delay="0"/>
                                          </p:stCondLst>
                                        </p:cTn>
                                        <p:tgtEl>
                                          <p:spTgt spid="94"/>
                                        </p:tgtEl>
                                        <p:attrNameLst>
                                          <p:attrName>style.visibility</p:attrName>
                                        </p:attrNameLst>
                                      </p:cBhvr>
                                      <p:to>
                                        <p:strVal val="visible"/>
                                      </p:to>
                                    </p:set>
                                    <p:anim calcmode="lin" valueType="num">
                                      <p:cBhvr>
                                        <p:cTn id="145" dur="500" fill="hold"/>
                                        <p:tgtEl>
                                          <p:spTgt spid="94"/>
                                        </p:tgtEl>
                                        <p:attrNameLst>
                                          <p:attrName>ppt_w</p:attrName>
                                        </p:attrNameLst>
                                      </p:cBhvr>
                                      <p:tavLst>
                                        <p:tav tm="0">
                                          <p:val>
                                            <p:fltVal val="0"/>
                                          </p:val>
                                        </p:tav>
                                        <p:tav tm="100000">
                                          <p:val>
                                            <p:strVal val="#ppt_w"/>
                                          </p:val>
                                        </p:tav>
                                      </p:tavLst>
                                    </p:anim>
                                    <p:anim calcmode="lin" valueType="num">
                                      <p:cBhvr>
                                        <p:cTn id="146" dur="500" fill="hold"/>
                                        <p:tgtEl>
                                          <p:spTgt spid="94"/>
                                        </p:tgtEl>
                                        <p:attrNameLst>
                                          <p:attrName>ppt_h</p:attrName>
                                        </p:attrNameLst>
                                      </p:cBhvr>
                                      <p:tavLst>
                                        <p:tav tm="0">
                                          <p:val>
                                            <p:fltVal val="0"/>
                                          </p:val>
                                        </p:tav>
                                        <p:tav tm="100000">
                                          <p:val>
                                            <p:strVal val="#ppt_h"/>
                                          </p:val>
                                        </p:tav>
                                      </p:tavLst>
                                    </p:anim>
                                    <p:animEffect transition="in" filter="fade">
                                      <p:cBhvr>
                                        <p:cTn id="147" dur="500"/>
                                        <p:tgtEl>
                                          <p:spTgt spid="94"/>
                                        </p:tgtEl>
                                      </p:cBhvr>
                                    </p:animEffect>
                                  </p:childTnLst>
                                </p:cTn>
                              </p:par>
                              <p:par>
                                <p:cTn id="148" presetID="53" presetClass="entr" presetSubtype="0" fill="hold" grpId="22" nodeType="withEffect">
                                  <p:childTnLst>
                                    <p:set>
                                      <p:cBhvr>
                                        <p:cTn id="149" dur="1" fill="hold">
                                          <p:stCondLst>
                                            <p:cond delay="0"/>
                                          </p:stCondLst>
                                        </p:cTn>
                                        <p:tgtEl>
                                          <p:spTgt spid="95"/>
                                        </p:tgtEl>
                                        <p:attrNameLst>
                                          <p:attrName>style.visibility</p:attrName>
                                        </p:attrNameLst>
                                      </p:cBhvr>
                                      <p:to>
                                        <p:strVal val="visible"/>
                                      </p:to>
                                    </p:set>
                                    <p:anim calcmode="lin" valueType="num">
                                      <p:cBhvr>
                                        <p:cTn id="150" dur="500" fill="hold"/>
                                        <p:tgtEl>
                                          <p:spTgt spid="95"/>
                                        </p:tgtEl>
                                        <p:attrNameLst>
                                          <p:attrName>ppt_w</p:attrName>
                                        </p:attrNameLst>
                                      </p:cBhvr>
                                      <p:tavLst>
                                        <p:tav tm="0">
                                          <p:val>
                                            <p:fltVal val="0"/>
                                          </p:val>
                                        </p:tav>
                                        <p:tav tm="100000">
                                          <p:val>
                                            <p:strVal val="#ppt_w"/>
                                          </p:val>
                                        </p:tav>
                                      </p:tavLst>
                                    </p:anim>
                                    <p:anim calcmode="lin" valueType="num">
                                      <p:cBhvr>
                                        <p:cTn id="151" dur="500" fill="hold"/>
                                        <p:tgtEl>
                                          <p:spTgt spid="95"/>
                                        </p:tgtEl>
                                        <p:attrNameLst>
                                          <p:attrName>ppt_h</p:attrName>
                                        </p:attrNameLst>
                                      </p:cBhvr>
                                      <p:tavLst>
                                        <p:tav tm="0">
                                          <p:val>
                                            <p:fltVal val="0"/>
                                          </p:val>
                                        </p:tav>
                                        <p:tav tm="100000">
                                          <p:val>
                                            <p:strVal val="#ppt_h"/>
                                          </p:val>
                                        </p:tav>
                                      </p:tavLst>
                                    </p:anim>
                                    <p:animEffect transition="in" filter="fade">
                                      <p:cBhvr>
                                        <p:cTn id="152" dur="500"/>
                                        <p:tgtEl>
                                          <p:spTgt spid="95"/>
                                        </p:tgtEl>
                                      </p:cBhvr>
                                    </p:animEffect>
                                  </p:childTnLst>
                                </p:cTn>
                              </p:par>
                              <p:par>
                                <p:cTn id="153" presetID="53" presetClass="entr" presetSubtype="0" fill="hold" grpId="23" nodeType="withEffect">
                                  <p:childTnLst>
                                    <p:set>
                                      <p:cBhvr>
                                        <p:cTn id="154" dur="1" fill="hold">
                                          <p:stCondLst>
                                            <p:cond delay="0"/>
                                          </p:stCondLst>
                                        </p:cTn>
                                        <p:tgtEl>
                                          <p:spTgt spid="96"/>
                                        </p:tgtEl>
                                        <p:attrNameLst>
                                          <p:attrName>style.visibility</p:attrName>
                                        </p:attrNameLst>
                                      </p:cBhvr>
                                      <p:to>
                                        <p:strVal val="visible"/>
                                      </p:to>
                                    </p:set>
                                    <p:anim calcmode="lin" valueType="num">
                                      <p:cBhvr>
                                        <p:cTn id="155" dur="500" fill="hold"/>
                                        <p:tgtEl>
                                          <p:spTgt spid="96"/>
                                        </p:tgtEl>
                                        <p:attrNameLst>
                                          <p:attrName>ppt_w</p:attrName>
                                        </p:attrNameLst>
                                      </p:cBhvr>
                                      <p:tavLst>
                                        <p:tav tm="0">
                                          <p:val>
                                            <p:fltVal val="0"/>
                                          </p:val>
                                        </p:tav>
                                        <p:tav tm="100000">
                                          <p:val>
                                            <p:strVal val="#ppt_w"/>
                                          </p:val>
                                        </p:tav>
                                      </p:tavLst>
                                    </p:anim>
                                    <p:anim calcmode="lin" valueType="num">
                                      <p:cBhvr>
                                        <p:cTn id="156" dur="500" fill="hold"/>
                                        <p:tgtEl>
                                          <p:spTgt spid="96"/>
                                        </p:tgtEl>
                                        <p:attrNameLst>
                                          <p:attrName>ppt_h</p:attrName>
                                        </p:attrNameLst>
                                      </p:cBhvr>
                                      <p:tavLst>
                                        <p:tav tm="0">
                                          <p:val>
                                            <p:fltVal val="0"/>
                                          </p:val>
                                        </p:tav>
                                        <p:tav tm="100000">
                                          <p:val>
                                            <p:strVal val="#ppt_h"/>
                                          </p:val>
                                        </p:tav>
                                      </p:tavLst>
                                    </p:anim>
                                    <p:animEffect transition="in" filter="fade">
                                      <p:cBhvr>
                                        <p:cTn id="157" dur="500"/>
                                        <p:tgtEl>
                                          <p:spTgt spid="96"/>
                                        </p:tgtEl>
                                      </p:cBhvr>
                                    </p:animEffect>
                                  </p:childTnLst>
                                </p:cTn>
                              </p:par>
                              <p:par>
                                <p:cTn id="158" presetID="53" presetClass="entr" presetSubtype="0" fill="hold" grpId="24" nodeType="withEffect">
                                  <p:childTnLst>
                                    <p:set>
                                      <p:cBhvr>
                                        <p:cTn id="159" dur="1" fill="hold">
                                          <p:stCondLst>
                                            <p:cond delay="0"/>
                                          </p:stCondLst>
                                        </p:cTn>
                                        <p:tgtEl>
                                          <p:spTgt spid="97"/>
                                        </p:tgtEl>
                                        <p:attrNameLst>
                                          <p:attrName>style.visibility</p:attrName>
                                        </p:attrNameLst>
                                      </p:cBhvr>
                                      <p:to>
                                        <p:strVal val="visible"/>
                                      </p:to>
                                    </p:set>
                                    <p:anim calcmode="lin" valueType="num">
                                      <p:cBhvr>
                                        <p:cTn id="160" dur="500" fill="hold"/>
                                        <p:tgtEl>
                                          <p:spTgt spid="97"/>
                                        </p:tgtEl>
                                        <p:attrNameLst>
                                          <p:attrName>ppt_w</p:attrName>
                                        </p:attrNameLst>
                                      </p:cBhvr>
                                      <p:tavLst>
                                        <p:tav tm="0">
                                          <p:val>
                                            <p:fltVal val="0"/>
                                          </p:val>
                                        </p:tav>
                                        <p:tav tm="100000">
                                          <p:val>
                                            <p:strVal val="#ppt_w"/>
                                          </p:val>
                                        </p:tav>
                                      </p:tavLst>
                                    </p:anim>
                                    <p:anim calcmode="lin" valueType="num">
                                      <p:cBhvr>
                                        <p:cTn id="161" dur="500" fill="hold"/>
                                        <p:tgtEl>
                                          <p:spTgt spid="97"/>
                                        </p:tgtEl>
                                        <p:attrNameLst>
                                          <p:attrName>ppt_h</p:attrName>
                                        </p:attrNameLst>
                                      </p:cBhvr>
                                      <p:tavLst>
                                        <p:tav tm="0">
                                          <p:val>
                                            <p:fltVal val="0"/>
                                          </p:val>
                                        </p:tav>
                                        <p:tav tm="100000">
                                          <p:val>
                                            <p:strVal val="#ppt_h"/>
                                          </p:val>
                                        </p:tav>
                                      </p:tavLst>
                                    </p:anim>
                                    <p:animEffect transition="in" filter="fade">
                                      <p:cBhvr>
                                        <p:cTn id="162" dur="500"/>
                                        <p:tgtEl>
                                          <p:spTgt spid="97"/>
                                        </p:tgtEl>
                                      </p:cBhvr>
                                    </p:animEffect>
                                  </p:childTnLst>
                                </p:cTn>
                              </p:par>
                              <p:par>
                                <p:cTn id="163" presetID="53" presetClass="entr" presetSubtype="0" fill="hold" grpId="25" nodeType="withEffect">
                                  <p:childTnLst>
                                    <p:set>
                                      <p:cBhvr>
                                        <p:cTn id="164" dur="1" fill="hold">
                                          <p:stCondLst>
                                            <p:cond delay="0"/>
                                          </p:stCondLst>
                                        </p:cTn>
                                        <p:tgtEl>
                                          <p:spTgt spid="98"/>
                                        </p:tgtEl>
                                        <p:attrNameLst>
                                          <p:attrName>style.visibility</p:attrName>
                                        </p:attrNameLst>
                                      </p:cBhvr>
                                      <p:to>
                                        <p:strVal val="visible"/>
                                      </p:to>
                                    </p:set>
                                    <p:anim calcmode="lin" valueType="num">
                                      <p:cBhvr>
                                        <p:cTn id="165" dur="500" fill="hold"/>
                                        <p:tgtEl>
                                          <p:spTgt spid="98"/>
                                        </p:tgtEl>
                                        <p:attrNameLst>
                                          <p:attrName>ppt_w</p:attrName>
                                        </p:attrNameLst>
                                      </p:cBhvr>
                                      <p:tavLst>
                                        <p:tav tm="0">
                                          <p:val>
                                            <p:fltVal val="0"/>
                                          </p:val>
                                        </p:tav>
                                        <p:tav tm="100000">
                                          <p:val>
                                            <p:strVal val="#ppt_w"/>
                                          </p:val>
                                        </p:tav>
                                      </p:tavLst>
                                    </p:anim>
                                    <p:anim calcmode="lin" valueType="num">
                                      <p:cBhvr>
                                        <p:cTn id="166" dur="500" fill="hold"/>
                                        <p:tgtEl>
                                          <p:spTgt spid="98"/>
                                        </p:tgtEl>
                                        <p:attrNameLst>
                                          <p:attrName>ppt_h</p:attrName>
                                        </p:attrNameLst>
                                      </p:cBhvr>
                                      <p:tavLst>
                                        <p:tav tm="0">
                                          <p:val>
                                            <p:fltVal val="0"/>
                                          </p:val>
                                        </p:tav>
                                        <p:tav tm="100000">
                                          <p:val>
                                            <p:strVal val="#ppt_h"/>
                                          </p:val>
                                        </p:tav>
                                      </p:tavLst>
                                    </p:anim>
                                    <p:animEffect transition="in" filter="fade">
                                      <p:cBhvr>
                                        <p:cTn id="167" dur="500"/>
                                        <p:tgtEl>
                                          <p:spTgt spid="98"/>
                                        </p:tgtEl>
                                      </p:cBhvr>
                                    </p:animEffect>
                                  </p:childTnLst>
                                </p:cTn>
                              </p:par>
                              <p:par>
                                <p:cTn id="168" presetID="53" presetClass="entr" presetSubtype="0" fill="hold" grpId="26" nodeType="withEffect">
                                  <p:childTnLst>
                                    <p:set>
                                      <p:cBhvr>
                                        <p:cTn id="169" dur="1" fill="hold">
                                          <p:stCondLst>
                                            <p:cond delay="0"/>
                                          </p:stCondLst>
                                        </p:cTn>
                                        <p:tgtEl>
                                          <p:spTgt spid="60"/>
                                        </p:tgtEl>
                                        <p:attrNameLst>
                                          <p:attrName>style.visibility</p:attrName>
                                        </p:attrNameLst>
                                      </p:cBhvr>
                                      <p:to>
                                        <p:strVal val="visible"/>
                                      </p:to>
                                    </p:set>
                                    <p:anim calcmode="lin" valueType="num">
                                      <p:cBhvr>
                                        <p:cTn id="170" dur="500" fill="hold"/>
                                        <p:tgtEl>
                                          <p:spTgt spid="60"/>
                                        </p:tgtEl>
                                        <p:attrNameLst>
                                          <p:attrName>ppt_w</p:attrName>
                                        </p:attrNameLst>
                                      </p:cBhvr>
                                      <p:tavLst>
                                        <p:tav tm="0">
                                          <p:val>
                                            <p:fltVal val="0"/>
                                          </p:val>
                                        </p:tav>
                                        <p:tav tm="100000">
                                          <p:val>
                                            <p:strVal val="#ppt_w"/>
                                          </p:val>
                                        </p:tav>
                                      </p:tavLst>
                                    </p:anim>
                                    <p:anim calcmode="lin" valueType="num">
                                      <p:cBhvr>
                                        <p:cTn id="171" dur="500" fill="hold"/>
                                        <p:tgtEl>
                                          <p:spTgt spid="60"/>
                                        </p:tgtEl>
                                        <p:attrNameLst>
                                          <p:attrName>ppt_h</p:attrName>
                                        </p:attrNameLst>
                                      </p:cBhvr>
                                      <p:tavLst>
                                        <p:tav tm="0">
                                          <p:val>
                                            <p:fltVal val="0"/>
                                          </p:val>
                                        </p:tav>
                                        <p:tav tm="100000">
                                          <p:val>
                                            <p:strVal val="#ppt_h"/>
                                          </p:val>
                                        </p:tav>
                                      </p:tavLst>
                                    </p:anim>
                                    <p:animEffect transition="in" filter="fade">
                                      <p:cBhvr>
                                        <p:cTn id="172" dur="500"/>
                                        <p:tgtEl>
                                          <p:spTgt spid="60"/>
                                        </p:tgtEl>
                                      </p:cBhvr>
                                    </p:animEffect>
                                  </p:childTnLst>
                                </p:cTn>
                              </p:par>
                              <p:par>
                                <p:cTn id="173" presetID="53" presetClass="entr" presetSubtype="0" fill="hold" grpId="27" nodeType="withEffect">
                                  <p:childTnLst>
                                    <p:set>
                                      <p:cBhvr>
                                        <p:cTn id="174" dur="1" fill="hold">
                                          <p:stCondLst>
                                            <p:cond delay="0"/>
                                          </p:stCondLst>
                                        </p:cTn>
                                        <p:tgtEl>
                                          <p:spTgt spid="61"/>
                                        </p:tgtEl>
                                        <p:attrNameLst>
                                          <p:attrName>style.visibility</p:attrName>
                                        </p:attrNameLst>
                                      </p:cBhvr>
                                      <p:to>
                                        <p:strVal val="visible"/>
                                      </p:to>
                                    </p:set>
                                    <p:anim calcmode="lin" valueType="num">
                                      <p:cBhvr>
                                        <p:cTn id="175" dur="500" fill="hold"/>
                                        <p:tgtEl>
                                          <p:spTgt spid="61"/>
                                        </p:tgtEl>
                                        <p:attrNameLst>
                                          <p:attrName>ppt_w</p:attrName>
                                        </p:attrNameLst>
                                      </p:cBhvr>
                                      <p:tavLst>
                                        <p:tav tm="0">
                                          <p:val>
                                            <p:fltVal val="0"/>
                                          </p:val>
                                        </p:tav>
                                        <p:tav tm="100000">
                                          <p:val>
                                            <p:strVal val="#ppt_w"/>
                                          </p:val>
                                        </p:tav>
                                      </p:tavLst>
                                    </p:anim>
                                    <p:anim calcmode="lin" valueType="num">
                                      <p:cBhvr>
                                        <p:cTn id="176" dur="500" fill="hold"/>
                                        <p:tgtEl>
                                          <p:spTgt spid="61"/>
                                        </p:tgtEl>
                                        <p:attrNameLst>
                                          <p:attrName>ppt_h</p:attrName>
                                        </p:attrNameLst>
                                      </p:cBhvr>
                                      <p:tavLst>
                                        <p:tav tm="0">
                                          <p:val>
                                            <p:fltVal val="0"/>
                                          </p:val>
                                        </p:tav>
                                        <p:tav tm="100000">
                                          <p:val>
                                            <p:strVal val="#ppt_h"/>
                                          </p:val>
                                        </p:tav>
                                      </p:tavLst>
                                    </p:anim>
                                    <p:animEffect transition="in" filter="fade">
                                      <p:cBhvr>
                                        <p:cTn id="177" dur="500"/>
                                        <p:tgtEl>
                                          <p:spTgt spid="61"/>
                                        </p:tgtEl>
                                      </p:cBhvr>
                                    </p:animEffect>
                                  </p:childTnLst>
                                </p:cTn>
                              </p:par>
                              <p:par>
                                <p:cTn id="178" presetID="53" presetClass="entr" presetSubtype="0" fill="hold" nodeType="withEffect">
                                  <p:childTnLst>
                                    <p:set>
                                      <p:cBhvr>
                                        <p:cTn id="179" dur="1" fill="hold">
                                          <p:stCondLst>
                                            <p:cond delay="0"/>
                                          </p:stCondLst>
                                        </p:cTn>
                                        <p:tgtEl>
                                          <p:spTgt spid="99"/>
                                        </p:tgtEl>
                                        <p:attrNameLst>
                                          <p:attrName>style.visibility</p:attrName>
                                        </p:attrNameLst>
                                      </p:cBhvr>
                                      <p:to>
                                        <p:strVal val="visible"/>
                                      </p:to>
                                    </p:set>
                                    <p:anim calcmode="lin" valueType="num">
                                      <p:cBhvr>
                                        <p:cTn id="180" dur="500" fill="hold"/>
                                        <p:tgtEl>
                                          <p:spTgt spid="99"/>
                                        </p:tgtEl>
                                        <p:attrNameLst>
                                          <p:attrName>ppt_w</p:attrName>
                                        </p:attrNameLst>
                                      </p:cBhvr>
                                      <p:tavLst>
                                        <p:tav tm="0">
                                          <p:val>
                                            <p:fltVal val="0"/>
                                          </p:val>
                                        </p:tav>
                                        <p:tav tm="100000">
                                          <p:val>
                                            <p:strVal val="#ppt_w"/>
                                          </p:val>
                                        </p:tav>
                                      </p:tavLst>
                                    </p:anim>
                                    <p:anim calcmode="lin" valueType="num">
                                      <p:cBhvr>
                                        <p:cTn id="181" dur="500" fill="hold"/>
                                        <p:tgtEl>
                                          <p:spTgt spid="99"/>
                                        </p:tgtEl>
                                        <p:attrNameLst>
                                          <p:attrName>ppt_h</p:attrName>
                                        </p:attrNameLst>
                                      </p:cBhvr>
                                      <p:tavLst>
                                        <p:tav tm="0">
                                          <p:val>
                                            <p:fltVal val="0"/>
                                          </p:val>
                                        </p:tav>
                                        <p:tav tm="100000">
                                          <p:val>
                                            <p:strVal val="#ppt_h"/>
                                          </p:val>
                                        </p:tav>
                                      </p:tavLst>
                                    </p:anim>
                                    <p:animEffect transition="in" filter="fade">
                                      <p:cBhvr>
                                        <p:cTn id="182"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2" grpId="1"/>
      <p:bldP spid="43" grpId="2"/>
      <p:bldP spid="44" grpId="3"/>
      <p:bldP spid="45" grpId="4"/>
      <p:bldP spid="46" grpId="5"/>
      <p:bldP spid="47" grpId="6"/>
      <p:bldP spid="62" grpId="7"/>
      <p:bldP spid="63" grpId="8" animBg="1"/>
      <p:bldP spid="64" grpId="9" animBg="1"/>
      <p:bldP spid="65" grpId="10" animBg="1"/>
      <p:bldP spid="66" grpId="11" animBg="1"/>
      <p:bldP spid="67" grpId="12" animBg="1"/>
      <p:bldP spid="68" grpId="13" animBg="1"/>
      <p:bldP spid="76" grpId="14" animBg="1"/>
      <p:bldP spid="77" grpId="15" animBg="1"/>
      <p:bldP spid="84" grpId="16" animBg="1"/>
      <p:bldP spid="85" grpId="17" animBg="1"/>
      <p:bldP spid="91" grpId="18"/>
      <p:bldP spid="92" grpId="19" animBg="1"/>
      <p:bldP spid="93" grpId="20"/>
      <p:bldP spid="94" grpId="21" animBg="1"/>
      <p:bldP spid="95" grpId="22"/>
      <p:bldP spid="96" grpId="23" animBg="1"/>
      <p:bldP spid="97" grpId="24"/>
      <p:bldP spid="98" grpId="25" animBg="1"/>
      <p:bldP spid="60" grpId="26" animBg="1"/>
      <p:bldP spid="61" grpId="27"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p14="http://schemas.microsoft.com/office/powerpoint/2010/main" xmlns:p15="http://schemas.microsoft.com/office/powerpoint/2012/main" xmlns:a16="http://schemas.microsoft.com/office/drawing/2014/main" id="{29E38136-BE8B-418A-BEA2-ECC4377B9F6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 xmlns:p14="http://schemas.microsoft.com/office/powerpoint/2010/main" xmlns:p15="http://schemas.microsoft.com/office/powerpoint/2012/main" xmlns:a16="http://schemas.microsoft.com/office/drawing/2014/main" id="{11280EA5-0B5A-4501-8A34-084C1A15701B}"/>
              </a:ext>
            </a:extLst>
          </p:cNvPr>
          <p:cNvSpPr>
            <a:spLocks noGrp="1"/>
          </p:cNvSpPr>
          <p:nvPr>
            <p:ph idx="1"/>
          </p:nvPr>
        </p:nvSpPr>
        <p:spPr/>
        <p:txBody>
          <a:bodyPr/>
          <a:lstStyle/>
          <a:p>
            <a:endParaRPr lang="zh-CN" altLang="en-US"/>
          </a:p>
        </p:txBody>
      </p:sp>
      <p:pic>
        <p:nvPicPr>
          <p:cNvPr id="4" name="图片 3">
            <a:extLst>
              <a:ext uri="{FF2B5EF4-FFF2-40B4-BE49-F238E27FC236}">
                <a16:creationId xmlns="" xmlns:p14="http://schemas.microsoft.com/office/powerpoint/2010/main" xmlns:p15="http://schemas.microsoft.com/office/powerpoint/2012/main" xmlns:a16="http://schemas.microsoft.com/office/drawing/2014/main" id="{2266DC4A-FCF9-43D5-B748-91745F5A1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sp>
        <p:nvSpPr>
          <p:cNvPr id="5" name="文本框 4">
            <a:extLst>
              <a:ext uri="{FF2B5EF4-FFF2-40B4-BE49-F238E27FC236}">
                <a16:creationId xmlns="" xmlns:p14="http://schemas.microsoft.com/office/powerpoint/2010/main" xmlns:p15="http://schemas.microsoft.com/office/powerpoint/2012/main" xmlns:a16="http://schemas.microsoft.com/office/drawing/2014/main" id="{5F8535EF-6A80-4C19-A25D-9B17344C9747}"/>
              </a:ext>
            </a:extLst>
          </p:cNvPr>
          <p:cNvSpPr txBox="1"/>
          <p:nvPr/>
        </p:nvSpPr>
        <p:spPr>
          <a:xfrm>
            <a:off x="340664" y="484044"/>
            <a:ext cx="2909312" cy="3154710"/>
          </a:xfrm>
          <a:prstGeom prst="rect">
            <a:avLst/>
          </a:prstGeom>
          <a:noFill/>
          <a:effectLst>
            <a:innerShdw blurRad="114300">
              <a:prstClr val="black"/>
            </a:innerShdw>
          </a:effectLst>
        </p:spPr>
        <p:txBody>
          <a:bodyPr wrap="square" rtlCol="0">
            <a:spAutoFit/>
          </a:bodyPr>
          <a:lstStyle/>
          <a:p>
            <a:r>
              <a:rPr lang="en-US" altLang="zh-CN"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02</a:t>
            </a:r>
            <a:endParaRPr lang="zh-CN" altLang="en-US"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grpSp>
        <p:nvGrpSpPr>
          <p:cNvPr id="11" name="组合 10">
            <a:extLst>
              <a:ext uri="{FF2B5EF4-FFF2-40B4-BE49-F238E27FC236}">
                <a16:creationId xmlns="" xmlns:p14="http://schemas.microsoft.com/office/powerpoint/2010/main" xmlns:p15="http://schemas.microsoft.com/office/powerpoint/2012/main" xmlns:a16="http://schemas.microsoft.com/office/drawing/2014/main" id="{36000B5B-F5BB-40A0-BC80-7EB57D83C42B}"/>
              </a:ext>
            </a:extLst>
          </p:cNvPr>
          <p:cNvGrpSpPr/>
          <p:nvPr/>
        </p:nvGrpSpPr>
        <p:grpSpPr>
          <a:xfrm>
            <a:off x="3833013" y="1783964"/>
            <a:ext cx="4010998" cy="834922"/>
            <a:chOff x="360596" y="559337"/>
            <a:chExt cx="2412130" cy="661056"/>
          </a:xfrm>
        </p:grpSpPr>
        <p:pic>
          <p:nvPicPr>
            <p:cNvPr id="12" name="图片 11">
              <a:extLst>
                <a:ext uri="{FF2B5EF4-FFF2-40B4-BE49-F238E27FC236}">
                  <a16:creationId xmlns="" xmlns:p14="http://schemas.microsoft.com/office/powerpoint/2010/main" xmlns:p15="http://schemas.microsoft.com/office/powerpoint/2012/main" xmlns:a16="http://schemas.microsoft.com/office/drawing/2014/main" id="{550775FE-7491-455D-85C7-C2E19E5D1DB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13" name="图片 12">
              <a:extLst>
                <a:ext uri="{FF2B5EF4-FFF2-40B4-BE49-F238E27FC236}">
                  <a16:creationId xmlns="" xmlns:p14="http://schemas.microsoft.com/office/powerpoint/2010/main" xmlns:p15="http://schemas.microsoft.com/office/powerpoint/2012/main" xmlns:a16="http://schemas.microsoft.com/office/drawing/2014/main" id="{EA0EF64C-4BD4-4834-8764-6521801B6727}"/>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14" name="图片 13">
              <a:extLst>
                <a:ext uri="{FF2B5EF4-FFF2-40B4-BE49-F238E27FC236}">
                  <a16:creationId xmlns="" xmlns:p14="http://schemas.microsoft.com/office/powerpoint/2010/main" xmlns:p15="http://schemas.microsoft.com/office/powerpoint/2012/main" xmlns:a16="http://schemas.microsoft.com/office/drawing/2014/main" id="{51579107-2EE2-44F2-BF5F-A39B1A8C712B}"/>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5" name="文本框 14">
            <a:extLst>
              <a:ext uri="{FF2B5EF4-FFF2-40B4-BE49-F238E27FC236}">
                <a16:creationId xmlns="" xmlns:p14="http://schemas.microsoft.com/office/powerpoint/2010/main" xmlns:p15="http://schemas.microsoft.com/office/powerpoint/2012/main" xmlns:a16="http://schemas.microsoft.com/office/drawing/2014/main" id="{6696FD60-DCF1-4C0E-BD0C-7B1ACAC36B22}"/>
              </a:ext>
            </a:extLst>
          </p:cNvPr>
          <p:cNvSpPr txBox="1"/>
          <p:nvPr/>
        </p:nvSpPr>
        <p:spPr>
          <a:xfrm>
            <a:off x="3745735" y="1874692"/>
            <a:ext cx="4190766" cy="646331"/>
          </a:xfrm>
          <a:prstGeom prst="rect">
            <a:avLst/>
          </a:prstGeom>
          <a:noFill/>
          <a:effectLst>
            <a:outerShdw blurRad="63500" sx="102000" sy="102000" algn="ctr" rotWithShape="0">
              <a:prstClr val="black">
                <a:alpha val="40000"/>
              </a:prstClr>
            </a:outerShdw>
          </a:effectLst>
        </p:spPr>
        <p:txBody>
          <a:bodyPr wrap="square" rtlCol="0" anchor="ctr">
            <a:spAutoFit/>
          </a:bodyPr>
          <a:lstStyle/>
          <a:p>
            <a:pPr algn="ctr"/>
            <a:r>
              <a:rPr lang="zh-CN" altLang="en-US" sz="3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输入标题或内容</a:t>
            </a:r>
          </a:p>
        </p:txBody>
      </p:sp>
      <p:sp>
        <p:nvSpPr>
          <p:cNvPr id="16" name="文本框 15">
            <a:extLst>
              <a:ext uri="{FF2B5EF4-FFF2-40B4-BE49-F238E27FC236}">
                <a16:creationId xmlns="" xmlns:p14="http://schemas.microsoft.com/office/powerpoint/2010/main" xmlns:p15="http://schemas.microsoft.com/office/powerpoint/2012/main" xmlns:a16="http://schemas.microsoft.com/office/drawing/2014/main" id="{9EA97A1A-F978-477C-97E3-199A8340B186}"/>
              </a:ext>
            </a:extLst>
          </p:cNvPr>
          <p:cNvSpPr txBox="1"/>
          <p:nvPr/>
        </p:nvSpPr>
        <p:spPr>
          <a:xfrm>
            <a:off x="4280283" y="2592560"/>
            <a:ext cx="3563728" cy="422552"/>
          </a:xfrm>
          <a:prstGeom prst="rect">
            <a:avLst/>
          </a:prstGeom>
          <a:noFill/>
          <a:effectLst>
            <a:innerShdw blurRad="114300">
              <a:prstClr val="black"/>
            </a:innerShdw>
          </a:effectLst>
        </p:spPr>
        <p:txBody>
          <a:bodyPr wrap="square" rtlCol="0">
            <a:spAutoFit/>
          </a:bodyPr>
          <a:lstStyle/>
          <a:p>
            <a:pPr algn="dist">
              <a:lnSpc>
                <a:spcPct val="150000"/>
              </a:lnSpc>
            </a:pPr>
            <a:r>
              <a:rPr lang="zh-CN" altLang="en-US" sz="1600" b="1" u="sng">
                <a:solidFill>
                  <a:srgbClr val="00FEFE"/>
                </a:solidFill>
                <a:latin typeface="思源黑体 CN Heavy" panose="020B0A00000000000000" pitchFamily="34" charset="-122"/>
                <a:ea typeface="思源黑体 CN Heavy" panose="020B0A00000000000000" pitchFamily="34" charset="-122"/>
              </a:rPr>
              <a:t>科技商用通用模板</a:t>
            </a:r>
          </a:p>
        </p:txBody>
      </p:sp>
    </p:spTree>
    <p:extLst>
      <p:ext uri="{BB962C8B-B14F-4D97-AF65-F5344CB8AC3E}">
        <p14:creationId xmlns:p14="http://schemas.microsoft.com/office/powerpoint/2010/main" val="7947639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5" presetClass="entr" presetSubtype="0" fill="hold" nodeType="withEffec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0.70"/>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par>
                                <p:cTn id="15" presetID="55" presetClass="entr" presetSubtype="0" fill="hold" grpId="1" nodeType="withEffect">
                                  <p:childTnLst>
                                    <p:set>
                                      <p:cBhvr>
                                        <p:cTn id="16" dur="1"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strVal val="#ppt_w*0.70"/>
                                          </p:val>
                                        </p:tav>
                                        <p:tav tm="100000">
                                          <p:val>
                                            <p:strVal val="#ppt_w"/>
                                          </p:val>
                                        </p:tav>
                                      </p:tavLst>
                                    </p:anim>
                                    <p:anim calcmode="lin" valueType="num">
                                      <p:cBhvr>
                                        <p:cTn id="18" dur="1000" fill="hold"/>
                                        <p:tgtEl>
                                          <p:spTgt spid="15"/>
                                        </p:tgtEl>
                                        <p:attrNameLst>
                                          <p:attrName>ppt_h</p:attrName>
                                        </p:attrNameLst>
                                      </p:cBhvr>
                                      <p:tavLst>
                                        <p:tav tm="0">
                                          <p:val>
                                            <p:strVal val="#ppt_h"/>
                                          </p:val>
                                        </p:tav>
                                        <p:tav tm="100000">
                                          <p:val>
                                            <p:strVal val="#ppt_h"/>
                                          </p:val>
                                        </p:tav>
                                      </p:tavLst>
                                    </p:anim>
                                    <p:animEffect transition="in" filter="fade">
                                      <p:cBhvr>
                                        <p:cTn id="19" dur="1000"/>
                                        <p:tgtEl>
                                          <p:spTgt spid="15"/>
                                        </p:tgtEl>
                                      </p:cBhvr>
                                    </p:animEffect>
                                  </p:childTnLst>
                                </p:cTn>
                              </p:par>
                              <p:par>
                                <p:cTn id="20" presetID="53" presetClass="entr" presetSubtype="0" fill="hold" grpId="2" nodeType="withEffec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1"/>
      <p:bldP spid="16" grpId="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pic>
        <p:nvPicPr>
          <p:cNvPr id="68" name="图片 67" descr="图片包含 游戏机, 篮球&#10;&#10;描述已自动生成">
            <a:extLst>
              <a:ext uri="{FF2B5EF4-FFF2-40B4-BE49-F238E27FC236}">
                <a16:creationId xmlns="" xmlns:p14="http://schemas.microsoft.com/office/powerpoint/2010/main" xmlns:p15="http://schemas.microsoft.com/office/powerpoint/2012/main" xmlns:a16="http://schemas.microsoft.com/office/drawing/2014/main" id="{F1C7AE29-2967-4F6D-A629-ECFBB771DAF7}"/>
              </a:ext>
            </a:extLst>
          </p:cNvPr>
          <p:cNvPicPr>
            <a:picLocks noChangeAspect="1"/>
          </p:cNvPicPr>
          <p:nvPr/>
        </p:nvPicPr>
        <p:blipFill>
          <a:blip r:embed="rId4">
            <a:extLst>
              <a:ext uri="{28A0092B-C50C-407E-A947-70E740481C1C}">
                <a14:useLocalDpi xmlns:a14="http://schemas.microsoft.com/office/drawing/2010/main"/>
              </a:ext>
            </a:extLst>
          </a:blip>
          <a:srcRect r="28972" b="27531"/>
          <a:stretch>
            <a:fillRect/>
          </a:stretch>
        </p:blipFill>
        <p:spPr>
          <a:xfrm rot="5400000">
            <a:off x="407999" y="-243961"/>
            <a:ext cx="4155548" cy="4971550"/>
          </a:xfrm>
          <a:prstGeom prst="rect">
            <a:avLst/>
          </a:prstGeom>
        </p:spPr>
      </p:pic>
      <p:sp>
        <p:nvSpPr>
          <p:cNvPr id="73" name="ïślïḍé">
            <a:extLst>
              <a:ext uri="{FF2B5EF4-FFF2-40B4-BE49-F238E27FC236}">
                <a16:creationId xmlns="" xmlns:p14="http://schemas.microsoft.com/office/powerpoint/2010/main" xmlns:p15="http://schemas.microsoft.com/office/powerpoint/2012/main" xmlns:a16="http://schemas.microsoft.com/office/drawing/2014/main" id="{E76A3E6E-6EBA-4C5E-9F44-74C86D11846A}"/>
              </a:ext>
            </a:extLst>
          </p:cNvPr>
          <p:cNvSpPr/>
          <p:nvPr/>
        </p:nvSpPr>
        <p:spPr bwMode="auto">
          <a:xfrm>
            <a:off x="426206" y="1239814"/>
            <a:ext cx="2476495" cy="2231431"/>
          </a:xfrm>
          <a:custGeom>
            <a:avLst/>
            <a:gdLst>
              <a:gd name="T0" fmla="*/ 1831 w 2259"/>
              <a:gd name="T1" fmla="*/ 1703 h 1828"/>
              <a:gd name="T2" fmla="*/ 1178 w 2259"/>
              <a:gd name="T3" fmla="*/ 1828 h 1828"/>
              <a:gd name="T4" fmla="*/ 1137 w 2259"/>
              <a:gd name="T5" fmla="*/ 1828 h 1828"/>
              <a:gd name="T6" fmla="*/ 714 w 2259"/>
              <a:gd name="T7" fmla="*/ 1804 h 1828"/>
              <a:gd name="T8" fmla="*/ 713 w 2259"/>
              <a:gd name="T9" fmla="*/ 1804 h 1828"/>
              <a:gd name="T10" fmla="*/ 456 w 2259"/>
              <a:gd name="T11" fmla="*/ 1703 h 1828"/>
              <a:gd name="T12" fmla="*/ 0 w 2259"/>
              <a:gd name="T13" fmla="*/ 9 h 1828"/>
              <a:gd name="T14" fmla="*/ 732 w 2259"/>
              <a:gd name="T15" fmla="*/ 6 h 1828"/>
              <a:gd name="T16" fmla="*/ 2259 w 2259"/>
              <a:gd name="T17" fmla="*/ 0 h 1828"/>
              <a:gd name="T18" fmla="*/ 1831 w 2259"/>
              <a:gd name="T19" fmla="*/ 1703 h 1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9" h="1828">
                <a:moveTo>
                  <a:pt x="1831" y="1703"/>
                </a:moveTo>
                <a:cubicBezTo>
                  <a:pt x="1831" y="1703"/>
                  <a:pt x="1886" y="1823"/>
                  <a:pt x="1178" y="1828"/>
                </a:cubicBezTo>
                <a:cubicBezTo>
                  <a:pt x="1137" y="1828"/>
                  <a:pt x="1137" y="1828"/>
                  <a:pt x="1137" y="1828"/>
                </a:cubicBezTo>
                <a:cubicBezTo>
                  <a:pt x="949" y="1828"/>
                  <a:pt x="812" y="1818"/>
                  <a:pt x="714" y="1804"/>
                </a:cubicBezTo>
                <a:cubicBezTo>
                  <a:pt x="713" y="1804"/>
                  <a:pt x="713" y="1804"/>
                  <a:pt x="713" y="1804"/>
                </a:cubicBezTo>
                <a:cubicBezTo>
                  <a:pt x="461" y="1768"/>
                  <a:pt x="456" y="1703"/>
                  <a:pt x="456" y="1703"/>
                </a:cubicBezTo>
                <a:cubicBezTo>
                  <a:pt x="0" y="9"/>
                  <a:pt x="0" y="9"/>
                  <a:pt x="0" y="9"/>
                </a:cubicBezTo>
                <a:cubicBezTo>
                  <a:pt x="732" y="6"/>
                  <a:pt x="732" y="6"/>
                  <a:pt x="732" y="6"/>
                </a:cubicBezTo>
                <a:cubicBezTo>
                  <a:pt x="2259" y="0"/>
                  <a:pt x="2259" y="0"/>
                  <a:pt x="2259" y="0"/>
                </a:cubicBezTo>
                <a:cubicBezTo>
                  <a:pt x="1831" y="1703"/>
                  <a:pt x="1831" y="1703"/>
                  <a:pt x="1831" y="1703"/>
                </a:cubicBezTo>
              </a:path>
            </a:pathLst>
          </a:custGeom>
          <a:gradFill>
            <a:gsLst>
              <a:gs pos="100000">
                <a:srgbClr val="00FEFE">
                  <a:alpha val="31000"/>
                </a:srgbClr>
              </a:gs>
              <a:gs pos="0">
                <a:schemeClr val="bg1">
                  <a:alpha val="0"/>
                </a:schemeClr>
              </a:gs>
            </a:gsLst>
            <a:lin ang="5400000" scaled="0"/>
          </a:gradFill>
          <a:ln>
            <a:noFill/>
          </a:ln>
        </p:spPr>
        <p:txBody>
          <a:bodyPr anchor="ctr"/>
          <a:lstStyle/>
          <a:p>
            <a:pPr algn="ctr"/>
            <a:endParaRPr/>
          </a:p>
        </p:txBody>
      </p:sp>
      <p:grpSp>
        <p:nvGrpSpPr>
          <p:cNvPr id="12" name="组合 11">
            <a:extLst>
              <a:ext uri="{FF2B5EF4-FFF2-40B4-BE49-F238E27FC236}">
                <a16:creationId xmlns="" xmlns:p14="http://schemas.microsoft.com/office/powerpoint/2010/main" xmlns:p15="http://schemas.microsoft.com/office/powerpoint/2012/main" xmlns:a16="http://schemas.microsoft.com/office/drawing/2014/main" id="{1428C3EA-7E42-48B7-911B-06273563603B}"/>
              </a:ext>
            </a:extLst>
          </p:cNvPr>
          <p:cNvGrpSpPr/>
          <p:nvPr/>
        </p:nvGrpSpPr>
        <p:grpSpPr>
          <a:xfrm>
            <a:off x="287145" y="3324455"/>
            <a:ext cx="2873121" cy="374894"/>
            <a:chOff x="441528" y="2872841"/>
            <a:chExt cx="2873121" cy="917482"/>
          </a:xfrm>
        </p:grpSpPr>
        <p:sp>
          <p:nvSpPr>
            <p:cNvPr id="69" name="ïŝlîḑê">
              <a:extLst>
                <a:ext uri="{FF2B5EF4-FFF2-40B4-BE49-F238E27FC236}">
                  <a16:creationId xmlns="" xmlns:p14="http://schemas.microsoft.com/office/powerpoint/2010/main" xmlns:p15="http://schemas.microsoft.com/office/powerpoint/2012/main" xmlns:a16="http://schemas.microsoft.com/office/drawing/2014/main" id="{0A6B0E53-8ED3-473E-9067-D0B007844B8A}"/>
                </a:ext>
              </a:extLst>
            </p:cNvPr>
            <p:cNvSpPr/>
            <p:nvPr/>
          </p:nvSpPr>
          <p:spPr bwMode="auto">
            <a:xfrm>
              <a:off x="441528" y="3024886"/>
              <a:ext cx="2873121" cy="765437"/>
            </a:xfrm>
            <a:custGeom>
              <a:avLst/>
              <a:gdLst>
                <a:gd name="T0" fmla="*/ 316 w 2621"/>
                <a:gd name="T1" fmla="*/ 136 h 567"/>
                <a:gd name="T2" fmla="*/ 274 w 2621"/>
                <a:gd name="T3" fmla="*/ 328 h 567"/>
                <a:gd name="T4" fmla="*/ 2284 w 2621"/>
                <a:gd name="T5" fmla="*/ 310 h 567"/>
                <a:gd name="T6" fmla="*/ 2612 w 2621"/>
                <a:gd name="T7" fmla="*/ 257 h 567"/>
                <a:gd name="T8" fmla="*/ 2574 w 2621"/>
                <a:gd name="T9" fmla="*/ 176 h 567"/>
                <a:gd name="T10" fmla="*/ 2412 w 2621"/>
                <a:gd name="T11" fmla="*/ 170 h 567"/>
                <a:gd name="T12" fmla="*/ 2233 w 2621"/>
                <a:gd name="T13" fmla="*/ 118 h 567"/>
                <a:gd name="T14" fmla="*/ 316 w 2621"/>
                <a:gd name="T15" fmla="*/ 136 h 5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21" h="567">
                  <a:moveTo>
                    <a:pt x="316" y="136"/>
                  </a:moveTo>
                  <a:cubicBezTo>
                    <a:pt x="316" y="136"/>
                    <a:pt x="0" y="215"/>
                    <a:pt x="274" y="328"/>
                  </a:cubicBezTo>
                  <a:cubicBezTo>
                    <a:pt x="547" y="442"/>
                    <a:pt x="1819" y="567"/>
                    <a:pt x="2284" y="310"/>
                  </a:cubicBezTo>
                  <a:cubicBezTo>
                    <a:pt x="2284" y="310"/>
                    <a:pt x="2603" y="302"/>
                    <a:pt x="2612" y="257"/>
                  </a:cubicBezTo>
                  <a:cubicBezTo>
                    <a:pt x="2621" y="212"/>
                    <a:pt x="2574" y="176"/>
                    <a:pt x="2574" y="176"/>
                  </a:cubicBezTo>
                  <a:cubicBezTo>
                    <a:pt x="2412" y="170"/>
                    <a:pt x="2412" y="170"/>
                    <a:pt x="2412" y="170"/>
                  </a:cubicBezTo>
                  <a:cubicBezTo>
                    <a:pt x="2412" y="170"/>
                    <a:pt x="2383" y="235"/>
                    <a:pt x="2233" y="118"/>
                  </a:cubicBezTo>
                  <a:cubicBezTo>
                    <a:pt x="2084" y="0"/>
                    <a:pt x="316" y="136"/>
                    <a:pt x="316" y="136"/>
                  </a:cubicBezTo>
                  <a:close/>
                </a:path>
              </a:pathLst>
            </a:custGeom>
            <a:solidFill>
              <a:srgbClr val="000405">
                <a:alpha val="5000"/>
              </a:srgbClr>
            </a:solidFill>
            <a:ln>
              <a:noFill/>
            </a:ln>
          </p:spPr>
          <p:txBody>
            <a:bodyPr anchor="ctr"/>
            <a:lstStyle/>
            <a:p>
              <a:pPr algn="ctr"/>
              <a:endParaRPr/>
            </a:p>
          </p:txBody>
        </p:sp>
        <p:sp>
          <p:nvSpPr>
            <p:cNvPr id="70" name="îSļíḋê">
              <a:extLst>
                <a:ext uri="{FF2B5EF4-FFF2-40B4-BE49-F238E27FC236}">
                  <a16:creationId xmlns="" xmlns:p14="http://schemas.microsoft.com/office/powerpoint/2010/main" xmlns:p15="http://schemas.microsoft.com/office/powerpoint/2012/main" xmlns:a16="http://schemas.microsoft.com/office/drawing/2014/main" id="{0325EFF7-E41D-4A01-B880-4B3F08E8DC1F}"/>
                </a:ext>
              </a:extLst>
            </p:cNvPr>
            <p:cNvSpPr/>
            <p:nvPr/>
          </p:nvSpPr>
          <p:spPr bwMode="auto">
            <a:xfrm>
              <a:off x="794622" y="2872841"/>
              <a:ext cx="2107077" cy="674508"/>
            </a:xfrm>
            <a:custGeom>
              <a:avLst/>
              <a:gdLst>
                <a:gd name="T0" fmla="*/ 1922 w 1922"/>
                <a:gd name="T1" fmla="*/ 250 h 500"/>
                <a:gd name="T2" fmla="*/ 961 w 1922"/>
                <a:gd name="T3" fmla="*/ 500 h 500"/>
                <a:gd name="T4" fmla="*/ 0 w 1922"/>
                <a:gd name="T5" fmla="*/ 250 h 500"/>
                <a:gd name="T6" fmla="*/ 16 w 1922"/>
                <a:gd name="T7" fmla="*/ 204 h 500"/>
                <a:gd name="T8" fmla="*/ 961 w 1922"/>
                <a:gd name="T9" fmla="*/ 0 h 500"/>
                <a:gd name="T10" fmla="*/ 1906 w 1922"/>
                <a:gd name="T11" fmla="*/ 204 h 500"/>
                <a:gd name="T12" fmla="*/ 1922 w 1922"/>
                <a:gd name="T13" fmla="*/ 250 h 500"/>
              </a:gdLst>
              <a:ahLst/>
              <a:cxnLst>
                <a:cxn ang="0">
                  <a:pos x="T0" y="T1"/>
                </a:cxn>
                <a:cxn ang="0">
                  <a:pos x="T2" y="T3"/>
                </a:cxn>
                <a:cxn ang="0">
                  <a:pos x="T4" y="T5"/>
                </a:cxn>
                <a:cxn ang="0">
                  <a:pos x="T6" y="T7"/>
                </a:cxn>
                <a:cxn ang="0">
                  <a:pos x="T8" y="T9"/>
                </a:cxn>
                <a:cxn ang="0">
                  <a:pos x="T10" y="T11"/>
                </a:cxn>
                <a:cxn ang="0">
                  <a:pos x="T12" y="T13"/>
                </a:cxn>
              </a:cxnLst>
              <a:rect l="0" t="0" r="r" b="b"/>
              <a:pathLst>
                <a:path w="1922" h="500">
                  <a:moveTo>
                    <a:pt x="1922" y="250"/>
                  </a:moveTo>
                  <a:cubicBezTo>
                    <a:pt x="1922" y="388"/>
                    <a:pt x="1492" y="500"/>
                    <a:pt x="961" y="500"/>
                  </a:cubicBezTo>
                  <a:cubicBezTo>
                    <a:pt x="431" y="500"/>
                    <a:pt x="0" y="388"/>
                    <a:pt x="0" y="250"/>
                  </a:cubicBezTo>
                  <a:cubicBezTo>
                    <a:pt x="1" y="234"/>
                    <a:pt x="6" y="218"/>
                    <a:pt x="16" y="204"/>
                  </a:cubicBezTo>
                  <a:cubicBezTo>
                    <a:pt x="99" y="88"/>
                    <a:pt x="490" y="0"/>
                    <a:pt x="961" y="0"/>
                  </a:cubicBezTo>
                  <a:cubicBezTo>
                    <a:pt x="1432" y="0"/>
                    <a:pt x="1824" y="88"/>
                    <a:pt x="1906" y="204"/>
                  </a:cubicBezTo>
                  <a:cubicBezTo>
                    <a:pt x="1916" y="218"/>
                    <a:pt x="1922" y="234"/>
                    <a:pt x="1922" y="250"/>
                  </a:cubicBezTo>
                  <a:close/>
                </a:path>
              </a:pathLst>
            </a:custGeom>
            <a:solidFill>
              <a:srgbClr val="03E2E7">
                <a:alpha val="48000"/>
              </a:srgb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íṣliďê">
              <a:extLst>
                <a:ext uri="{FF2B5EF4-FFF2-40B4-BE49-F238E27FC236}">
                  <a16:creationId xmlns="" xmlns:p14="http://schemas.microsoft.com/office/powerpoint/2010/main" xmlns:p15="http://schemas.microsoft.com/office/powerpoint/2012/main" xmlns:a16="http://schemas.microsoft.com/office/drawing/2014/main" id="{FA12C8CD-8615-44EA-9427-5BBBA16ADC25}"/>
                </a:ext>
              </a:extLst>
            </p:cNvPr>
            <p:cNvSpPr/>
            <p:nvPr/>
          </p:nvSpPr>
          <p:spPr bwMode="auto">
            <a:xfrm>
              <a:off x="805505" y="2872841"/>
              <a:ext cx="2072009" cy="551532"/>
            </a:xfrm>
            <a:custGeom>
              <a:avLst/>
              <a:gdLst>
                <a:gd name="T0" fmla="*/ 1890 w 1890"/>
                <a:gd name="T1" fmla="*/ 204 h 409"/>
                <a:gd name="T2" fmla="*/ 945 w 1890"/>
                <a:gd name="T3" fmla="*/ 409 h 409"/>
                <a:gd name="T4" fmla="*/ 0 w 1890"/>
                <a:gd name="T5" fmla="*/ 204 h 409"/>
                <a:gd name="T6" fmla="*/ 945 w 1890"/>
                <a:gd name="T7" fmla="*/ 0 h 409"/>
                <a:gd name="T8" fmla="*/ 1890 w 1890"/>
                <a:gd name="T9" fmla="*/ 204 h 409"/>
              </a:gdLst>
              <a:ahLst/>
              <a:cxnLst>
                <a:cxn ang="0">
                  <a:pos x="T0" y="T1"/>
                </a:cxn>
                <a:cxn ang="0">
                  <a:pos x="T2" y="T3"/>
                </a:cxn>
                <a:cxn ang="0">
                  <a:pos x="T4" y="T5"/>
                </a:cxn>
                <a:cxn ang="0">
                  <a:pos x="T6" y="T7"/>
                </a:cxn>
                <a:cxn ang="0">
                  <a:pos x="T8" y="T9"/>
                </a:cxn>
              </a:cxnLst>
              <a:rect l="0" t="0" r="r" b="b"/>
              <a:pathLst>
                <a:path w="1889" h="409">
                  <a:moveTo>
                    <a:pt x="1890" y="204"/>
                  </a:moveTo>
                  <a:cubicBezTo>
                    <a:pt x="1807" y="321"/>
                    <a:pt x="1416" y="409"/>
                    <a:pt x="945" y="409"/>
                  </a:cubicBezTo>
                  <a:cubicBezTo>
                    <a:pt x="474" y="409"/>
                    <a:pt x="82" y="321"/>
                    <a:pt x="0" y="204"/>
                  </a:cubicBezTo>
                  <a:cubicBezTo>
                    <a:pt x="82" y="88"/>
                    <a:pt x="474" y="0"/>
                    <a:pt x="945" y="0"/>
                  </a:cubicBezTo>
                  <a:cubicBezTo>
                    <a:pt x="1416" y="0"/>
                    <a:pt x="1807" y="88"/>
                    <a:pt x="1890" y="204"/>
                  </a:cubicBezTo>
                  <a:close/>
                </a:path>
              </a:pathLst>
            </a:custGeom>
            <a:solidFill>
              <a:srgbClr val="03E2E7">
                <a:alpha val="10000"/>
              </a:srgbClr>
            </a:solidFill>
            <a:ln>
              <a:noFill/>
            </a:ln>
          </p:spPr>
          <p:txBody>
            <a:bodyPr anchor="ctr"/>
            <a:lstStyle/>
            <a:p>
              <a:pPr algn="ctr"/>
              <a:endParaRPr/>
            </a:p>
          </p:txBody>
        </p:sp>
        <p:sp>
          <p:nvSpPr>
            <p:cNvPr id="72" name="ïṥḻíḍe">
              <a:extLst>
                <a:ext uri="{FF2B5EF4-FFF2-40B4-BE49-F238E27FC236}">
                  <a16:creationId xmlns="" xmlns:p14="http://schemas.microsoft.com/office/powerpoint/2010/main" xmlns:p15="http://schemas.microsoft.com/office/powerpoint/2012/main" xmlns:a16="http://schemas.microsoft.com/office/drawing/2014/main" id="{A30165BB-0639-4DA3-A79F-D4F13D0AE9D9}"/>
                </a:ext>
              </a:extLst>
            </p:cNvPr>
            <p:cNvSpPr/>
            <p:nvPr/>
          </p:nvSpPr>
          <p:spPr bwMode="auto">
            <a:xfrm>
              <a:off x="983866" y="2914579"/>
              <a:ext cx="1720125" cy="386072"/>
            </a:xfrm>
            <a:prstGeom prst="ellipse">
              <a:avLst/>
            </a:prstGeom>
            <a:solidFill>
              <a:srgbClr val="01595B">
                <a:alpha val="9804"/>
              </a:srgbClr>
            </a:solidFill>
            <a:ln>
              <a:noFill/>
            </a:ln>
          </p:spPr>
          <p:txBody>
            <a:bodyPr anchor="ctr"/>
            <a:lstStyle/>
            <a:p>
              <a:pPr algn="ctr"/>
              <a:endParaRPr/>
            </a:p>
          </p:txBody>
        </p:sp>
        <p:sp>
          <p:nvSpPr>
            <p:cNvPr id="74" name="ïs1iḓè">
              <a:extLst>
                <a:ext uri="{FF2B5EF4-FFF2-40B4-BE49-F238E27FC236}">
                  <a16:creationId xmlns="" xmlns:p14="http://schemas.microsoft.com/office/powerpoint/2010/main" xmlns:p15="http://schemas.microsoft.com/office/powerpoint/2012/main" xmlns:a16="http://schemas.microsoft.com/office/drawing/2014/main" id="{79DAD2CA-70C5-4BB2-9667-D8876A1B74CE}"/>
                </a:ext>
              </a:extLst>
            </p:cNvPr>
            <p:cNvSpPr/>
            <p:nvPr/>
          </p:nvSpPr>
          <p:spPr bwMode="auto">
            <a:xfrm>
              <a:off x="847224" y="3044263"/>
              <a:ext cx="303516" cy="419612"/>
            </a:xfrm>
            <a:custGeom>
              <a:avLst/>
              <a:gdLst>
                <a:gd name="T0" fmla="*/ 65 w 277"/>
                <a:gd name="T1" fmla="*/ 0 h 311"/>
                <a:gd name="T2" fmla="*/ 63 w 277"/>
                <a:gd name="T3" fmla="*/ 2 h 311"/>
                <a:gd name="T4" fmla="*/ 57 w 277"/>
                <a:gd name="T5" fmla="*/ 6 h 311"/>
                <a:gd name="T6" fmla="*/ 42 w 277"/>
                <a:gd name="T7" fmla="*/ 20 h 311"/>
                <a:gd name="T8" fmla="*/ 19 w 277"/>
                <a:gd name="T9" fmla="*/ 66 h 311"/>
                <a:gd name="T10" fmla="*/ 24 w 277"/>
                <a:gd name="T11" fmla="*/ 84 h 311"/>
                <a:gd name="T12" fmla="*/ 25 w 277"/>
                <a:gd name="T13" fmla="*/ 81 h 311"/>
                <a:gd name="T14" fmla="*/ 2 w 277"/>
                <a:gd name="T15" fmla="*/ 104 h 311"/>
                <a:gd name="T16" fmla="*/ 0 w 277"/>
                <a:gd name="T17" fmla="*/ 105 h 311"/>
                <a:gd name="T18" fmla="*/ 2 w 277"/>
                <a:gd name="T19" fmla="*/ 107 h 311"/>
                <a:gd name="T20" fmla="*/ 58 w 277"/>
                <a:gd name="T21" fmla="*/ 158 h 311"/>
                <a:gd name="T22" fmla="*/ 59 w 277"/>
                <a:gd name="T23" fmla="*/ 159 h 311"/>
                <a:gd name="T24" fmla="*/ 60 w 277"/>
                <a:gd name="T25" fmla="*/ 158 h 311"/>
                <a:gd name="T26" fmla="*/ 128 w 277"/>
                <a:gd name="T27" fmla="*/ 130 h 311"/>
                <a:gd name="T28" fmla="*/ 126 w 277"/>
                <a:gd name="T29" fmla="*/ 130 h 311"/>
                <a:gd name="T30" fmla="*/ 127 w 277"/>
                <a:gd name="T31" fmla="*/ 131 h 311"/>
                <a:gd name="T32" fmla="*/ 130 w 277"/>
                <a:gd name="T33" fmla="*/ 132 h 311"/>
                <a:gd name="T34" fmla="*/ 142 w 277"/>
                <a:gd name="T35" fmla="*/ 137 h 311"/>
                <a:gd name="T36" fmla="*/ 181 w 277"/>
                <a:gd name="T37" fmla="*/ 152 h 311"/>
                <a:gd name="T38" fmla="*/ 194 w 277"/>
                <a:gd name="T39" fmla="*/ 157 h 311"/>
                <a:gd name="T40" fmla="*/ 252 w 277"/>
                <a:gd name="T41" fmla="*/ 174 h 311"/>
                <a:gd name="T42" fmla="*/ 250 w 277"/>
                <a:gd name="T43" fmla="*/ 171 h 311"/>
                <a:gd name="T44" fmla="*/ 220 w 277"/>
                <a:gd name="T45" fmla="*/ 265 h 311"/>
                <a:gd name="T46" fmla="*/ 219 w 277"/>
                <a:gd name="T47" fmla="*/ 267 h 311"/>
                <a:gd name="T48" fmla="*/ 221 w 277"/>
                <a:gd name="T49" fmla="*/ 268 h 311"/>
                <a:gd name="T50" fmla="*/ 273 w 277"/>
                <a:gd name="T51" fmla="*/ 286 h 311"/>
                <a:gd name="T52" fmla="*/ 271 w 277"/>
                <a:gd name="T53" fmla="*/ 284 h 311"/>
                <a:gd name="T54" fmla="*/ 272 w 277"/>
                <a:gd name="T55" fmla="*/ 311 h 311"/>
                <a:gd name="T56" fmla="*/ 277 w 277"/>
                <a:gd name="T57" fmla="*/ 311 h 311"/>
                <a:gd name="T58" fmla="*/ 276 w 277"/>
                <a:gd name="T59" fmla="*/ 284 h 311"/>
                <a:gd name="T60" fmla="*/ 276 w 277"/>
                <a:gd name="T61" fmla="*/ 282 h 311"/>
                <a:gd name="T62" fmla="*/ 274 w 277"/>
                <a:gd name="T63" fmla="*/ 282 h 311"/>
                <a:gd name="T64" fmla="*/ 223 w 277"/>
                <a:gd name="T65" fmla="*/ 264 h 311"/>
                <a:gd name="T66" fmla="*/ 224 w 277"/>
                <a:gd name="T67" fmla="*/ 267 h 311"/>
                <a:gd name="T68" fmla="*/ 254 w 277"/>
                <a:gd name="T69" fmla="*/ 173 h 311"/>
                <a:gd name="T70" fmla="*/ 255 w 277"/>
                <a:gd name="T71" fmla="*/ 170 h 311"/>
                <a:gd name="T72" fmla="*/ 252 w 277"/>
                <a:gd name="T73" fmla="*/ 170 h 311"/>
                <a:gd name="T74" fmla="*/ 196 w 277"/>
                <a:gd name="T75" fmla="*/ 153 h 311"/>
                <a:gd name="T76" fmla="*/ 183 w 277"/>
                <a:gd name="T77" fmla="*/ 148 h 311"/>
                <a:gd name="T78" fmla="*/ 144 w 277"/>
                <a:gd name="T79" fmla="*/ 133 h 311"/>
                <a:gd name="T80" fmla="*/ 132 w 277"/>
                <a:gd name="T81" fmla="*/ 128 h 311"/>
                <a:gd name="T82" fmla="*/ 129 w 277"/>
                <a:gd name="T83" fmla="*/ 127 h 311"/>
                <a:gd name="T84" fmla="*/ 128 w 277"/>
                <a:gd name="T85" fmla="*/ 126 h 311"/>
                <a:gd name="T86" fmla="*/ 127 w 277"/>
                <a:gd name="T87" fmla="*/ 126 h 311"/>
                <a:gd name="T88" fmla="*/ 126 w 277"/>
                <a:gd name="T89" fmla="*/ 126 h 311"/>
                <a:gd name="T90" fmla="*/ 59 w 277"/>
                <a:gd name="T91" fmla="*/ 154 h 311"/>
                <a:gd name="T92" fmla="*/ 61 w 277"/>
                <a:gd name="T93" fmla="*/ 155 h 311"/>
                <a:gd name="T94" fmla="*/ 5 w 277"/>
                <a:gd name="T95" fmla="*/ 104 h 311"/>
                <a:gd name="T96" fmla="*/ 5 w 277"/>
                <a:gd name="T97" fmla="*/ 107 h 311"/>
                <a:gd name="T98" fmla="*/ 28 w 277"/>
                <a:gd name="T99" fmla="*/ 85 h 311"/>
                <a:gd name="T100" fmla="*/ 29 w 277"/>
                <a:gd name="T101" fmla="*/ 84 h 311"/>
                <a:gd name="T102" fmla="*/ 28 w 277"/>
                <a:gd name="T103" fmla="*/ 82 h 311"/>
                <a:gd name="T104" fmla="*/ 24 w 277"/>
                <a:gd name="T105" fmla="*/ 66 h 311"/>
                <a:gd name="T106" fmla="*/ 45 w 277"/>
                <a:gd name="T107" fmla="*/ 24 h 311"/>
                <a:gd name="T108" fmla="*/ 60 w 277"/>
                <a:gd name="T109" fmla="*/ 10 h 311"/>
                <a:gd name="T110" fmla="*/ 65 w 277"/>
                <a:gd name="T111" fmla="*/ 6 h 311"/>
                <a:gd name="T112" fmla="*/ 67 w 277"/>
                <a:gd name="T113" fmla="*/ 4 h 311"/>
                <a:gd name="T114" fmla="*/ 65 w 277"/>
                <a:gd name="T115"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7" h="311">
                  <a:moveTo>
                    <a:pt x="65" y="0"/>
                  </a:moveTo>
                  <a:cubicBezTo>
                    <a:pt x="63" y="2"/>
                    <a:pt x="63" y="2"/>
                    <a:pt x="63" y="2"/>
                  </a:cubicBezTo>
                  <a:cubicBezTo>
                    <a:pt x="61" y="3"/>
                    <a:pt x="59" y="4"/>
                    <a:pt x="57" y="6"/>
                  </a:cubicBezTo>
                  <a:cubicBezTo>
                    <a:pt x="52" y="10"/>
                    <a:pt x="47" y="15"/>
                    <a:pt x="42" y="20"/>
                  </a:cubicBezTo>
                  <a:cubicBezTo>
                    <a:pt x="28" y="36"/>
                    <a:pt x="19" y="51"/>
                    <a:pt x="19" y="66"/>
                  </a:cubicBezTo>
                  <a:cubicBezTo>
                    <a:pt x="19" y="72"/>
                    <a:pt x="21" y="79"/>
                    <a:pt x="24" y="84"/>
                  </a:cubicBezTo>
                  <a:cubicBezTo>
                    <a:pt x="25" y="81"/>
                    <a:pt x="25" y="81"/>
                    <a:pt x="25" y="81"/>
                  </a:cubicBezTo>
                  <a:cubicBezTo>
                    <a:pt x="2" y="104"/>
                    <a:pt x="2" y="104"/>
                    <a:pt x="2" y="104"/>
                  </a:cubicBezTo>
                  <a:cubicBezTo>
                    <a:pt x="0" y="105"/>
                    <a:pt x="0" y="105"/>
                    <a:pt x="0" y="105"/>
                  </a:cubicBezTo>
                  <a:cubicBezTo>
                    <a:pt x="2" y="107"/>
                    <a:pt x="2" y="107"/>
                    <a:pt x="2" y="107"/>
                  </a:cubicBezTo>
                  <a:cubicBezTo>
                    <a:pt x="58" y="158"/>
                    <a:pt x="58" y="158"/>
                    <a:pt x="58" y="158"/>
                  </a:cubicBezTo>
                  <a:cubicBezTo>
                    <a:pt x="59" y="159"/>
                    <a:pt x="59" y="159"/>
                    <a:pt x="59" y="159"/>
                  </a:cubicBezTo>
                  <a:cubicBezTo>
                    <a:pt x="60" y="158"/>
                    <a:pt x="60" y="158"/>
                    <a:pt x="60" y="158"/>
                  </a:cubicBezTo>
                  <a:cubicBezTo>
                    <a:pt x="128" y="130"/>
                    <a:pt x="128" y="130"/>
                    <a:pt x="128" y="130"/>
                  </a:cubicBezTo>
                  <a:cubicBezTo>
                    <a:pt x="126" y="130"/>
                    <a:pt x="126" y="130"/>
                    <a:pt x="126" y="130"/>
                  </a:cubicBezTo>
                  <a:cubicBezTo>
                    <a:pt x="127" y="131"/>
                    <a:pt x="127" y="131"/>
                    <a:pt x="127" y="131"/>
                  </a:cubicBezTo>
                  <a:cubicBezTo>
                    <a:pt x="130" y="132"/>
                    <a:pt x="130" y="132"/>
                    <a:pt x="130" y="132"/>
                  </a:cubicBezTo>
                  <a:cubicBezTo>
                    <a:pt x="142" y="137"/>
                    <a:pt x="142" y="137"/>
                    <a:pt x="142" y="137"/>
                  </a:cubicBezTo>
                  <a:cubicBezTo>
                    <a:pt x="155" y="142"/>
                    <a:pt x="168" y="148"/>
                    <a:pt x="181" y="152"/>
                  </a:cubicBezTo>
                  <a:cubicBezTo>
                    <a:pt x="186" y="154"/>
                    <a:pt x="190" y="156"/>
                    <a:pt x="194" y="157"/>
                  </a:cubicBezTo>
                  <a:cubicBezTo>
                    <a:pt x="220" y="167"/>
                    <a:pt x="240" y="173"/>
                    <a:pt x="252" y="174"/>
                  </a:cubicBezTo>
                  <a:cubicBezTo>
                    <a:pt x="250" y="171"/>
                    <a:pt x="250" y="171"/>
                    <a:pt x="250" y="171"/>
                  </a:cubicBezTo>
                  <a:cubicBezTo>
                    <a:pt x="220" y="265"/>
                    <a:pt x="220" y="265"/>
                    <a:pt x="220" y="265"/>
                  </a:cubicBezTo>
                  <a:cubicBezTo>
                    <a:pt x="219" y="267"/>
                    <a:pt x="219" y="267"/>
                    <a:pt x="219" y="267"/>
                  </a:cubicBezTo>
                  <a:cubicBezTo>
                    <a:pt x="221" y="268"/>
                    <a:pt x="221" y="268"/>
                    <a:pt x="221" y="268"/>
                  </a:cubicBezTo>
                  <a:cubicBezTo>
                    <a:pt x="273" y="286"/>
                    <a:pt x="273" y="286"/>
                    <a:pt x="273" y="286"/>
                  </a:cubicBezTo>
                  <a:cubicBezTo>
                    <a:pt x="271" y="284"/>
                    <a:pt x="271" y="284"/>
                    <a:pt x="271" y="284"/>
                  </a:cubicBezTo>
                  <a:cubicBezTo>
                    <a:pt x="272" y="311"/>
                    <a:pt x="272" y="311"/>
                    <a:pt x="272" y="311"/>
                  </a:cubicBezTo>
                  <a:cubicBezTo>
                    <a:pt x="277" y="311"/>
                    <a:pt x="277" y="311"/>
                    <a:pt x="277" y="311"/>
                  </a:cubicBezTo>
                  <a:cubicBezTo>
                    <a:pt x="276" y="284"/>
                    <a:pt x="276" y="284"/>
                    <a:pt x="276" y="284"/>
                  </a:cubicBezTo>
                  <a:cubicBezTo>
                    <a:pt x="276" y="282"/>
                    <a:pt x="276" y="282"/>
                    <a:pt x="276" y="282"/>
                  </a:cubicBezTo>
                  <a:cubicBezTo>
                    <a:pt x="274" y="282"/>
                    <a:pt x="274" y="282"/>
                    <a:pt x="274" y="282"/>
                  </a:cubicBezTo>
                  <a:cubicBezTo>
                    <a:pt x="223" y="264"/>
                    <a:pt x="223" y="264"/>
                    <a:pt x="223" y="264"/>
                  </a:cubicBezTo>
                  <a:cubicBezTo>
                    <a:pt x="224" y="267"/>
                    <a:pt x="224" y="267"/>
                    <a:pt x="224" y="267"/>
                  </a:cubicBezTo>
                  <a:cubicBezTo>
                    <a:pt x="254" y="173"/>
                    <a:pt x="254" y="173"/>
                    <a:pt x="254" y="173"/>
                  </a:cubicBezTo>
                  <a:cubicBezTo>
                    <a:pt x="255" y="170"/>
                    <a:pt x="255" y="170"/>
                    <a:pt x="255" y="170"/>
                  </a:cubicBezTo>
                  <a:cubicBezTo>
                    <a:pt x="252" y="170"/>
                    <a:pt x="252" y="170"/>
                    <a:pt x="252" y="170"/>
                  </a:cubicBezTo>
                  <a:cubicBezTo>
                    <a:pt x="241" y="168"/>
                    <a:pt x="221" y="162"/>
                    <a:pt x="196" y="153"/>
                  </a:cubicBezTo>
                  <a:cubicBezTo>
                    <a:pt x="183" y="148"/>
                    <a:pt x="183" y="148"/>
                    <a:pt x="183" y="148"/>
                  </a:cubicBezTo>
                  <a:cubicBezTo>
                    <a:pt x="170" y="143"/>
                    <a:pt x="157" y="138"/>
                    <a:pt x="144" y="133"/>
                  </a:cubicBezTo>
                  <a:cubicBezTo>
                    <a:pt x="132" y="128"/>
                    <a:pt x="132" y="128"/>
                    <a:pt x="132" y="128"/>
                  </a:cubicBezTo>
                  <a:cubicBezTo>
                    <a:pt x="129" y="127"/>
                    <a:pt x="129" y="127"/>
                    <a:pt x="129" y="127"/>
                  </a:cubicBezTo>
                  <a:cubicBezTo>
                    <a:pt x="128" y="126"/>
                    <a:pt x="128" y="126"/>
                    <a:pt x="128" y="126"/>
                  </a:cubicBezTo>
                  <a:cubicBezTo>
                    <a:pt x="127" y="126"/>
                    <a:pt x="127" y="126"/>
                    <a:pt x="127" y="126"/>
                  </a:cubicBezTo>
                  <a:cubicBezTo>
                    <a:pt x="126" y="126"/>
                    <a:pt x="126" y="126"/>
                    <a:pt x="126" y="126"/>
                  </a:cubicBezTo>
                  <a:cubicBezTo>
                    <a:pt x="59" y="154"/>
                    <a:pt x="59" y="154"/>
                    <a:pt x="59" y="154"/>
                  </a:cubicBezTo>
                  <a:cubicBezTo>
                    <a:pt x="61" y="155"/>
                    <a:pt x="61" y="155"/>
                    <a:pt x="61" y="155"/>
                  </a:cubicBezTo>
                  <a:cubicBezTo>
                    <a:pt x="5" y="104"/>
                    <a:pt x="5" y="104"/>
                    <a:pt x="5" y="104"/>
                  </a:cubicBezTo>
                  <a:cubicBezTo>
                    <a:pt x="5" y="107"/>
                    <a:pt x="5" y="107"/>
                    <a:pt x="5" y="107"/>
                  </a:cubicBezTo>
                  <a:cubicBezTo>
                    <a:pt x="28" y="85"/>
                    <a:pt x="28" y="85"/>
                    <a:pt x="28" y="85"/>
                  </a:cubicBezTo>
                  <a:cubicBezTo>
                    <a:pt x="29" y="84"/>
                    <a:pt x="29" y="84"/>
                    <a:pt x="29" y="84"/>
                  </a:cubicBezTo>
                  <a:cubicBezTo>
                    <a:pt x="28" y="82"/>
                    <a:pt x="28" y="82"/>
                    <a:pt x="28" y="82"/>
                  </a:cubicBezTo>
                  <a:cubicBezTo>
                    <a:pt x="25" y="77"/>
                    <a:pt x="24" y="72"/>
                    <a:pt x="24" y="66"/>
                  </a:cubicBezTo>
                  <a:cubicBezTo>
                    <a:pt x="24" y="53"/>
                    <a:pt x="32" y="38"/>
                    <a:pt x="45" y="24"/>
                  </a:cubicBezTo>
                  <a:cubicBezTo>
                    <a:pt x="50" y="19"/>
                    <a:pt x="55" y="14"/>
                    <a:pt x="60" y="10"/>
                  </a:cubicBezTo>
                  <a:cubicBezTo>
                    <a:pt x="62" y="8"/>
                    <a:pt x="64" y="7"/>
                    <a:pt x="65" y="6"/>
                  </a:cubicBezTo>
                  <a:cubicBezTo>
                    <a:pt x="67" y="4"/>
                    <a:pt x="67" y="4"/>
                    <a:pt x="67" y="4"/>
                  </a:cubicBezTo>
                  <a:lnTo>
                    <a:pt x="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íṡľîḋè">
              <a:extLst>
                <a:ext uri="{FF2B5EF4-FFF2-40B4-BE49-F238E27FC236}">
                  <a16:creationId xmlns="" xmlns:p14="http://schemas.microsoft.com/office/powerpoint/2010/main" xmlns:p15="http://schemas.microsoft.com/office/powerpoint/2012/main" xmlns:a16="http://schemas.microsoft.com/office/drawing/2014/main" id="{61720233-EF72-4529-A1DC-468E263B20AB}"/>
                </a:ext>
              </a:extLst>
            </p:cNvPr>
            <p:cNvSpPr/>
            <p:nvPr/>
          </p:nvSpPr>
          <p:spPr bwMode="auto">
            <a:xfrm>
              <a:off x="1168273" y="3315558"/>
              <a:ext cx="1471024" cy="186329"/>
            </a:xfrm>
            <a:custGeom>
              <a:avLst/>
              <a:gdLst>
                <a:gd name="T0" fmla="*/ 3 w 1342"/>
                <a:gd name="T1" fmla="*/ 15 h 138"/>
                <a:gd name="T2" fmla="*/ 43 w 1342"/>
                <a:gd name="T3" fmla="*/ 22 h 138"/>
                <a:gd name="T4" fmla="*/ 194 w 1342"/>
                <a:gd name="T5" fmla="*/ 43 h 138"/>
                <a:gd name="T6" fmla="*/ 362 w 1342"/>
                <a:gd name="T7" fmla="*/ 57 h 138"/>
                <a:gd name="T8" fmla="*/ 379 w 1342"/>
                <a:gd name="T9" fmla="*/ 17 h 138"/>
                <a:gd name="T10" fmla="*/ 378 w 1342"/>
                <a:gd name="T11" fmla="*/ 19 h 138"/>
                <a:gd name="T12" fmla="*/ 395 w 1342"/>
                <a:gd name="T13" fmla="*/ 20 h 138"/>
                <a:gd name="T14" fmla="*/ 476 w 1342"/>
                <a:gd name="T15" fmla="*/ 24 h 138"/>
                <a:gd name="T16" fmla="*/ 554 w 1342"/>
                <a:gd name="T17" fmla="*/ 24 h 138"/>
                <a:gd name="T18" fmla="*/ 562 w 1342"/>
                <a:gd name="T19" fmla="*/ 138 h 138"/>
                <a:gd name="T20" fmla="*/ 601 w 1342"/>
                <a:gd name="T21" fmla="*/ 137 h 138"/>
                <a:gd name="T22" fmla="*/ 801 w 1342"/>
                <a:gd name="T23" fmla="*/ 126 h 138"/>
                <a:gd name="T24" fmla="*/ 802 w 1342"/>
                <a:gd name="T25" fmla="*/ 124 h 138"/>
                <a:gd name="T26" fmla="*/ 798 w 1342"/>
                <a:gd name="T27" fmla="*/ 81 h 138"/>
                <a:gd name="T28" fmla="*/ 876 w 1342"/>
                <a:gd name="T29" fmla="*/ 29 h 138"/>
                <a:gd name="T30" fmla="*/ 884 w 1342"/>
                <a:gd name="T31" fmla="*/ 29 h 138"/>
                <a:gd name="T32" fmla="*/ 973 w 1342"/>
                <a:gd name="T33" fmla="*/ 21 h 138"/>
                <a:gd name="T34" fmla="*/ 1062 w 1342"/>
                <a:gd name="T35" fmla="*/ 4 h 138"/>
                <a:gd name="T36" fmla="*/ 1073 w 1342"/>
                <a:gd name="T37" fmla="*/ 50 h 138"/>
                <a:gd name="T38" fmla="*/ 1206 w 1342"/>
                <a:gd name="T39" fmla="*/ 88 h 138"/>
                <a:gd name="T40" fmla="*/ 1317 w 1342"/>
                <a:gd name="T41" fmla="*/ 64 h 138"/>
                <a:gd name="T42" fmla="*/ 1340 w 1342"/>
                <a:gd name="T43" fmla="*/ 83 h 138"/>
                <a:gd name="T44" fmla="*/ 1318 w 1342"/>
                <a:gd name="T45" fmla="*/ 60 h 138"/>
                <a:gd name="T46" fmla="*/ 1317 w 1342"/>
                <a:gd name="T47" fmla="*/ 60 h 138"/>
                <a:gd name="T48" fmla="*/ 1207 w 1342"/>
                <a:gd name="T49" fmla="*/ 84 h 138"/>
                <a:gd name="T50" fmla="*/ 1078 w 1342"/>
                <a:gd name="T51" fmla="*/ 48 h 138"/>
                <a:gd name="T52" fmla="*/ 1065 w 1342"/>
                <a:gd name="T53" fmla="*/ 0 h 138"/>
                <a:gd name="T54" fmla="*/ 973 w 1342"/>
                <a:gd name="T55" fmla="*/ 16 h 138"/>
                <a:gd name="T56" fmla="*/ 884 w 1342"/>
                <a:gd name="T57" fmla="*/ 24 h 138"/>
                <a:gd name="T58" fmla="*/ 876 w 1342"/>
                <a:gd name="T59" fmla="*/ 24 h 138"/>
                <a:gd name="T60" fmla="*/ 796 w 1342"/>
                <a:gd name="T61" fmla="*/ 77 h 138"/>
                <a:gd name="T62" fmla="*/ 794 w 1342"/>
                <a:gd name="T63" fmla="*/ 79 h 138"/>
                <a:gd name="T64" fmla="*/ 799 w 1342"/>
                <a:gd name="T65" fmla="*/ 121 h 138"/>
                <a:gd name="T66" fmla="*/ 601 w 1342"/>
                <a:gd name="T67" fmla="*/ 132 h 138"/>
                <a:gd name="T68" fmla="*/ 564 w 1342"/>
                <a:gd name="T69" fmla="*/ 133 h 138"/>
                <a:gd name="T70" fmla="*/ 559 w 1342"/>
                <a:gd name="T71" fmla="*/ 23 h 138"/>
                <a:gd name="T72" fmla="*/ 557 w 1342"/>
                <a:gd name="T73" fmla="*/ 21 h 138"/>
                <a:gd name="T74" fmla="*/ 440 w 1342"/>
                <a:gd name="T75" fmla="*/ 17 h 138"/>
                <a:gd name="T76" fmla="*/ 382 w 1342"/>
                <a:gd name="T77" fmla="*/ 14 h 138"/>
                <a:gd name="T78" fmla="*/ 376 w 1342"/>
                <a:gd name="T79" fmla="*/ 13 h 138"/>
                <a:gd name="T80" fmla="*/ 359 w 1342"/>
                <a:gd name="T81" fmla="*/ 54 h 138"/>
                <a:gd name="T82" fmla="*/ 195 w 1342"/>
                <a:gd name="T83" fmla="*/ 38 h 138"/>
                <a:gd name="T84" fmla="*/ 44 w 1342"/>
                <a:gd name="T85" fmla="*/ 17 h 138"/>
                <a:gd name="T86" fmla="*/ 5 w 1342"/>
                <a:gd name="T87" fmla="*/ 10 h 138"/>
                <a:gd name="T88" fmla="*/ 0 w 1342"/>
                <a:gd name="T89" fmla="*/ 15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42" h="138">
                  <a:moveTo>
                    <a:pt x="0" y="15"/>
                  </a:moveTo>
                  <a:cubicBezTo>
                    <a:pt x="3" y="15"/>
                    <a:pt x="3" y="15"/>
                    <a:pt x="3" y="15"/>
                  </a:cubicBezTo>
                  <a:cubicBezTo>
                    <a:pt x="12" y="17"/>
                    <a:pt x="12" y="17"/>
                    <a:pt x="12" y="17"/>
                  </a:cubicBezTo>
                  <a:cubicBezTo>
                    <a:pt x="21" y="18"/>
                    <a:pt x="32" y="20"/>
                    <a:pt x="43" y="22"/>
                  </a:cubicBezTo>
                  <a:cubicBezTo>
                    <a:pt x="76" y="27"/>
                    <a:pt x="110" y="31"/>
                    <a:pt x="144" y="36"/>
                  </a:cubicBezTo>
                  <a:cubicBezTo>
                    <a:pt x="161" y="38"/>
                    <a:pt x="178" y="41"/>
                    <a:pt x="194" y="43"/>
                  </a:cubicBezTo>
                  <a:cubicBezTo>
                    <a:pt x="271" y="52"/>
                    <a:pt x="329" y="58"/>
                    <a:pt x="361" y="57"/>
                  </a:cubicBezTo>
                  <a:cubicBezTo>
                    <a:pt x="362" y="57"/>
                    <a:pt x="362" y="57"/>
                    <a:pt x="362" y="57"/>
                  </a:cubicBezTo>
                  <a:cubicBezTo>
                    <a:pt x="363" y="56"/>
                    <a:pt x="363" y="56"/>
                    <a:pt x="363" y="56"/>
                  </a:cubicBezTo>
                  <a:cubicBezTo>
                    <a:pt x="379" y="17"/>
                    <a:pt x="379" y="17"/>
                    <a:pt x="379" y="17"/>
                  </a:cubicBezTo>
                  <a:cubicBezTo>
                    <a:pt x="377" y="19"/>
                    <a:pt x="377" y="19"/>
                    <a:pt x="377" y="19"/>
                  </a:cubicBezTo>
                  <a:cubicBezTo>
                    <a:pt x="378" y="19"/>
                    <a:pt x="378" y="19"/>
                    <a:pt x="378" y="19"/>
                  </a:cubicBezTo>
                  <a:cubicBezTo>
                    <a:pt x="382" y="19"/>
                    <a:pt x="382" y="19"/>
                    <a:pt x="382" y="19"/>
                  </a:cubicBezTo>
                  <a:cubicBezTo>
                    <a:pt x="395" y="20"/>
                    <a:pt x="395" y="20"/>
                    <a:pt x="395" y="20"/>
                  </a:cubicBezTo>
                  <a:cubicBezTo>
                    <a:pt x="409" y="21"/>
                    <a:pt x="424" y="22"/>
                    <a:pt x="440" y="22"/>
                  </a:cubicBezTo>
                  <a:cubicBezTo>
                    <a:pt x="452" y="23"/>
                    <a:pt x="464" y="24"/>
                    <a:pt x="476" y="24"/>
                  </a:cubicBezTo>
                  <a:cubicBezTo>
                    <a:pt x="512" y="26"/>
                    <a:pt x="540" y="27"/>
                    <a:pt x="557" y="26"/>
                  </a:cubicBezTo>
                  <a:cubicBezTo>
                    <a:pt x="554" y="24"/>
                    <a:pt x="554" y="24"/>
                    <a:pt x="554" y="24"/>
                  </a:cubicBezTo>
                  <a:cubicBezTo>
                    <a:pt x="562" y="136"/>
                    <a:pt x="562" y="136"/>
                    <a:pt x="562" y="136"/>
                  </a:cubicBezTo>
                  <a:cubicBezTo>
                    <a:pt x="562" y="138"/>
                    <a:pt x="562" y="138"/>
                    <a:pt x="562" y="138"/>
                  </a:cubicBezTo>
                  <a:cubicBezTo>
                    <a:pt x="574" y="138"/>
                    <a:pt x="574" y="138"/>
                    <a:pt x="574" y="138"/>
                  </a:cubicBezTo>
                  <a:cubicBezTo>
                    <a:pt x="601" y="137"/>
                    <a:pt x="601" y="137"/>
                    <a:pt x="601" y="137"/>
                  </a:cubicBezTo>
                  <a:cubicBezTo>
                    <a:pt x="629" y="137"/>
                    <a:pt x="657" y="136"/>
                    <a:pt x="683" y="136"/>
                  </a:cubicBezTo>
                  <a:cubicBezTo>
                    <a:pt x="748" y="133"/>
                    <a:pt x="790" y="130"/>
                    <a:pt x="801" y="126"/>
                  </a:cubicBezTo>
                  <a:cubicBezTo>
                    <a:pt x="802" y="125"/>
                    <a:pt x="802" y="125"/>
                    <a:pt x="802" y="125"/>
                  </a:cubicBezTo>
                  <a:cubicBezTo>
                    <a:pt x="802" y="124"/>
                    <a:pt x="802" y="124"/>
                    <a:pt x="802" y="124"/>
                  </a:cubicBezTo>
                  <a:cubicBezTo>
                    <a:pt x="799" y="79"/>
                    <a:pt x="799" y="79"/>
                    <a:pt x="799" y="79"/>
                  </a:cubicBezTo>
                  <a:cubicBezTo>
                    <a:pt x="798" y="81"/>
                    <a:pt x="798" y="81"/>
                    <a:pt x="798" y="81"/>
                  </a:cubicBezTo>
                  <a:cubicBezTo>
                    <a:pt x="877" y="29"/>
                    <a:pt x="877" y="29"/>
                    <a:pt x="877" y="29"/>
                  </a:cubicBezTo>
                  <a:cubicBezTo>
                    <a:pt x="876" y="29"/>
                    <a:pt x="876" y="29"/>
                    <a:pt x="876" y="29"/>
                  </a:cubicBezTo>
                  <a:cubicBezTo>
                    <a:pt x="878" y="29"/>
                    <a:pt x="878" y="29"/>
                    <a:pt x="878" y="29"/>
                  </a:cubicBezTo>
                  <a:cubicBezTo>
                    <a:pt x="884" y="29"/>
                    <a:pt x="884" y="29"/>
                    <a:pt x="884" y="29"/>
                  </a:cubicBezTo>
                  <a:cubicBezTo>
                    <a:pt x="906" y="27"/>
                    <a:pt x="906" y="27"/>
                    <a:pt x="906" y="27"/>
                  </a:cubicBezTo>
                  <a:cubicBezTo>
                    <a:pt x="929" y="25"/>
                    <a:pt x="952" y="23"/>
                    <a:pt x="973" y="21"/>
                  </a:cubicBezTo>
                  <a:cubicBezTo>
                    <a:pt x="1019" y="16"/>
                    <a:pt x="1051" y="11"/>
                    <a:pt x="1065" y="5"/>
                  </a:cubicBezTo>
                  <a:cubicBezTo>
                    <a:pt x="1062" y="4"/>
                    <a:pt x="1062" y="4"/>
                    <a:pt x="1062" y="4"/>
                  </a:cubicBezTo>
                  <a:cubicBezTo>
                    <a:pt x="1073" y="49"/>
                    <a:pt x="1073" y="49"/>
                    <a:pt x="1073" y="49"/>
                  </a:cubicBezTo>
                  <a:cubicBezTo>
                    <a:pt x="1073" y="50"/>
                    <a:pt x="1073" y="50"/>
                    <a:pt x="1073" y="50"/>
                  </a:cubicBezTo>
                  <a:cubicBezTo>
                    <a:pt x="1075" y="51"/>
                    <a:pt x="1075" y="51"/>
                    <a:pt x="1075" y="51"/>
                  </a:cubicBezTo>
                  <a:cubicBezTo>
                    <a:pt x="1206" y="88"/>
                    <a:pt x="1206" y="88"/>
                    <a:pt x="1206" y="88"/>
                  </a:cubicBezTo>
                  <a:cubicBezTo>
                    <a:pt x="1207" y="88"/>
                    <a:pt x="1207" y="88"/>
                    <a:pt x="1207" y="88"/>
                  </a:cubicBezTo>
                  <a:cubicBezTo>
                    <a:pt x="1317" y="64"/>
                    <a:pt x="1317" y="64"/>
                    <a:pt x="1317" y="64"/>
                  </a:cubicBezTo>
                  <a:cubicBezTo>
                    <a:pt x="1316" y="64"/>
                    <a:pt x="1316" y="64"/>
                    <a:pt x="1316" y="64"/>
                  </a:cubicBezTo>
                  <a:cubicBezTo>
                    <a:pt x="1340" y="83"/>
                    <a:pt x="1340" y="83"/>
                    <a:pt x="1340" y="83"/>
                  </a:cubicBezTo>
                  <a:cubicBezTo>
                    <a:pt x="1342" y="79"/>
                    <a:pt x="1342" y="79"/>
                    <a:pt x="1342" y="79"/>
                  </a:cubicBezTo>
                  <a:cubicBezTo>
                    <a:pt x="1318" y="60"/>
                    <a:pt x="1318" y="60"/>
                    <a:pt x="1318" y="60"/>
                  </a:cubicBezTo>
                  <a:cubicBezTo>
                    <a:pt x="1318" y="59"/>
                    <a:pt x="1318" y="59"/>
                    <a:pt x="1318" y="59"/>
                  </a:cubicBezTo>
                  <a:cubicBezTo>
                    <a:pt x="1317" y="60"/>
                    <a:pt x="1317" y="60"/>
                    <a:pt x="1317" y="60"/>
                  </a:cubicBezTo>
                  <a:cubicBezTo>
                    <a:pt x="1206" y="84"/>
                    <a:pt x="1206" y="84"/>
                    <a:pt x="1206" y="84"/>
                  </a:cubicBezTo>
                  <a:cubicBezTo>
                    <a:pt x="1207" y="84"/>
                    <a:pt x="1207" y="84"/>
                    <a:pt x="1207" y="84"/>
                  </a:cubicBezTo>
                  <a:cubicBezTo>
                    <a:pt x="1076" y="46"/>
                    <a:pt x="1076" y="46"/>
                    <a:pt x="1076" y="46"/>
                  </a:cubicBezTo>
                  <a:cubicBezTo>
                    <a:pt x="1078" y="48"/>
                    <a:pt x="1078" y="48"/>
                    <a:pt x="1078" y="48"/>
                  </a:cubicBezTo>
                  <a:cubicBezTo>
                    <a:pt x="1066" y="2"/>
                    <a:pt x="1066" y="2"/>
                    <a:pt x="1066" y="2"/>
                  </a:cubicBezTo>
                  <a:cubicBezTo>
                    <a:pt x="1065" y="0"/>
                    <a:pt x="1065" y="0"/>
                    <a:pt x="1065" y="0"/>
                  </a:cubicBezTo>
                  <a:cubicBezTo>
                    <a:pt x="1063" y="1"/>
                    <a:pt x="1063" y="1"/>
                    <a:pt x="1063" y="1"/>
                  </a:cubicBezTo>
                  <a:cubicBezTo>
                    <a:pt x="1050" y="6"/>
                    <a:pt x="1018" y="11"/>
                    <a:pt x="973" y="16"/>
                  </a:cubicBezTo>
                  <a:cubicBezTo>
                    <a:pt x="952" y="18"/>
                    <a:pt x="929" y="20"/>
                    <a:pt x="906" y="22"/>
                  </a:cubicBezTo>
                  <a:cubicBezTo>
                    <a:pt x="898" y="23"/>
                    <a:pt x="891" y="23"/>
                    <a:pt x="884" y="24"/>
                  </a:cubicBezTo>
                  <a:cubicBezTo>
                    <a:pt x="878" y="24"/>
                    <a:pt x="878" y="24"/>
                    <a:pt x="878" y="24"/>
                  </a:cubicBezTo>
                  <a:cubicBezTo>
                    <a:pt x="876" y="24"/>
                    <a:pt x="876" y="24"/>
                    <a:pt x="876" y="24"/>
                  </a:cubicBezTo>
                  <a:cubicBezTo>
                    <a:pt x="875" y="25"/>
                    <a:pt x="875" y="25"/>
                    <a:pt x="875" y="25"/>
                  </a:cubicBezTo>
                  <a:cubicBezTo>
                    <a:pt x="796" y="77"/>
                    <a:pt x="796" y="77"/>
                    <a:pt x="796" y="77"/>
                  </a:cubicBezTo>
                  <a:cubicBezTo>
                    <a:pt x="794" y="77"/>
                    <a:pt x="794" y="77"/>
                    <a:pt x="794" y="77"/>
                  </a:cubicBezTo>
                  <a:cubicBezTo>
                    <a:pt x="794" y="79"/>
                    <a:pt x="794" y="79"/>
                    <a:pt x="794" y="79"/>
                  </a:cubicBezTo>
                  <a:cubicBezTo>
                    <a:pt x="797" y="123"/>
                    <a:pt x="797" y="123"/>
                    <a:pt x="797" y="123"/>
                  </a:cubicBezTo>
                  <a:cubicBezTo>
                    <a:pt x="799" y="121"/>
                    <a:pt x="799" y="121"/>
                    <a:pt x="799" y="121"/>
                  </a:cubicBezTo>
                  <a:cubicBezTo>
                    <a:pt x="789" y="125"/>
                    <a:pt x="747" y="128"/>
                    <a:pt x="683" y="130"/>
                  </a:cubicBezTo>
                  <a:cubicBezTo>
                    <a:pt x="657" y="131"/>
                    <a:pt x="629" y="132"/>
                    <a:pt x="601" y="132"/>
                  </a:cubicBezTo>
                  <a:cubicBezTo>
                    <a:pt x="574" y="133"/>
                    <a:pt x="574" y="133"/>
                    <a:pt x="574" y="133"/>
                  </a:cubicBezTo>
                  <a:cubicBezTo>
                    <a:pt x="564" y="133"/>
                    <a:pt x="564" y="133"/>
                    <a:pt x="564" y="133"/>
                  </a:cubicBezTo>
                  <a:cubicBezTo>
                    <a:pt x="566" y="135"/>
                    <a:pt x="566" y="135"/>
                    <a:pt x="566" y="135"/>
                  </a:cubicBezTo>
                  <a:cubicBezTo>
                    <a:pt x="559" y="23"/>
                    <a:pt x="559" y="23"/>
                    <a:pt x="559" y="23"/>
                  </a:cubicBezTo>
                  <a:cubicBezTo>
                    <a:pt x="559" y="21"/>
                    <a:pt x="559" y="21"/>
                    <a:pt x="559" y="21"/>
                  </a:cubicBezTo>
                  <a:cubicBezTo>
                    <a:pt x="557" y="21"/>
                    <a:pt x="557" y="21"/>
                    <a:pt x="557" y="21"/>
                  </a:cubicBezTo>
                  <a:cubicBezTo>
                    <a:pt x="540" y="21"/>
                    <a:pt x="512" y="21"/>
                    <a:pt x="476" y="19"/>
                  </a:cubicBezTo>
                  <a:cubicBezTo>
                    <a:pt x="465" y="18"/>
                    <a:pt x="453" y="18"/>
                    <a:pt x="440" y="17"/>
                  </a:cubicBezTo>
                  <a:cubicBezTo>
                    <a:pt x="425" y="16"/>
                    <a:pt x="410" y="15"/>
                    <a:pt x="396" y="15"/>
                  </a:cubicBezTo>
                  <a:cubicBezTo>
                    <a:pt x="382" y="14"/>
                    <a:pt x="382" y="14"/>
                    <a:pt x="382" y="14"/>
                  </a:cubicBezTo>
                  <a:cubicBezTo>
                    <a:pt x="379" y="13"/>
                    <a:pt x="379" y="13"/>
                    <a:pt x="379" y="13"/>
                  </a:cubicBezTo>
                  <a:cubicBezTo>
                    <a:pt x="376" y="13"/>
                    <a:pt x="376" y="13"/>
                    <a:pt x="376" y="13"/>
                  </a:cubicBezTo>
                  <a:cubicBezTo>
                    <a:pt x="375" y="15"/>
                    <a:pt x="375" y="15"/>
                    <a:pt x="375" y="15"/>
                  </a:cubicBezTo>
                  <a:cubicBezTo>
                    <a:pt x="359" y="54"/>
                    <a:pt x="359" y="54"/>
                    <a:pt x="359" y="54"/>
                  </a:cubicBezTo>
                  <a:cubicBezTo>
                    <a:pt x="361" y="52"/>
                    <a:pt x="361" y="52"/>
                    <a:pt x="361" y="52"/>
                  </a:cubicBezTo>
                  <a:cubicBezTo>
                    <a:pt x="329" y="53"/>
                    <a:pt x="271" y="47"/>
                    <a:pt x="195" y="38"/>
                  </a:cubicBezTo>
                  <a:cubicBezTo>
                    <a:pt x="179" y="36"/>
                    <a:pt x="162" y="33"/>
                    <a:pt x="145" y="31"/>
                  </a:cubicBezTo>
                  <a:cubicBezTo>
                    <a:pt x="111" y="26"/>
                    <a:pt x="77" y="21"/>
                    <a:pt x="44" y="17"/>
                  </a:cubicBezTo>
                  <a:cubicBezTo>
                    <a:pt x="33" y="15"/>
                    <a:pt x="22" y="13"/>
                    <a:pt x="13" y="12"/>
                  </a:cubicBezTo>
                  <a:cubicBezTo>
                    <a:pt x="5" y="10"/>
                    <a:pt x="5" y="10"/>
                    <a:pt x="5" y="10"/>
                  </a:cubicBezTo>
                  <a:cubicBezTo>
                    <a:pt x="2" y="10"/>
                    <a:pt x="2" y="10"/>
                    <a:pt x="2" y="10"/>
                  </a:cubicBez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ïṥḻîďê">
              <a:extLst>
                <a:ext uri="{FF2B5EF4-FFF2-40B4-BE49-F238E27FC236}">
                  <a16:creationId xmlns="" xmlns:p14="http://schemas.microsoft.com/office/powerpoint/2010/main" xmlns:p15="http://schemas.microsoft.com/office/powerpoint/2012/main" xmlns:a16="http://schemas.microsoft.com/office/drawing/2014/main" id="{CE52DF3A-8833-4AEA-B1A4-DA80396CC5E0}"/>
                </a:ext>
              </a:extLst>
            </p:cNvPr>
            <p:cNvSpPr/>
            <p:nvPr/>
          </p:nvSpPr>
          <p:spPr bwMode="auto">
            <a:xfrm>
              <a:off x="1222084" y="3420646"/>
              <a:ext cx="465552" cy="125212"/>
            </a:xfrm>
            <a:custGeom>
              <a:avLst/>
              <a:gdLst>
                <a:gd name="T0" fmla="*/ 425 w 425"/>
                <a:gd name="T1" fmla="*/ 90 h 93"/>
                <a:gd name="T2" fmla="*/ 378 w 425"/>
                <a:gd name="T3" fmla="*/ 27 h 93"/>
                <a:gd name="T4" fmla="*/ 377 w 425"/>
                <a:gd name="T5" fmla="*/ 26 h 93"/>
                <a:gd name="T6" fmla="*/ 376 w 425"/>
                <a:gd name="T7" fmla="*/ 26 h 93"/>
                <a:gd name="T8" fmla="*/ 218 w 425"/>
                <a:gd name="T9" fmla="*/ 17 h 93"/>
                <a:gd name="T10" fmla="*/ 183 w 425"/>
                <a:gd name="T11" fmla="*/ 14 h 93"/>
                <a:gd name="T12" fmla="*/ 93 w 425"/>
                <a:gd name="T13" fmla="*/ 5 h 93"/>
                <a:gd name="T14" fmla="*/ 65 w 425"/>
                <a:gd name="T15" fmla="*/ 2 h 93"/>
                <a:gd name="T16" fmla="*/ 57 w 425"/>
                <a:gd name="T17" fmla="*/ 1 h 93"/>
                <a:gd name="T18" fmla="*/ 54 w 425"/>
                <a:gd name="T19" fmla="*/ 0 h 93"/>
                <a:gd name="T20" fmla="*/ 53 w 425"/>
                <a:gd name="T21" fmla="*/ 0 h 93"/>
                <a:gd name="T22" fmla="*/ 53 w 425"/>
                <a:gd name="T23" fmla="*/ 1 h 93"/>
                <a:gd name="T24" fmla="*/ 0 w 425"/>
                <a:gd name="T25" fmla="*/ 39 h 93"/>
                <a:gd name="T26" fmla="*/ 3 w 425"/>
                <a:gd name="T27" fmla="*/ 43 h 93"/>
                <a:gd name="T28" fmla="*/ 55 w 425"/>
                <a:gd name="T29" fmla="*/ 5 h 93"/>
                <a:gd name="T30" fmla="*/ 54 w 425"/>
                <a:gd name="T31" fmla="*/ 6 h 93"/>
                <a:gd name="T32" fmla="*/ 56 w 425"/>
                <a:gd name="T33" fmla="*/ 6 h 93"/>
                <a:gd name="T34" fmla="*/ 64 w 425"/>
                <a:gd name="T35" fmla="*/ 7 h 93"/>
                <a:gd name="T36" fmla="*/ 92 w 425"/>
                <a:gd name="T37" fmla="*/ 10 h 93"/>
                <a:gd name="T38" fmla="*/ 182 w 425"/>
                <a:gd name="T39" fmla="*/ 19 h 93"/>
                <a:gd name="T40" fmla="*/ 217 w 425"/>
                <a:gd name="T41" fmla="*/ 22 h 93"/>
                <a:gd name="T42" fmla="*/ 376 w 425"/>
                <a:gd name="T43" fmla="*/ 31 h 93"/>
                <a:gd name="T44" fmla="*/ 374 w 425"/>
                <a:gd name="T45" fmla="*/ 30 h 93"/>
                <a:gd name="T46" fmla="*/ 421 w 425"/>
                <a:gd name="T47" fmla="*/ 93 h 93"/>
                <a:gd name="T48" fmla="*/ 425 w 425"/>
                <a:gd name="T49" fmla="*/ 9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5" h="93">
                  <a:moveTo>
                    <a:pt x="425" y="90"/>
                  </a:moveTo>
                  <a:cubicBezTo>
                    <a:pt x="378" y="27"/>
                    <a:pt x="378" y="27"/>
                    <a:pt x="378" y="27"/>
                  </a:cubicBezTo>
                  <a:cubicBezTo>
                    <a:pt x="377" y="26"/>
                    <a:pt x="377" y="26"/>
                    <a:pt x="377" y="26"/>
                  </a:cubicBezTo>
                  <a:cubicBezTo>
                    <a:pt x="376" y="26"/>
                    <a:pt x="376" y="26"/>
                    <a:pt x="376" y="26"/>
                  </a:cubicBezTo>
                  <a:cubicBezTo>
                    <a:pt x="359" y="28"/>
                    <a:pt x="302" y="25"/>
                    <a:pt x="218" y="17"/>
                  </a:cubicBezTo>
                  <a:cubicBezTo>
                    <a:pt x="183" y="14"/>
                    <a:pt x="183" y="14"/>
                    <a:pt x="183" y="14"/>
                  </a:cubicBezTo>
                  <a:cubicBezTo>
                    <a:pt x="153" y="11"/>
                    <a:pt x="122" y="8"/>
                    <a:pt x="93" y="5"/>
                  </a:cubicBezTo>
                  <a:cubicBezTo>
                    <a:pt x="65" y="2"/>
                    <a:pt x="65" y="2"/>
                    <a:pt x="65" y="2"/>
                  </a:cubicBezTo>
                  <a:cubicBezTo>
                    <a:pt x="57" y="1"/>
                    <a:pt x="57" y="1"/>
                    <a:pt x="57" y="1"/>
                  </a:cubicBezTo>
                  <a:cubicBezTo>
                    <a:pt x="54" y="0"/>
                    <a:pt x="54" y="0"/>
                    <a:pt x="54" y="0"/>
                  </a:cubicBezTo>
                  <a:cubicBezTo>
                    <a:pt x="53" y="0"/>
                    <a:pt x="53" y="0"/>
                    <a:pt x="53" y="0"/>
                  </a:cubicBezTo>
                  <a:cubicBezTo>
                    <a:pt x="53" y="1"/>
                    <a:pt x="53" y="1"/>
                    <a:pt x="53" y="1"/>
                  </a:cubicBezTo>
                  <a:cubicBezTo>
                    <a:pt x="0" y="39"/>
                    <a:pt x="0" y="39"/>
                    <a:pt x="0" y="39"/>
                  </a:cubicBezTo>
                  <a:cubicBezTo>
                    <a:pt x="3" y="43"/>
                    <a:pt x="3" y="43"/>
                    <a:pt x="3" y="43"/>
                  </a:cubicBezTo>
                  <a:cubicBezTo>
                    <a:pt x="55" y="5"/>
                    <a:pt x="55" y="5"/>
                    <a:pt x="55" y="5"/>
                  </a:cubicBezTo>
                  <a:cubicBezTo>
                    <a:pt x="54" y="6"/>
                    <a:pt x="54" y="6"/>
                    <a:pt x="54" y="6"/>
                  </a:cubicBezTo>
                  <a:cubicBezTo>
                    <a:pt x="56" y="6"/>
                    <a:pt x="56" y="6"/>
                    <a:pt x="56" y="6"/>
                  </a:cubicBezTo>
                  <a:cubicBezTo>
                    <a:pt x="64" y="7"/>
                    <a:pt x="64" y="7"/>
                    <a:pt x="64" y="7"/>
                  </a:cubicBezTo>
                  <a:cubicBezTo>
                    <a:pt x="92" y="10"/>
                    <a:pt x="92" y="10"/>
                    <a:pt x="92" y="10"/>
                  </a:cubicBezTo>
                  <a:cubicBezTo>
                    <a:pt x="122" y="13"/>
                    <a:pt x="152" y="16"/>
                    <a:pt x="182" y="19"/>
                  </a:cubicBezTo>
                  <a:cubicBezTo>
                    <a:pt x="217" y="22"/>
                    <a:pt x="217" y="22"/>
                    <a:pt x="217" y="22"/>
                  </a:cubicBezTo>
                  <a:cubicBezTo>
                    <a:pt x="302" y="30"/>
                    <a:pt x="359" y="33"/>
                    <a:pt x="376" y="31"/>
                  </a:cubicBezTo>
                  <a:cubicBezTo>
                    <a:pt x="374" y="30"/>
                    <a:pt x="374" y="30"/>
                    <a:pt x="374" y="30"/>
                  </a:cubicBezTo>
                  <a:cubicBezTo>
                    <a:pt x="421" y="93"/>
                    <a:pt x="421" y="93"/>
                    <a:pt x="421" y="93"/>
                  </a:cubicBezTo>
                  <a:lnTo>
                    <a:pt x="425" y="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i$ļïḍè">
              <a:extLst>
                <a:ext uri="{FF2B5EF4-FFF2-40B4-BE49-F238E27FC236}">
                  <a16:creationId xmlns="" xmlns:p14="http://schemas.microsoft.com/office/powerpoint/2010/main" xmlns:p15="http://schemas.microsoft.com/office/powerpoint/2012/main" xmlns:a16="http://schemas.microsoft.com/office/drawing/2014/main" id="{E8C2C302-5470-435C-A179-3A9A76714DEB}"/>
                </a:ext>
              </a:extLst>
            </p:cNvPr>
            <p:cNvSpPr/>
            <p:nvPr/>
          </p:nvSpPr>
          <p:spPr bwMode="auto">
            <a:xfrm>
              <a:off x="2795287" y="3181401"/>
              <a:ext cx="95529" cy="167696"/>
            </a:xfrm>
            <a:custGeom>
              <a:avLst/>
              <a:gdLst>
                <a:gd name="T0" fmla="*/ 5 w 87"/>
                <a:gd name="T1" fmla="*/ 124 h 124"/>
                <a:gd name="T2" fmla="*/ 6 w 87"/>
                <a:gd name="T3" fmla="*/ 75 h 124"/>
                <a:gd name="T4" fmla="*/ 5 w 87"/>
                <a:gd name="T5" fmla="*/ 77 h 124"/>
                <a:gd name="T6" fmla="*/ 7 w 87"/>
                <a:gd name="T7" fmla="*/ 75 h 124"/>
                <a:gd name="T8" fmla="*/ 14 w 87"/>
                <a:gd name="T9" fmla="*/ 71 h 124"/>
                <a:gd name="T10" fmla="*/ 34 w 87"/>
                <a:gd name="T11" fmla="*/ 55 h 124"/>
                <a:gd name="T12" fmla="*/ 64 w 87"/>
                <a:gd name="T13" fmla="*/ 4 h 124"/>
                <a:gd name="T14" fmla="*/ 61 w 87"/>
                <a:gd name="T15" fmla="*/ 7 h 124"/>
                <a:gd name="T16" fmla="*/ 87 w 87"/>
                <a:gd name="T17" fmla="*/ 5 h 124"/>
                <a:gd name="T18" fmla="*/ 87 w 87"/>
                <a:gd name="T19" fmla="*/ 0 h 124"/>
                <a:gd name="T20" fmla="*/ 61 w 87"/>
                <a:gd name="T21" fmla="*/ 2 h 124"/>
                <a:gd name="T22" fmla="*/ 59 w 87"/>
                <a:gd name="T23" fmla="*/ 2 h 124"/>
                <a:gd name="T24" fmla="*/ 59 w 87"/>
                <a:gd name="T25" fmla="*/ 4 h 124"/>
                <a:gd name="T26" fmla="*/ 31 w 87"/>
                <a:gd name="T27" fmla="*/ 52 h 124"/>
                <a:gd name="T28" fmla="*/ 11 w 87"/>
                <a:gd name="T29" fmla="*/ 67 h 124"/>
                <a:gd name="T30" fmla="*/ 5 w 87"/>
                <a:gd name="T31" fmla="*/ 71 h 124"/>
                <a:gd name="T32" fmla="*/ 2 w 87"/>
                <a:gd name="T33" fmla="*/ 73 h 124"/>
                <a:gd name="T34" fmla="*/ 1 w 87"/>
                <a:gd name="T35" fmla="*/ 73 h 124"/>
                <a:gd name="T36" fmla="*/ 1 w 87"/>
                <a:gd name="T37" fmla="*/ 75 h 124"/>
                <a:gd name="T38" fmla="*/ 0 w 87"/>
                <a:gd name="T39" fmla="*/ 124 h 124"/>
                <a:gd name="T40" fmla="*/ 5 w 87"/>
                <a:gd name="T41"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7" h="124">
                  <a:moveTo>
                    <a:pt x="5" y="124"/>
                  </a:moveTo>
                  <a:cubicBezTo>
                    <a:pt x="6" y="75"/>
                    <a:pt x="6" y="75"/>
                    <a:pt x="6" y="75"/>
                  </a:cubicBezTo>
                  <a:cubicBezTo>
                    <a:pt x="5" y="77"/>
                    <a:pt x="5" y="77"/>
                    <a:pt x="5" y="77"/>
                  </a:cubicBezTo>
                  <a:cubicBezTo>
                    <a:pt x="7" y="75"/>
                    <a:pt x="7" y="75"/>
                    <a:pt x="7" y="75"/>
                  </a:cubicBezTo>
                  <a:cubicBezTo>
                    <a:pt x="9" y="74"/>
                    <a:pt x="12" y="73"/>
                    <a:pt x="14" y="71"/>
                  </a:cubicBezTo>
                  <a:cubicBezTo>
                    <a:pt x="21" y="66"/>
                    <a:pt x="28" y="61"/>
                    <a:pt x="34" y="55"/>
                  </a:cubicBezTo>
                  <a:cubicBezTo>
                    <a:pt x="51" y="40"/>
                    <a:pt x="61" y="23"/>
                    <a:pt x="64" y="4"/>
                  </a:cubicBezTo>
                  <a:cubicBezTo>
                    <a:pt x="61" y="7"/>
                    <a:pt x="61" y="7"/>
                    <a:pt x="61" y="7"/>
                  </a:cubicBezTo>
                  <a:cubicBezTo>
                    <a:pt x="87" y="5"/>
                    <a:pt x="87" y="5"/>
                    <a:pt x="87" y="5"/>
                  </a:cubicBezTo>
                  <a:cubicBezTo>
                    <a:pt x="87" y="0"/>
                    <a:pt x="87" y="0"/>
                    <a:pt x="87" y="0"/>
                  </a:cubicBezTo>
                  <a:cubicBezTo>
                    <a:pt x="61" y="2"/>
                    <a:pt x="61" y="2"/>
                    <a:pt x="61" y="2"/>
                  </a:cubicBezTo>
                  <a:cubicBezTo>
                    <a:pt x="59" y="2"/>
                    <a:pt x="59" y="2"/>
                    <a:pt x="59" y="2"/>
                  </a:cubicBezTo>
                  <a:cubicBezTo>
                    <a:pt x="59" y="4"/>
                    <a:pt x="59" y="4"/>
                    <a:pt x="59" y="4"/>
                  </a:cubicBezTo>
                  <a:cubicBezTo>
                    <a:pt x="57" y="21"/>
                    <a:pt x="47" y="37"/>
                    <a:pt x="31" y="52"/>
                  </a:cubicBezTo>
                  <a:cubicBezTo>
                    <a:pt x="25" y="57"/>
                    <a:pt x="18" y="63"/>
                    <a:pt x="11" y="67"/>
                  </a:cubicBezTo>
                  <a:cubicBezTo>
                    <a:pt x="9" y="69"/>
                    <a:pt x="7" y="70"/>
                    <a:pt x="5" y="71"/>
                  </a:cubicBezTo>
                  <a:cubicBezTo>
                    <a:pt x="4" y="72"/>
                    <a:pt x="3" y="72"/>
                    <a:pt x="2" y="73"/>
                  </a:cubicBezTo>
                  <a:cubicBezTo>
                    <a:pt x="1" y="73"/>
                    <a:pt x="1" y="73"/>
                    <a:pt x="1" y="73"/>
                  </a:cubicBezTo>
                  <a:cubicBezTo>
                    <a:pt x="1" y="75"/>
                    <a:pt x="1" y="75"/>
                    <a:pt x="1" y="75"/>
                  </a:cubicBezTo>
                  <a:cubicBezTo>
                    <a:pt x="0" y="124"/>
                    <a:pt x="0" y="124"/>
                    <a:pt x="0" y="124"/>
                  </a:cubicBezTo>
                  <a:lnTo>
                    <a:pt x="5" y="1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îśḷïďé">
              <a:extLst>
                <a:ext uri="{FF2B5EF4-FFF2-40B4-BE49-F238E27FC236}">
                  <a16:creationId xmlns="" xmlns:p14="http://schemas.microsoft.com/office/powerpoint/2010/main" xmlns:p15="http://schemas.microsoft.com/office/powerpoint/2012/main" xmlns:a16="http://schemas.microsoft.com/office/drawing/2014/main" id="{26F6ADE6-192D-4FD5-8291-CD0226343A73}"/>
                </a:ext>
              </a:extLst>
            </p:cNvPr>
            <p:cNvSpPr/>
            <p:nvPr/>
          </p:nvSpPr>
          <p:spPr bwMode="auto">
            <a:xfrm>
              <a:off x="925823" y="3004762"/>
              <a:ext cx="71345" cy="134902"/>
            </a:xfrm>
            <a:custGeom>
              <a:avLst/>
              <a:gdLst>
                <a:gd name="T0" fmla="*/ 63 w 65"/>
                <a:gd name="T1" fmla="*/ 0 h 100"/>
                <a:gd name="T2" fmla="*/ 60 w 65"/>
                <a:gd name="T3" fmla="*/ 2 h 100"/>
                <a:gd name="T4" fmla="*/ 54 w 65"/>
                <a:gd name="T5" fmla="*/ 6 h 100"/>
                <a:gd name="T6" fmla="*/ 34 w 65"/>
                <a:gd name="T7" fmla="*/ 23 h 100"/>
                <a:gd name="T8" fmla="*/ 8 w 65"/>
                <a:gd name="T9" fmla="*/ 100 h 100"/>
                <a:gd name="T10" fmla="*/ 12 w 65"/>
                <a:gd name="T11" fmla="*/ 99 h 100"/>
                <a:gd name="T12" fmla="*/ 37 w 65"/>
                <a:gd name="T13" fmla="*/ 27 h 100"/>
                <a:gd name="T14" fmla="*/ 57 w 65"/>
                <a:gd name="T15" fmla="*/ 10 h 100"/>
                <a:gd name="T16" fmla="*/ 63 w 65"/>
                <a:gd name="T17" fmla="*/ 6 h 100"/>
                <a:gd name="T18" fmla="*/ 65 w 65"/>
                <a:gd name="T19" fmla="*/ 4 h 100"/>
                <a:gd name="T20" fmla="*/ 63 w 65"/>
                <a:gd name="T2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100">
                  <a:moveTo>
                    <a:pt x="63" y="0"/>
                  </a:moveTo>
                  <a:cubicBezTo>
                    <a:pt x="62" y="0"/>
                    <a:pt x="61" y="1"/>
                    <a:pt x="60" y="2"/>
                  </a:cubicBezTo>
                  <a:cubicBezTo>
                    <a:pt x="58" y="3"/>
                    <a:pt x="56" y="5"/>
                    <a:pt x="54" y="6"/>
                  </a:cubicBezTo>
                  <a:cubicBezTo>
                    <a:pt x="47" y="12"/>
                    <a:pt x="40" y="17"/>
                    <a:pt x="34" y="23"/>
                  </a:cubicBezTo>
                  <a:cubicBezTo>
                    <a:pt x="11" y="47"/>
                    <a:pt x="0" y="73"/>
                    <a:pt x="8" y="100"/>
                  </a:cubicBezTo>
                  <a:cubicBezTo>
                    <a:pt x="12" y="99"/>
                    <a:pt x="12" y="99"/>
                    <a:pt x="12" y="99"/>
                  </a:cubicBezTo>
                  <a:cubicBezTo>
                    <a:pt x="5" y="74"/>
                    <a:pt x="15" y="49"/>
                    <a:pt x="37" y="27"/>
                  </a:cubicBezTo>
                  <a:cubicBezTo>
                    <a:pt x="43" y="21"/>
                    <a:pt x="50" y="15"/>
                    <a:pt x="57" y="10"/>
                  </a:cubicBezTo>
                  <a:cubicBezTo>
                    <a:pt x="59" y="9"/>
                    <a:pt x="61" y="7"/>
                    <a:pt x="63" y="6"/>
                  </a:cubicBezTo>
                  <a:cubicBezTo>
                    <a:pt x="64" y="5"/>
                    <a:pt x="65" y="5"/>
                    <a:pt x="65" y="4"/>
                  </a:cubicBez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ï$ḻïḋe">
              <a:extLst>
                <a:ext uri="{FF2B5EF4-FFF2-40B4-BE49-F238E27FC236}">
                  <a16:creationId xmlns="" xmlns:p14="http://schemas.microsoft.com/office/powerpoint/2010/main" xmlns:p15="http://schemas.microsoft.com/office/powerpoint/2012/main" xmlns:a16="http://schemas.microsoft.com/office/drawing/2014/main" id="{1089AC10-13C1-4E87-A19F-50BB85E075D7}"/>
                </a:ext>
              </a:extLst>
            </p:cNvPr>
            <p:cNvSpPr/>
            <p:nvPr/>
          </p:nvSpPr>
          <p:spPr bwMode="auto">
            <a:xfrm>
              <a:off x="807923" y="3121031"/>
              <a:ext cx="189244" cy="291418"/>
            </a:xfrm>
            <a:custGeom>
              <a:avLst/>
              <a:gdLst>
                <a:gd name="T0" fmla="*/ 9 w 173"/>
                <a:gd name="T1" fmla="*/ 0 h 216"/>
                <a:gd name="T2" fmla="*/ 5 w 173"/>
                <a:gd name="T3" fmla="*/ 8 h 216"/>
                <a:gd name="T4" fmla="*/ 6 w 173"/>
                <a:gd name="T5" fmla="*/ 50 h 216"/>
                <a:gd name="T6" fmla="*/ 63 w 173"/>
                <a:gd name="T7" fmla="*/ 118 h 216"/>
                <a:gd name="T8" fmla="*/ 153 w 173"/>
                <a:gd name="T9" fmla="*/ 167 h 216"/>
                <a:gd name="T10" fmla="*/ 152 w 173"/>
                <a:gd name="T11" fmla="*/ 165 h 216"/>
                <a:gd name="T12" fmla="*/ 168 w 173"/>
                <a:gd name="T13" fmla="*/ 216 h 216"/>
                <a:gd name="T14" fmla="*/ 173 w 173"/>
                <a:gd name="T15" fmla="*/ 214 h 216"/>
                <a:gd name="T16" fmla="*/ 157 w 173"/>
                <a:gd name="T17" fmla="*/ 164 h 216"/>
                <a:gd name="T18" fmla="*/ 156 w 173"/>
                <a:gd name="T19" fmla="*/ 163 h 216"/>
                <a:gd name="T20" fmla="*/ 155 w 173"/>
                <a:gd name="T21" fmla="*/ 162 h 216"/>
                <a:gd name="T22" fmla="*/ 65 w 173"/>
                <a:gd name="T23" fmla="*/ 114 h 216"/>
                <a:gd name="T24" fmla="*/ 10 w 173"/>
                <a:gd name="T25" fmla="*/ 49 h 216"/>
                <a:gd name="T26" fmla="*/ 10 w 173"/>
                <a:gd name="T27" fmla="*/ 9 h 216"/>
                <a:gd name="T28" fmla="*/ 12 w 173"/>
                <a:gd name="T29" fmla="*/ 5 h 216"/>
                <a:gd name="T30" fmla="*/ 13 w 173"/>
                <a:gd name="T31" fmla="*/ 3 h 216"/>
                <a:gd name="T32" fmla="*/ 9 w 173"/>
                <a:gd name="T3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3" h="216">
                  <a:moveTo>
                    <a:pt x="9" y="0"/>
                  </a:moveTo>
                  <a:cubicBezTo>
                    <a:pt x="7" y="3"/>
                    <a:pt x="6" y="5"/>
                    <a:pt x="5" y="8"/>
                  </a:cubicBezTo>
                  <a:cubicBezTo>
                    <a:pt x="0" y="21"/>
                    <a:pt x="0" y="36"/>
                    <a:pt x="6" y="50"/>
                  </a:cubicBezTo>
                  <a:cubicBezTo>
                    <a:pt x="13" y="72"/>
                    <a:pt x="31" y="95"/>
                    <a:pt x="63" y="118"/>
                  </a:cubicBezTo>
                  <a:cubicBezTo>
                    <a:pt x="91" y="137"/>
                    <a:pt x="122" y="153"/>
                    <a:pt x="153" y="167"/>
                  </a:cubicBezTo>
                  <a:cubicBezTo>
                    <a:pt x="152" y="165"/>
                    <a:pt x="152" y="165"/>
                    <a:pt x="152" y="165"/>
                  </a:cubicBezTo>
                  <a:cubicBezTo>
                    <a:pt x="168" y="216"/>
                    <a:pt x="168" y="216"/>
                    <a:pt x="168" y="216"/>
                  </a:cubicBezTo>
                  <a:cubicBezTo>
                    <a:pt x="173" y="214"/>
                    <a:pt x="173" y="214"/>
                    <a:pt x="173" y="214"/>
                  </a:cubicBezTo>
                  <a:cubicBezTo>
                    <a:pt x="157" y="164"/>
                    <a:pt x="157" y="164"/>
                    <a:pt x="157" y="164"/>
                  </a:cubicBezTo>
                  <a:cubicBezTo>
                    <a:pt x="156" y="163"/>
                    <a:pt x="156" y="163"/>
                    <a:pt x="156" y="163"/>
                  </a:cubicBezTo>
                  <a:cubicBezTo>
                    <a:pt x="155" y="162"/>
                    <a:pt x="155" y="162"/>
                    <a:pt x="155" y="162"/>
                  </a:cubicBezTo>
                  <a:cubicBezTo>
                    <a:pt x="124" y="149"/>
                    <a:pt x="94" y="133"/>
                    <a:pt x="65" y="114"/>
                  </a:cubicBezTo>
                  <a:cubicBezTo>
                    <a:pt x="35" y="92"/>
                    <a:pt x="17" y="70"/>
                    <a:pt x="10" y="49"/>
                  </a:cubicBezTo>
                  <a:cubicBezTo>
                    <a:pt x="5" y="36"/>
                    <a:pt x="5" y="22"/>
                    <a:pt x="10" y="9"/>
                  </a:cubicBezTo>
                  <a:cubicBezTo>
                    <a:pt x="10" y="8"/>
                    <a:pt x="11" y="6"/>
                    <a:pt x="12" y="5"/>
                  </a:cubicBezTo>
                  <a:cubicBezTo>
                    <a:pt x="12" y="4"/>
                    <a:pt x="12" y="4"/>
                    <a:pt x="13" y="3"/>
                  </a:cubicBez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íšļîḋé">
              <a:extLst>
                <a:ext uri="{FF2B5EF4-FFF2-40B4-BE49-F238E27FC236}">
                  <a16:creationId xmlns="" xmlns:p14="http://schemas.microsoft.com/office/powerpoint/2010/main" xmlns:p15="http://schemas.microsoft.com/office/powerpoint/2012/main" xmlns:a16="http://schemas.microsoft.com/office/drawing/2014/main" id="{2E10D90D-843B-48F5-AA33-4C8B0FFCFD57}"/>
                </a:ext>
              </a:extLst>
            </p:cNvPr>
            <p:cNvSpPr/>
            <p:nvPr/>
          </p:nvSpPr>
          <p:spPr bwMode="auto">
            <a:xfrm>
              <a:off x="2408335" y="3072585"/>
              <a:ext cx="420811" cy="241482"/>
            </a:xfrm>
            <a:custGeom>
              <a:avLst/>
              <a:gdLst>
                <a:gd name="T0" fmla="*/ 356 w 384"/>
                <a:gd name="T1" fmla="*/ 3 h 179"/>
                <a:gd name="T2" fmla="*/ 357 w 384"/>
                <a:gd name="T3" fmla="*/ 5 h 179"/>
                <a:gd name="T4" fmla="*/ 359 w 384"/>
                <a:gd name="T5" fmla="*/ 8 h 179"/>
                <a:gd name="T6" fmla="*/ 366 w 384"/>
                <a:gd name="T7" fmla="*/ 19 h 179"/>
                <a:gd name="T8" fmla="*/ 374 w 384"/>
                <a:gd name="T9" fmla="*/ 70 h 179"/>
                <a:gd name="T10" fmla="*/ 313 w 384"/>
                <a:gd name="T11" fmla="*/ 119 h 179"/>
                <a:gd name="T12" fmla="*/ 181 w 384"/>
                <a:gd name="T13" fmla="*/ 161 h 179"/>
                <a:gd name="T14" fmla="*/ 146 w 384"/>
                <a:gd name="T15" fmla="*/ 171 h 179"/>
                <a:gd name="T16" fmla="*/ 137 w 384"/>
                <a:gd name="T17" fmla="*/ 174 h 179"/>
                <a:gd name="T18" fmla="*/ 134 w 384"/>
                <a:gd name="T19" fmla="*/ 174 h 179"/>
                <a:gd name="T20" fmla="*/ 136 w 384"/>
                <a:gd name="T21" fmla="*/ 175 h 179"/>
                <a:gd name="T22" fmla="*/ 103 w 384"/>
                <a:gd name="T23" fmla="*/ 142 h 179"/>
                <a:gd name="T24" fmla="*/ 102 w 384"/>
                <a:gd name="T25" fmla="*/ 141 h 179"/>
                <a:gd name="T26" fmla="*/ 101 w 384"/>
                <a:gd name="T27" fmla="*/ 141 h 179"/>
                <a:gd name="T28" fmla="*/ 25 w 384"/>
                <a:gd name="T29" fmla="*/ 150 h 179"/>
                <a:gd name="T30" fmla="*/ 27 w 384"/>
                <a:gd name="T31" fmla="*/ 151 h 179"/>
                <a:gd name="T32" fmla="*/ 3 w 384"/>
                <a:gd name="T33" fmla="*/ 129 h 179"/>
                <a:gd name="T34" fmla="*/ 0 w 384"/>
                <a:gd name="T35" fmla="*/ 132 h 179"/>
                <a:gd name="T36" fmla="*/ 24 w 384"/>
                <a:gd name="T37" fmla="*/ 154 h 179"/>
                <a:gd name="T38" fmla="*/ 25 w 384"/>
                <a:gd name="T39" fmla="*/ 155 h 179"/>
                <a:gd name="T40" fmla="*/ 26 w 384"/>
                <a:gd name="T41" fmla="*/ 155 h 179"/>
                <a:gd name="T42" fmla="*/ 102 w 384"/>
                <a:gd name="T43" fmla="*/ 146 h 179"/>
                <a:gd name="T44" fmla="*/ 100 w 384"/>
                <a:gd name="T45" fmla="*/ 146 h 179"/>
                <a:gd name="T46" fmla="*/ 133 w 384"/>
                <a:gd name="T47" fmla="*/ 178 h 179"/>
                <a:gd name="T48" fmla="*/ 134 w 384"/>
                <a:gd name="T49" fmla="*/ 179 h 179"/>
                <a:gd name="T50" fmla="*/ 136 w 384"/>
                <a:gd name="T51" fmla="*/ 179 h 179"/>
                <a:gd name="T52" fmla="*/ 139 w 384"/>
                <a:gd name="T53" fmla="*/ 178 h 179"/>
                <a:gd name="T54" fmla="*/ 148 w 384"/>
                <a:gd name="T55" fmla="*/ 176 h 179"/>
                <a:gd name="T56" fmla="*/ 183 w 384"/>
                <a:gd name="T57" fmla="*/ 165 h 179"/>
                <a:gd name="T58" fmla="*/ 315 w 384"/>
                <a:gd name="T59" fmla="*/ 123 h 179"/>
                <a:gd name="T60" fmla="*/ 379 w 384"/>
                <a:gd name="T61" fmla="*/ 72 h 179"/>
                <a:gd name="T62" fmla="*/ 370 w 384"/>
                <a:gd name="T63" fmla="*/ 17 h 179"/>
                <a:gd name="T64" fmla="*/ 363 w 384"/>
                <a:gd name="T65" fmla="*/ 5 h 179"/>
                <a:gd name="T66" fmla="*/ 360 w 384"/>
                <a:gd name="T67" fmla="*/ 1 h 179"/>
                <a:gd name="T68" fmla="*/ 359 w 384"/>
                <a:gd name="T69" fmla="*/ 0 h 179"/>
                <a:gd name="T70" fmla="*/ 356 w 384"/>
                <a:gd name="T71" fmla="*/ 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179">
                  <a:moveTo>
                    <a:pt x="356" y="3"/>
                  </a:moveTo>
                  <a:cubicBezTo>
                    <a:pt x="356" y="4"/>
                    <a:pt x="356" y="4"/>
                    <a:pt x="357" y="5"/>
                  </a:cubicBezTo>
                  <a:cubicBezTo>
                    <a:pt x="357" y="5"/>
                    <a:pt x="358" y="6"/>
                    <a:pt x="359" y="8"/>
                  </a:cubicBezTo>
                  <a:cubicBezTo>
                    <a:pt x="362" y="11"/>
                    <a:pt x="364" y="15"/>
                    <a:pt x="366" y="19"/>
                  </a:cubicBezTo>
                  <a:cubicBezTo>
                    <a:pt x="375" y="36"/>
                    <a:pt x="379" y="54"/>
                    <a:pt x="374" y="70"/>
                  </a:cubicBezTo>
                  <a:cubicBezTo>
                    <a:pt x="368" y="90"/>
                    <a:pt x="349" y="107"/>
                    <a:pt x="313" y="119"/>
                  </a:cubicBezTo>
                  <a:cubicBezTo>
                    <a:pt x="263" y="135"/>
                    <a:pt x="219" y="149"/>
                    <a:pt x="181" y="161"/>
                  </a:cubicBezTo>
                  <a:cubicBezTo>
                    <a:pt x="168" y="165"/>
                    <a:pt x="156" y="168"/>
                    <a:pt x="146" y="171"/>
                  </a:cubicBezTo>
                  <a:cubicBezTo>
                    <a:pt x="137" y="174"/>
                    <a:pt x="137" y="174"/>
                    <a:pt x="137" y="174"/>
                  </a:cubicBezTo>
                  <a:cubicBezTo>
                    <a:pt x="134" y="174"/>
                    <a:pt x="134" y="174"/>
                    <a:pt x="134" y="174"/>
                  </a:cubicBezTo>
                  <a:cubicBezTo>
                    <a:pt x="136" y="175"/>
                    <a:pt x="136" y="175"/>
                    <a:pt x="136" y="175"/>
                  </a:cubicBezTo>
                  <a:cubicBezTo>
                    <a:pt x="103" y="142"/>
                    <a:pt x="103" y="142"/>
                    <a:pt x="103" y="142"/>
                  </a:cubicBezTo>
                  <a:cubicBezTo>
                    <a:pt x="102" y="141"/>
                    <a:pt x="102" y="141"/>
                    <a:pt x="102" y="141"/>
                  </a:cubicBezTo>
                  <a:cubicBezTo>
                    <a:pt x="101" y="141"/>
                    <a:pt x="101" y="141"/>
                    <a:pt x="101" y="141"/>
                  </a:cubicBezTo>
                  <a:cubicBezTo>
                    <a:pt x="25" y="150"/>
                    <a:pt x="25" y="150"/>
                    <a:pt x="25" y="150"/>
                  </a:cubicBezTo>
                  <a:cubicBezTo>
                    <a:pt x="27" y="151"/>
                    <a:pt x="27" y="151"/>
                    <a:pt x="27" y="151"/>
                  </a:cubicBezTo>
                  <a:cubicBezTo>
                    <a:pt x="3" y="129"/>
                    <a:pt x="3" y="129"/>
                    <a:pt x="3" y="129"/>
                  </a:cubicBezTo>
                  <a:cubicBezTo>
                    <a:pt x="0" y="132"/>
                    <a:pt x="0" y="132"/>
                    <a:pt x="0" y="132"/>
                  </a:cubicBezTo>
                  <a:cubicBezTo>
                    <a:pt x="24" y="154"/>
                    <a:pt x="24" y="154"/>
                    <a:pt x="24" y="154"/>
                  </a:cubicBezTo>
                  <a:cubicBezTo>
                    <a:pt x="25" y="155"/>
                    <a:pt x="25" y="155"/>
                    <a:pt x="25" y="155"/>
                  </a:cubicBezTo>
                  <a:cubicBezTo>
                    <a:pt x="26" y="155"/>
                    <a:pt x="26" y="155"/>
                    <a:pt x="26" y="155"/>
                  </a:cubicBezTo>
                  <a:cubicBezTo>
                    <a:pt x="102" y="146"/>
                    <a:pt x="102" y="146"/>
                    <a:pt x="102" y="146"/>
                  </a:cubicBezTo>
                  <a:cubicBezTo>
                    <a:pt x="100" y="146"/>
                    <a:pt x="100" y="146"/>
                    <a:pt x="100" y="146"/>
                  </a:cubicBezTo>
                  <a:cubicBezTo>
                    <a:pt x="133" y="178"/>
                    <a:pt x="133" y="178"/>
                    <a:pt x="133" y="178"/>
                  </a:cubicBezTo>
                  <a:cubicBezTo>
                    <a:pt x="134" y="179"/>
                    <a:pt x="134" y="179"/>
                    <a:pt x="134" y="179"/>
                  </a:cubicBezTo>
                  <a:cubicBezTo>
                    <a:pt x="136" y="179"/>
                    <a:pt x="136" y="179"/>
                    <a:pt x="136" y="179"/>
                  </a:cubicBezTo>
                  <a:cubicBezTo>
                    <a:pt x="139" y="178"/>
                    <a:pt x="139" y="178"/>
                    <a:pt x="139" y="178"/>
                  </a:cubicBezTo>
                  <a:cubicBezTo>
                    <a:pt x="148" y="176"/>
                    <a:pt x="148" y="176"/>
                    <a:pt x="148" y="176"/>
                  </a:cubicBezTo>
                  <a:cubicBezTo>
                    <a:pt x="158" y="173"/>
                    <a:pt x="169" y="169"/>
                    <a:pt x="183" y="165"/>
                  </a:cubicBezTo>
                  <a:cubicBezTo>
                    <a:pt x="221" y="154"/>
                    <a:pt x="265" y="140"/>
                    <a:pt x="315" y="123"/>
                  </a:cubicBezTo>
                  <a:cubicBezTo>
                    <a:pt x="351" y="111"/>
                    <a:pt x="372" y="93"/>
                    <a:pt x="379" y="72"/>
                  </a:cubicBezTo>
                  <a:cubicBezTo>
                    <a:pt x="384" y="54"/>
                    <a:pt x="380" y="35"/>
                    <a:pt x="370" y="17"/>
                  </a:cubicBezTo>
                  <a:cubicBezTo>
                    <a:pt x="368" y="13"/>
                    <a:pt x="365" y="9"/>
                    <a:pt x="363" y="5"/>
                  </a:cubicBezTo>
                  <a:cubicBezTo>
                    <a:pt x="362" y="4"/>
                    <a:pt x="361" y="2"/>
                    <a:pt x="360" y="1"/>
                  </a:cubicBezTo>
                  <a:cubicBezTo>
                    <a:pt x="360" y="1"/>
                    <a:pt x="360" y="1"/>
                    <a:pt x="359" y="0"/>
                  </a:cubicBezTo>
                  <a:lnTo>
                    <a:pt x="356"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
        <p:nvSpPr>
          <p:cNvPr id="81" name="íṣlïďê">
            <a:extLst>
              <a:ext uri="{FF2B5EF4-FFF2-40B4-BE49-F238E27FC236}">
                <a16:creationId xmlns="" xmlns:p14="http://schemas.microsoft.com/office/powerpoint/2010/main" xmlns:p15="http://schemas.microsoft.com/office/powerpoint/2012/main" xmlns:a16="http://schemas.microsoft.com/office/drawing/2014/main" id="{6D1976E0-EE86-45E7-A7F0-2769B8CD176D}"/>
              </a:ext>
            </a:extLst>
          </p:cNvPr>
          <p:cNvSpPr/>
          <p:nvPr/>
        </p:nvSpPr>
        <p:spPr bwMode="auto">
          <a:xfrm>
            <a:off x="435034" y="1238325"/>
            <a:ext cx="1267269" cy="2461024"/>
          </a:xfrm>
          <a:custGeom>
            <a:avLst/>
            <a:gdLst>
              <a:gd name="T0" fmla="*/ 1156 w 1156"/>
              <a:gd name="T1" fmla="*/ 1823 h 1823"/>
              <a:gd name="T2" fmla="*/ 854 w 1156"/>
              <a:gd name="T3" fmla="*/ 1813 h 1823"/>
              <a:gd name="T4" fmla="*/ 660 w 1156"/>
              <a:gd name="T5" fmla="*/ 1787 h 1823"/>
              <a:gd name="T6" fmla="*/ 456 w 1156"/>
              <a:gd name="T7" fmla="*/ 1697 h 1823"/>
              <a:gd name="T8" fmla="*/ 0 w 1156"/>
              <a:gd name="T9" fmla="*/ 3 h 1823"/>
              <a:gd name="T10" fmla="*/ 732 w 1156"/>
              <a:gd name="T11" fmla="*/ 0 h 1823"/>
              <a:gd name="T12" fmla="*/ 1156 w 1156"/>
              <a:gd name="T13" fmla="*/ 1822 h 1823"/>
              <a:gd name="T14" fmla="*/ 1156 w 1156"/>
              <a:gd name="T15" fmla="*/ 1823 h 18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6" h="1823">
                <a:moveTo>
                  <a:pt x="1156" y="1823"/>
                </a:moveTo>
                <a:cubicBezTo>
                  <a:pt x="854" y="1813"/>
                  <a:pt x="854" y="1813"/>
                  <a:pt x="854" y="1813"/>
                </a:cubicBezTo>
                <a:cubicBezTo>
                  <a:pt x="851" y="1813"/>
                  <a:pt x="768" y="1802"/>
                  <a:pt x="660" y="1787"/>
                </a:cubicBezTo>
                <a:cubicBezTo>
                  <a:pt x="618" y="1782"/>
                  <a:pt x="469" y="1737"/>
                  <a:pt x="456" y="1697"/>
                </a:cubicBezTo>
                <a:cubicBezTo>
                  <a:pt x="0" y="3"/>
                  <a:pt x="0" y="3"/>
                  <a:pt x="0" y="3"/>
                </a:cubicBezTo>
                <a:cubicBezTo>
                  <a:pt x="732" y="0"/>
                  <a:pt x="732" y="0"/>
                  <a:pt x="732" y="0"/>
                </a:cubicBezTo>
                <a:cubicBezTo>
                  <a:pt x="1156" y="1822"/>
                  <a:pt x="1156" y="1822"/>
                  <a:pt x="1156" y="1822"/>
                </a:cubicBezTo>
                <a:lnTo>
                  <a:pt x="1156" y="1823"/>
                </a:lnTo>
                <a:close/>
              </a:path>
            </a:pathLst>
          </a:custGeom>
          <a:gradFill>
            <a:gsLst>
              <a:gs pos="100000">
                <a:schemeClr val="bg1">
                  <a:alpha val="15000"/>
                </a:schemeClr>
              </a:gs>
              <a:gs pos="0">
                <a:schemeClr val="bg1">
                  <a:alpha val="0"/>
                </a:schemeClr>
              </a:gs>
            </a:gsLst>
            <a:lin ang="5400000" scaled="0"/>
          </a:gradFill>
          <a:ln>
            <a:noFill/>
          </a:ln>
        </p:spPr>
        <p:txBody>
          <a:bodyPr anchor="ctr"/>
          <a:lstStyle/>
          <a:p>
            <a:pPr algn="ctr"/>
            <a:endParaRPr/>
          </a:p>
        </p:txBody>
      </p:sp>
      <p:sp>
        <p:nvSpPr>
          <p:cNvPr id="82" name="矩形 81">
            <a:extLst>
              <a:ext uri="{FF2B5EF4-FFF2-40B4-BE49-F238E27FC236}">
                <a16:creationId xmlns="" xmlns:p14="http://schemas.microsoft.com/office/powerpoint/2010/main" xmlns:p15="http://schemas.microsoft.com/office/powerpoint/2012/main" xmlns:a16="http://schemas.microsoft.com/office/drawing/2014/main" id="{96E3ED00-4427-4602-9827-267D8811C294}"/>
              </a:ext>
            </a:extLst>
          </p:cNvPr>
          <p:cNvSpPr/>
          <p:nvPr/>
        </p:nvSpPr>
        <p:spPr>
          <a:xfrm>
            <a:off x="1076099" y="2150162"/>
            <a:ext cx="1204680" cy="716732"/>
          </a:xfrm>
          <a:prstGeom prst="rect">
            <a:avLst/>
          </a:prstGeom>
        </p:spPr>
        <p:txBody>
          <a:bodyPr wrap="none">
            <a:spAutoFit/>
          </a:bodyPr>
          <a:lstStyle/>
          <a:p>
            <a:pPr algn="ctr"/>
            <a:r>
              <a:rPr lang="zh-CN" altLang="en-US" sz="2400" b="1">
                <a:solidFill>
                  <a:srgbClr val="43C4D5"/>
                </a:solidFill>
                <a:effectLst>
                  <a:outerShdw blurRad="50800" dist="38100" dir="13500000" algn="br" rotWithShape="0">
                    <a:prstClr val="black">
                      <a:alpha val="40000"/>
                    </a:prstClr>
                  </a:outerShdw>
                </a:effectLst>
                <a:latin typeface="思源黑体 CN Normal" panose="020B0400000000000000" pitchFamily="34" charset="-122"/>
                <a:ea typeface="思源黑体 CN Normal" panose="020B0400000000000000" pitchFamily="34" charset="-122"/>
                <a:cs typeface="宋体" panose="02010600030101010101" pitchFamily="2" charset="-122"/>
                <a:sym typeface="+mn-ea"/>
              </a:rPr>
              <a:t>智慧</a:t>
            </a:r>
            <a:endParaRPr lang="en-US" altLang="zh-CN" sz="2400" b="1">
              <a:solidFill>
                <a:srgbClr val="43C4D5"/>
              </a:solidFill>
              <a:effectLst>
                <a:outerShdw blurRad="50800" dist="38100" dir="13500000" algn="br" rotWithShape="0">
                  <a:prstClr val="black">
                    <a:alpha val="40000"/>
                  </a:prstClr>
                </a:outerShdw>
              </a:effectLst>
              <a:latin typeface="思源黑体 CN Normal" panose="020B0400000000000000" pitchFamily="34" charset="-122"/>
              <a:ea typeface="思源黑体 CN Normal" panose="020B0400000000000000" pitchFamily="34" charset="-122"/>
              <a:cs typeface="宋体" panose="02010600030101010101" pitchFamily="2" charset="-122"/>
              <a:sym typeface="+mn-ea"/>
            </a:endParaRPr>
          </a:p>
          <a:p>
            <a:pPr algn="ctr"/>
            <a:r>
              <a:rPr lang="zh-CN" altLang="en-US" sz="2400" b="1">
                <a:solidFill>
                  <a:srgbClr val="43C4D5"/>
                </a:solidFill>
                <a:effectLst>
                  <a:outerShdw blurRad="50800" dist="38100" dir="13500000" algn="br" rotWithShape="0">
                    <a:prstClr val="black">
                      <a:alpha val="40000"/>
                    </a:prstClr>
                  </a:outerShdw>
                </a:effectLst>
                <a:latin typeface="思源黑体 CN Normal" panose="020B0400000000000000" pitchFamily="34" charset="-122"/>
                <a:ea typeface="思源黑体 CN Normal" panose="020B0400000000000000" pitchFamily="34" charset="-122"/>
                <a:cs typeface="宋体" panose="02010600030101010101" pitchFamily="2" charset="-122"/>
                <a:sym typeface="+mn-ea"/>
              </a:rPr>
              <a:t>建设方案</a:t>
            </a:r>
            <a:endParaRPr lang="en-US" altLang="zh-CN" sz="2400" b="1">
              <a:solidFill>
                <a:srgbClr val="43C4D5"/>
              </a:solidFill>
              <a:effectLst>
                <a:outerShdw blurRad="50800" dist="38100" dir="13500000" algn="br" rotWithShape="0">
                  <a:prstClr val="black">
                    <a:alpha val="40000"/>
                  </a:prstClr>
                </a:outerShdw>
              </a:effectLst>
              <a:latin typeface="思源黑体 CN Normal" panose="020B0400000000000000" pitchFamily="34" charset="-122"/>
              <a:ea typeface="思源黑体 CN Normal" panose="020B0400000000000000" pitchFamily="34" charset="-122"/>
              <a:cs typeface="宋体" panose="02010600030101010101" pitchFamily="2" charset="-122"/>
              <a:sym typeface="+mn-ea"/>
            </a:endParaRPr>
          </a:p>
        </p:txBody>
      </p:sp>
      <p:pic>
        <p:nvPicPr>
          <p:cNvPr id="83" name="图片 82">
            <a:extLst>
              <a:ext uri="{FF2B5EF4-FFF2-40B4-BE49-F238E27FC236}">
                <a16:creationId xmlns="" xmlns:p14="http://schemas.microsoft.com/office/powerpoint/2010/main" xmlns:p15="http://schemas.microsoft.com/office/powerpoint/2012/main" xmlns:a16="http://schemas.microsoft.com/office/drawing/2014/main" id="{C20EAB2A-A9B4-4815-8FDD-E2AECD5438A6}"/>
              </a:ext>
            </a:extLst>
          </p:cNvPr>
          <p:cNvPicPr>
            <a:picLocks noChangeAspect="1"/>
          </p:cNvPicPr>
          <p:nvPr/>
        </p:nvPicPr>
        <p:blipFill>
          <a:blip r:embed="rId5">
            <a:duotone>
              <a:prstClr val="black"/>
              <a:srgbClr val="00FEFE">
                <a:tint val="45000"/>
                <a:satMod val="400000"/>
              </a:srgbClr>
            </a:duotone>
            <a:extLst>
              <a:ext uri="{28A0092B-C50C-407E-A947-70E740481C1C}">
                <a14:useLocalDpi xmlns:a14="http://schemas.microsoft.com/office/drawing/2010/main"/>
              </a:ext>
            </a:extLst>
          </a:blip>
          <a:stretch>
            <a:fillRect/>
          </a:stretch>
        </p:blipFill>
        <p:spPr>
          <a:xfrm>
            <a:off x="1001632" y="2830018"/>
            <a:ext cx="1363816" cy="650374"/>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6"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7"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grpSp>
        <p:nvGrpSpPr>
          <p:cNvPr id="13" name="组合 12">
            <a:extLst>
              <a:ext uri="{FF2B5EF4-FFF2-40B4-BE49-F238E27FC236}">
                <a16:creationId xmlns="" xmlns:p14="http://schemas.microsoft.com/office/powerpoint/2010/main" xmlns:p15="http://schemas.microsoft.com/office/powerpoint/2012/main" xmlns:a16="http://schemas.microsoft.com/office/drawing/2014/main" id="{76CCDC5C-C046-4069-A297-829A42811429}"/>
              </a:ext>
            </a:extLst>
          </p:cNvPr>
          <p:cNvGrpSpPr/>
          <p:nvPr/>
        </p:nvGrpSpPr>
        <p:grpSpPr>
          <a:xfrm>
            <a:off x="2891540" y="494260"/>
            <a:ext cx="5051815" cy="1342546"/>
            <a:chOff x="2891540" y="494260"/>
            <a:chExt cx="5051815" cy="1342546"/>
          </a:xfrm>
        </p:grpSpPr>
        <p:cxnSp>
          <p:nvCxnSpPr>
            <p:cNvPr id="41" name="直接连接符 40">
              <a:extLst>
                <a:ext uri="{FF2B5EF4-FFF2-40B4-BE49-F238E27FC236}">
                  <a16:creationId xmlns="" xmlns:p14="http://schemas.microsoft.com/office/powerpoint/2010/main" xmlns:p15="http://schemas.microsoft.com/office/powerpoint/2012/main" xmlns:a16="http://schemas.microsoft.com/office/drawing/2014/main" id="{27E00497-624F-4F02-B72F-3C60BC654A1F}"/>
                </a:ext>
              </a:extLst>
            </p:cNvPr>
            <p:cNvCxnSpPr/>
            <p:nvPr/>
          </p:nvCxnSpPr>
          <p:spPr>
            <a:xfrm flipH="1">
              <a:off x="3380606" y="1123594"/>
              <a:ext cx="4562749"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42" name="TextBox 13">
              <a:extLst>
                <a:ext uri="{FF2B5EF4-FFF2-40B4-BE49-F238E27FC236}">
                  <a16:creationId xmlns="" xmlns:p14="http://schemas.microsoft.com/office/powerpoint/2010/main" xmlns:p15="http://schemas.microsoft.com/office/powerpoint/2012/main" xmlns:a16="http://schemas.microsoft.com/office/drawing/2014/main" id="{891EE593-18DC-4C6F-9C1A-30099B40BAE9}"/>
                </a:ext>
              </a:extLst>
            </p:cNvPr>
            <p:cNvSpPr txBox="1"/>
            <p:nvPr/>
          </p:nvSpPr>
          <p:spPr>
            <a:xfrm>
              <a:off x="3650816" y="885231"/>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3" name="TextBox 13">
              <a:extLst>
                <a:ext uri="{FF2B5EF4-FFF2-40B4-BE49-F238E27FC236}">
                  <a16:creationId xmlns="" xmlns:p14="http://schemas.microsoft.com/office/powerpoint/2010/main" xmlns:p15="http://schemas.microsoft.com/office/powerpoint/2012/main" xmlns:a16="http://schemas.microsoft.com/office/drawing/2014/main" id="{22AD40F2-293E-496C-BA45-01147D65DBC1}"/>
                </a:ext>
              </a:extLst>
            </p:cNvPr>
            <p:cNvSpPr txBox="1"/>
            <p:nvPr/>
          </p:nvSpPr>
          <p:spPr>
            <a:xfrm>
              <a:off x="3665509" y="1175288"/>
              <a:ext cx="3844263" cy="24622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cxnSp>
          <p:nvCxnSpPr>
            <p:cNvPr id="49" name="直接连接符 48">
              <a:extLst>
                <a:ext uri="{FF2B5EF4-FFF2-40B4-BE49-F238E27FC236}">
                  <a16:creationId xmlns="" xmlns:p14="http://schemas.microsoft.com/office/powerpoint/2010/main" xmlns:p15="http://schemas.microsoft.com/office/powerpoint/2012/main" xmlns:a16="http://schemas.microsoft.com/office/drawing/2014/main" id="{77E6DDE6-2F5C-4D71-B53C-C7A5C4F97DB8}"/>
                </a:ext>
              </a:extLst>
            </p:cNvPr>
            <p:cNvCxnSpPr/>
            <p:nvPr/>
          </p:nvCxnSpPr>
          <p:spPr>
            <a:xfrm flipV="1">
              <a:off x="2891540" y="1120825"/>
              <a:ext cx="489066" cy="51719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44" name="组合 43">
              <a:extLst>
                <a:ext uri="{FF2B5EF4-FFF2-40B4-BE49-F238E27FC236}">
                  <a16:creationId xmlns="" xmlns:p14="http://schemas.microsoft.com/office/powerpoint/2010/main" xmlns:p15="http://schemas.microsoft.com/office/powerpoint/2012/main" xmlns:a16="http://schemas.microsoft.com/office/drawing/2014/main" id="{4910F9BF-75C4-49F4-8BC4-0CF8DD8CB27A}"/>
                </a:ext>
              </a:extLst>
            </p:cNvPr>
            <p:cNvGrpSpPr/>
            <p:nvPr/>
          </p:nvGrpSpPr>
          <p:grpSpPr>
            <a:xfrm>
              <a:off x="3124883" y="494260"/>
              <a:ext cx="450764" cy="1342546"/>
              <a:chOff x="4768367" y="-844793"/>
              <a:chExt cx="2372637" cy="6100918"/>
            </a:xfrm>
          </p:grpSpPr>
          <p:sp>
            <p:nvSpPr>
              <p:cNvPr id="45" name="文本框 44">
                <a:extLst>
                  <a:ext uri="{FF2B5EF4-FFF2-40B4-BE49-F238E27FC236}">
                    <a16:creationId xmlns="" xmlns:p14="http://schemas.microsoft.com/office/powerpoint/2010/main" xmlns:p15="http://schemas.microsoft.com/office/powerpoint/2012/main" xmlns:a16="http://schemas.microsoft.com/office/drawing/2014/main" id="{9CF1756A-E4A0-4B9F-9B9F-5DE4007FE6B5}"/>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46" name="图片 45"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CB7EA95D-108F-4DC5-BC13-0C560BE2AC4C}"/>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47" name="图片 46">
                <a:extLst>
                  <a:ext uri="{FF2B5EF4-FFF2-40B4-BE49-F238E27FC236}">
                    <a16:creationId xmlns="" xmlns:p14="http://schemas.microsoft.com/office/powerpoint/2010/main" xmlns:p15="http://schemas.microsoft.com/office/powerpoint/2012/main" xmlns:a16="http://schemas.microsoft.com/office/drawing/2014/main" id="{6E43A979-6B83-417B-9837-54BD3DDB10CA}"/>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48" name="文本框 47">
                <a:extLst>
                  <a:ext uri="{FF2B5EF4-FFF2-40B4-BE49-F238E27FC236}">
                    <a16:creationId xmlns="" xmlns:p14="http://schemas.microsoft.com/office/powerpoint/2010/main" xmlns:p15="http://schemas.microsoft.com/office/powerpoint/2012/main" xmlns:a16="http://schemas.microsoft.com/office/drawing/2014/main" id="{4F2EB52F-B5D9-48B4-A3B0-41CDD4DECC89}"/>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grpSp>
      <p:grpSp>
        <p:nvGrpSpPr>
          <p:cNvPr id="14" name="组合 13">
            <a:extLst>
              <a:ext uri="{FF2B5EF4-FFF2-40B4-BE49-F238E27FC236}">
                <a16:creationId xmlns="" xmlns:p14="http://schemas.microsoft.com/office/powerpoint/2010/main" xmlns:p15="http://schemas.microsoft.com/office/powerpoint/2012/main" xmlns:a16="http://schemas.microsoft.com/office/drawing/2014/main" id="{DBBC8760-8C8F-40A1-AB4F-7BB1052FCEFB}"/>
              </a:ext>
            </a:extLst>
          </p:cNvPr>
          <p:cNvGrpSpPr/>
          <p:nvPr/>
        </p:nvGrpSpPr>
        <p:grpSpPr>
          <a:xfrm>
            <a:off x="3501127" y="1412583"/>
            <a:ext cx="5051815" cy="1342546"/>
            <a:chOff x="3501127" y="1412583"/>
            <a:chExt cx="5051815" cy="1342546"/>
          </a:xfrm>
        </p:grpSpPr>
        <p:cxnSp>
          <p:nvCxnSpPr>
            <p:cNvPr id="87" name="直接连接符 86">
              <a:extLst>
                <a:ext uri="{FF2B5EF4-FFF2-40B4-BE49-F238E27FC236}">
                  <a16:creationId xmlns="" xmlns:p14="http://schemas.microsoft.com/office/powerpoint/2010/main" xmlns:p15="http://schemas.microsoft.com/office/powerpoint/2012/main" xmlns:a16="http://schemas.microsoft.com/office/drawing/2014/main" id="{E2DC3380-2478-4050-8DBB-E29A5FA9CD89}"/>
                </a:ext>
              </a:extLst>
            </p:cNvPr>
            <p:cNvCxnSpPr/>
            <p:nvPr/>
          </p:nvCxnSpPr>
          <p:spPr>
            <a:xfrm flipH="1">
              <a:off x="3990193" y="2041917"/>
              <a:ext cx="4562749"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88" name="TextBox 13">
              <a:extLst>
                <a:ext uri="{FF2B5EF4-FFF2-40B4-BE49-F238E27FC236}">
                  <a16:creationId xmlns="" xmlns:p14="http://schemas.microsoft.com/office/powerpoint/2010/main" xmlns:p15="http://schemas.microsoft.com/office/powerpoint/2012/main" xmlns:a16="http://schemas.microsoft.com/office/drawing/2014/main" id="{522A5E70-27F9-48C3-8C82-A22AA3CDFE77}"/>
                </a:ext>
              </a:extLst>
            </p:cNvPr>
            <p:cNvSpPr txBox="1"/>
            <p:nvPr/>
          </p:nvSpPr>
          <p:spPr>
            <a:xfrm>
              <a:off x="4260403" y="1803554"/>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89" name="TextBox 13">
              <a:extLst>
                <a:ext uri="{FF2B5EF4-FFF2-40B4-BE49-F238E27FC236}">
                  <a16:creationId xmlns="" xmlns:p14="http://schemas.microsoft.com/office/powerpoint/2010/main" xmlns:p15="http://schemas.microsoft.com/office/powerpoint/2012/main" xmlns:a16="http://schemas.microsoft.com/office/drawing/2014/main" id="{B052A21F-A03D-493F-BEAA-19FEB25501FD}"/>
                </a:ext>
              </a:extLst>
            </p:cNvPr>
            <p:cNvSpPr txBox="1"/>
            <p:nvPr/>
          </p:nvSpPr>
          <p:spPr>
            <a:xfrm>
              <a:off x="4275096" y="2093611"/>
              <a:ext cx="3844263" cy="24622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cxnSp>
          <p:nvCxnSpPr>
            <p:cNvPr id="90" name="直接连接符 89">
              <a:extLst>
                <a:ext uri="{FF2B5EF4-FFF2-40B4-BE49-F238E27FC236}">
                  <a16:creationId xmlns="" xmlns:p14="http://schemas.microsoft.com/office/powerpoint/2010/main" xmlns:p15="http://schemas.microsoft.com/office/powerpoint/2012/main" xmlns:a16="http://schemas.microsoft.com/office/drawing/2014/main" id="{72DB62BD-D36E-47F6-9F12-F52EAE9A39AD}"/>
                </a:ext>
              </a:extLst>
            </p:cNvPr>
            <p:cNvCxnSpPr/>
            <p:nvPr/>
          </p:nvCxnSpPr>
          <p:spPr>
            <a:xfrm flipV="1">
              <a:off x="3501127" y="2039148"/>
              <a:ext cx="489066" cy="51719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91" name="组合 90">
              <a:extLst>
                <a:ext uri="{FF2B5EF4-FFF2-40B4-BE49-F238E27FC236}">
                  <a16:creationId xmlns="" xmlns:p14="http://schemas.microsoft.com/office/powerpoint/2010/main" xmlns:p15="http://schemas.microsoft.com/office/powerpoint/2012/main" xmlns:a16="http://schemas.microsoft.com/office/drawing/2014/main" id="{DC424EBC-530F-481B-B43F-26019E09F305}"/>
                </a:ext>
              </a:extLst>
            </p:cNvPr>
            <p:cNvGrpSpPr/>
            <p:nvPr/>
          </p:nvGrpSpPr>
          <p:grpSpPr>
            <a:xfrm>
              <a:off x="3734470" y="1412583"/>
              <a:ext cx="573030" cy="1342546"/>
              <a:chOff x="4768367" y="-844793"/>
              <a:chExt cx="3016195" cy="6100918"/>
            </a:xfrm>
          </p:grpSpPr>
          <p:sp>
            <p:nvSpPr>
              <p:cNvPr id="92" name="文本框 91">
                <a:extLst>
                  <a:ext uri="{FF2B5EF4-FFF2-40B4-BE49-F238E27FC236}">
                    <a16:creationId xmlns="" xmlns:p14="http://schemas.microsoft.com/office/powerpoint/2010/main" xmlns:p15="http://schemas.microsoft.com/office/powerpoint/2012/main" xmlns:a16="http://schemas.microsoft.com/office/drawing/2014/main" id="{0E6B0B9A-5095-4210-A93D-4367E8744388}"/>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93" name="图片 92"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02406710-6835-4758-BC72-4A7DB16248AC}"/>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94" name="图片 93">
                <a:extLst>
                  <a:ext uri="{FF2B5EF4-FFF2-40B4-BE49-F238E27FC236}">
                    <a16:creationId xmlns="" xmlns:p14="http://schemas.microsoft.com/office/powerpoint/2010/main" xmlns:p15="http://schemas.microsoft.com/office/powerpoint/2012/main" xmlns:a16="http://schemas.microsoft.com/office/drawing/2014/main" id="{5198D41D-9679-4810-87DB-0B0830C4696F}"/>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95" name="文本框 94">
                <a:extLst>
                  <a:ext uri="{FF2B5EF4-FFF2-40B4-BE49-F238E27FC236}">
                    <a16:creationId xmlns="" xmlns:p14="http://schemas.microsoft.com/office/powerpoint/2010/main" xmlns:p15="http://schemas.microsoft.com/office/powerpoint/2012/main" xmlns:a16="http://schemas.microsoft.com/office/drawing/2014/main" id="{AFF061C4-8115-4AC4-B36E-3B0C0D510C41}"/>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grpSp>
      <p:grpSp>
        <p:nvGrpSpPr>
          <p:cNvPr id="15" name="组合 14">
            <a:extLst>
              <a:ext uri="{FF2B5EF4-FFF2-40B4-BE49-F238E27FC236}">
                <a16:creationId xmlns="" xmlns:p14="http://schemas.microsoft.com/office/powerpoint/2010/main" xmlns:p15="http://schemas.microsoft.com/office/powerpoint/2012/main" xmlns:a16="http://schemas.microsoft.com/office/drawing/2014/main" id="{36053D27-4F84-4CC3-9AB2-C1B8A97758E3}"/>
              </a:ext>
            </a:extLst>
          </p:cNvPr>
          <p:cNvGrpSpPr/>
          <p:nvPr/>
        </p:nvGrpSpPr>
        <p:grpSpPr>
          <a:xfrm>
            <a:off x="3423190" y="2462215"/>
            <a:ext cx="5051815" cy="1342546"/>
            <a:chOff x="3423190" y="2462215"/>
            <a:chExt cx="5051815" cy="1342546"/>
          </a:xfrm>
        </p:grpSpPr>
        <p:cxnSp>
          <p:nvCxnSpPr>
            <p:cNvPr id="96" name="直接连接符 95">
              <a:extLst>
                <a:ext uri="{FF2B5EF4-FFF2-40B4-BE49-F238E27FC236}">
                  <a16:creationId xmlns="" xmlns:p14="http://schemas.microsoft.com/office/powerpoint/2010/main" xmlns:p15="http://schemas.microsoft.com/office/powerpoint/2012/main" xmlns:a16="http://schemas.microsoft.com/office/drawing/2014/main" id="{9E416B2D-F351-4A08-AF10-29035BFFC78A}"/>
                </a:ext>
              </a:extLst>
            </p:cNvPr>
            <p:cNvCxnSpPr/>
            <p:nvPr/>
          </p:nvCxnSpPr>
          <p:spPr>
            <a:xfrm flipH="1">
              <a:off x="3912256" y="3091549"/>
              <a:ext cx="4562749"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97" name="TextBox 13">
              <a:extLst>
                <a:ext uri="{FF2B5EF4-FFF2-40B4-BE49-F238E27FC236}">
                  <a16:creationId xmlns="" xmlns:p14="http://schemas.microsoft.com/office/powerpoint/2010/main" xmlns:p15="http://schemas.microsoft.com/office/powerpoint/2012/main" xmlns:a16="http://schemas.microsoft.com/office/drawing/2014/main" id="{347C078B-152D-4BC2-BB3F-E2718540285B}"/>
                </a:ext>
              </a:extLst>
            </p:cNvPr>
            <p:cNvSpPr txBox="1"/>
            <p:nvPr/>
          </p:nvSpPr>
          <p:spPr>
            <a:xfrm>
              <a:off x="4182466" y="2853186"/>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98" name="TextBox 13">
              <a:extLst>
                <a:ext uri="{FF2B5EF4-FFF2-40B4-BE49-F238E27FC236}">
                  <a16:creationId xmlns="" xmlns:p14="http://schemas.microsoft.com/office/powerpoint/2010/main" xmlns:p15="http://schemas.microsoft.com/office/powerpoint/2012/main" xmlns:a16="http://schemas.microsoft.com/office/drawing/2014/main" id="{5CEED123-CEA2-4D3B-83B3-E20E79401B45}"/>
                </a:ext>
              </a:extLst>
            </p:cNvPr>
            <p:cNvSpPr txBox="1"/>
            <p:nvPr/>
          </p:nvSpPr>
          <p:spPr>
            <a:xfrm>
              <a:off x="4197159" y="3143243"/>
              <a:ext cx="3844263" cy="24622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cxnSp>
          <p:nvCxnSpPr>
            <p:cNvPr id="99" name="直接连接符 98">
              <a:extLst>
                <a:ext uri="{FF2B5EF4-FFF2-40B4-BE49-F238E27FC236}">
                  <a16:creationId xmlns="" xmlns:p14="http://schemas.microsoft.com/office/powerpoint/2010/main" xmlns:p15="http://schemas.microsoft.com/office/powerpoint/2012/main" xmlns:a16="http://schemas.microsoft.com/office/drawing/2014/main" id="{8F971C35-49CB-4411-8A87-AE0D191AD18D}"/>
                </a:ext>
              </a:extLst>
            </p:cNvPr>
            <p:cNvCxnSpPr/>
            <p:nvPr/>
          </p:nvCxnSpPr>
          <p:spPr>
            <a:xfrm flipV="1">
              <a:off x="3423190" y="3088780"/>
              <a:ext cx="489066" cy="51719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nvGrpSpPr>
            <p:cNvPr id="100" name="组合 99">
              <a:extLst>
                <a:ext uri="{FF2B5EF4-FFF2-40B4-BE49-F238E27FC236}">
                  <a16:creationId xmlns="" xmlns:p14="http://schemas.microsoft.com/office/powerpoint/2010/main" xmlns:p15="http://schemas.microsoft.com/office/powerpoint/2012/main" xmlns:a16="http://schemas.microsoft.com/office/drawing/2014/main" id="{ABFDBB8D-D3CB-4F60-8597-AF22E21C974E}"/>
                </a:ext>
              </a:extLst>
            </p:cNvPr>
            <p:cNvGrpSpPr/>
            <p:nvPr/>
          </p:nvGrpSpPr>
          <p:grpSpPr>
            <a:xfrm>
              <a:off x="3656533" y="2462215"/>
              <a:ext cx="563412" cy="1342546"/>
              <a:chOff x="4768367" y="-844793"/>
              <a:chExt cx="2965570" cy="6100918"/>
            </a:xfrm>
          </p:grpSpPr>
          <p:sp>
            <p:nvSpPr>
              <p:cNvPr id="101" name="文本框 100">
                <a:extLst>
                  <a:ext uri="{FF2B5EF4-FFF2-40B4-BE49-F238E27FC236}">
                    <a16:creationId xmlns="" xmlns:p14="http://schemas.microsoft.com/office/powerpoint/2010/main" xmlns:p15="http://schemas.microsoft.com/office/powerpoint/2012/main" xmlns:a16="http://schemas.microsoft.com/office/drawing/2014/main" id="{A13AE289-9B66-4DD8-B09E-229FB13784DE}"/>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102" name="图片 101"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3D0590BD-6B86-4660-8A9A-FA2033F4FB6B}"/>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103" name="图片 102">
                <a:extLst>
                  <a:ext uri="{FF2B5EF4-FFF2-40B4-BE49-F238E27FC236}">
                    <a16:creationId xmlns="" xmlns:p14="http://schemas.microsoft.com/office/powerpoint/2010/main" xmlns:p15="http://schemas.microsoft.com/office/powerpoint/2012/main" xmlns:a16="http://schemas.microsoft.com/office/drawing/2014/main" id="{B4057E8C-D836-4BE7-9C70-29D3C23C984C}"/>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104" name="文本框 103">
                <a:extLst>
                  <a:ext uri="{FF2B5EF4-FFF2-40B4-BE49-F238E27FC236}">
                    <a16:creationId xmlns="" xmlns:p14="http://schemas.microsoft.com/office/powerpoint/2010/main" xmlns:p15="http://schemas.microsoft.com/office/powerpoint/2012/main" xmlns:a16="http://schemas.microsoft.com/office/drawing/2014/main" id="{D6D63C4A-510E-43FE-840E-5253AA1B7DB8}"/>
                  </a:ext>
                </a:extLst>
              </p:cNvPr>
              <p:cNvSpPr txBox="1"/>
              <p:nvPr/>
            </p:nvSpPr>
            <p:spPr>
              <a:xfrm>
                <a:off x="5428800" y="933006"/>
                <a:ext cx="2305137"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3</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grpSp>
    </p:spTree>
    <p:extLst>
      <p:ext uri="{BB962C8B-B14F-4D97-AF65-F5344CB8AC3E}">
        <p14:creationId xmlns:p14="http://schemas.microsoft.com/office/powerpoint/2010/main" val="8021296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nodeType="clickEffec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
                                          </p:val>
                                        </p:tav>
                                        <p:tav tm="100000">
                                          <p:val>
                                            <p:strVal val="#ppt_x"/>
                                          </p:val>
                                        </p:tav>
                                      </p:tavLst>
                                    </p:anim>
                                    <p:anim calcmode="lin" valueType="num">
                                      <p:cBhvr>
                                        <p:cTn id="9"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indefinite"/>
                            </p:stCondLst>
                          </p:cTn>
                        </p:par>
                        <p:par>
                          <p:cTn id="12" fill="hold" nodeType="afterGroup">
                            <p:stCondLst>
                              <p:cond delay="0"/>
                            </p:stCondLst>
                            <p:childTnLst>
                              <p:par>
                                <p:cTn id="13" presetID="53" presetClass="entr" presetSubtype="0" fill="hold" grpId="0" nodeType="clickEffect">
                                  <p:childTnLst>
                                    <p:set>
                                      <p:cBhvr>
                                        <p:cTn id="14" dur="1" fill="hold">
                                          <p:stCondLst>
                                            <p:cond delay="0"/>
                                          </p:stCondLst>
                                        </p:cTn>
                                        <p:tgtEl>
                                          <p:spTgt spid="73"/>
                                        </p:tgtEl>
                                        <p:attrNameLst>
                                          <p:attrName>style.visibility</p:attrName>
                                        </p:attrNameLst>
                                      </p:cBhvr>
                                      <p:to>
                                        <p:strVal val="visible"/>
                                      </p:to>
                                    </p:set>
                                    <p:anim calcmode="lin" valueType="num">
                                      <p:cBhvr>
                                        <p:cTn id="15" dur="500" fill="hold"/>
                                        <p:tgtEl>
                                          <p:spTgt spid="73"/>
                                        </p:tgtEl>
                                        <p:attrNameLst>
                                          <p:attrName>ppt_w</p:attrName>
                                        </p:attrNameLst>
                                      </p:cBhvr>
                                      <p:tavLst>
                                        <p:tav tm="0">
                                          <p:val>
                                            <p:fltVal val="0"/>
                                          </p:val>
                                        </p:tav>
                                        <p:tav tm="100000">
                                          <p:val>
                                            <p:strVal val="#ppt_w"/>
                                          </p:val>
                                        </p:tav>
                                      </p:tavLst>
                                    </p:anim>
                                    <p:anim calcmode="lin" valueType="num">
                                      <p:cBhvr>
                                        <p:cTn id="16" dur="500" fill="hold"/>
                                        <p:tgtEl>
                                          <p:spTgt spid="73"/>
                                        </p:tgtEl>
                                        <p:attrNameLst>
                                          <p:attrName>ppt_h</p:attrName>
                                        </p:attrNameLst>
                                      </p:cBhvr>
                                      <p:tavLst>
                                        <p:tav tm="0">
                                          <p:val>
                                            <p:fltVal val="0"/>
                                          </p:val>
                                        </p:tav>
                                        <p:tav tm="100000">
                                          <p:val>
                                            <p:strVal val="#ppt_h"/>
                                          </p:val>
                                        </p:tav>
                                      </p:tavLst>
                                    </p:anim>
                                    <p:animEffect transition="in" filter="fade">
                                      <p:cBhvr>
                                        <p:cTn id="17" dur="500"/>
                                        <p:tgtEl>
                                          <p:spTgt spid="73"/>
                                        </p:tgtEl>
                                      </p:cBhvr>
                                    </p:animEffect>
                                  </p:childTnLst>
                                </p:cTn>
                              </p:par>
                              <p:par>
                                <p:cTn id="18" presetID="53" presetClass="entr" presetSubtype="0" fill="hold" grpId="1" nodeType="withEffect">
                                  <p:childTnLst>
                                    <p:set>
                                      <p:cBhvr>
                                        <p:cTn id="19" dur="1" fill="hold">
                                          <p:stCondLst>
                                            <p:cond delay="0"/>
                                          </p:stCondLst>
                                        </p:cTn>
                                        <p:tgtEl>
                                          <p:spTgt spid="81"/>
                                        </p:tgtEl>
                                        <p:attrNameLst>
                                          <p:attrName>style.visibility</p:attrName>
                                        </p:attrNameLst>
                                      </p:cBhvr>
                                      <p:to>
                                        <p:strVal val="visible"/>
                                      </p:to>
                                    </p:set>
                                    <p:anim calcmode="lin" valueType="num">
                                      <p:cBhvr>
                                        <p:cTn id="20" dur="500" fill="hold"/>
                                        <p:tgtEl>
                                          <p:spTgt spid="81"/>
                                        </p:tgtEl>
                                        <p:attrNameLst>
                                          <p:attrName>ppt_w</p:attrName>
                                        </p:attrNameLst>
                                      </p:cBhvr>
                                      <p:tavLst>
                                        <p:tav tm="0">
                                          <p:val>
                                            <p:fltVal val="0"/>
                                          </p:val>
                                        </p:tav>
                                        <p:tav tm="100000">
                                          <p:val>
                                            <p:strVal val="#ppt_w"/>
                                          </p:val>
                                        </p:tav>
                                      </p:tavLst>
                                    </p:anim>
                                    <p:anim calcmode="lin" valueType="num">
                                      <p:cBhvr>
                                        <p:cTn id="21" dur="500" fill="hold"/>
                                        <p:tgtEl>
                                          <p:spTgt spid="81"/>
                                        </p:tgtEl>
                                        <p:attrNameLst>
                                          <p:attrName>ppt_h</p:attrName>
                                        </p:attrNameLst>
                                      </p:cBhvr>
                                      <p:tavLst>
                                        <p:tav tm="0">
                                          <p:val>
                                            <p:fltVal val="0"/>
                                          </p:val>
                                        </p:tav>
                                        <p:tav tm="100000">
                                          <p:val>
                                            <p:strVal val="#ppt_h"/>
                                          </p:val>
                                        </p:tav>
                                      </p:tavLst>
                                    </p:anim>
                                    <p:animEffect transition="in" filter="fade">
                                      <p:cBhvr>
                                        <p:cTn id="22" dur="500"/>
                                        <p:tgtEl>
                                          <p:spTgt spid="81"/>
                                        </p:tgtEl>
                                      </p:cBhvr>
                                    </p:animEffect>
                                  </p:childTnLst>
                                </p:cTn>
                              </p:par>
                              <p:par>
                                <p:cTn id="23" presetID="53" presetClass="entr" presetSubtype="0" fill="hold" grpId="2" nodeType="withEffect">
                                  <p:childTnLst>
                                    <p:set>
                                      <p:cBhvr>
                                        <p:cTn id="24" dur="1" fill="hold">
                                          <p:stCondLst>
                                            <p:cond delay="0"/>
                                          </p:stCondLst>
                                        </p:cTn>
                                        <p:tgtEl>
                                          <p:spTgt spid="82"/>
                                        </p:tgtEl>
                                        <p:attrNameLst>
                                          <p:attrName>style.visibility</p:attrName>
                                        </p:attrNameLst>
                                      </p:cBhvr>
                                      <p:to>
                                        <p:strVal val="visible"/>
                                      </p:to>
                                    </p:set>
                                    <p:anim calcmode="lin" valueType="num">
                                      <p:cBhvr>
                                        <p:cTn id="25" dur="500" fill="hold"/>
                                        <p:tgtEl>
                                          <p:spTgt spid="82"/>
                                        </p:tgtEl>
                                        <p:attrNameLst>
                                          <p:attrName>ppt_w</p:attrName>
                                        </p:attrNameLst>
                                      </p:cBhvr>
                                      <p:tavLst>
                                        <p:tav tm="0">
                                          <p:val>
                                            <p:fltVal val="0"/>
                                          </p:val>
                                        </p:tav>
                                        <p:tav tm="100000">
                                          <p:val>
                                            <p:strVal val="#ppt_w"/>
                                          </p:val>
                                        </p:tav>
                                      </p:tavLst>
                                    </p:anim>
                                    <p:anim calcmode="lin" valueType="num">
                                      <p:cBhvr>
                                        <p:cTn id="26" dur="500" fill="hold"/>
                                        <p:tgtEl>
                                          <p:spTgt spid="82"/>
                                        </p:tgtEl>
                                        <p:attrNameLst>
                                          <p:attrName>ppt_h</p:attrName>
                                        </p:attrNameLst>
                                      </p:cBhvr>
                                      <p:tavLst>
                                        <p:tav tm="0">
                                          <p:val>
                                            <p:fltVal val="0"/>
                                          </p:val>
                                        </p:tav>
                                        <p:tav tm="100000">
                                          <p:val>
                                            <p:strVal val="#ppt_h"/>
                                          </p:val>
                                        </p:tav>
                                      </p:tavLst>
                                    </p:anim>
                                    <p:animEffect transition="in" filter="fade">
                                      <p:cBhvr>
                                        <p:cTn id="27" dur="500"/>
                                        <p:tgtEl>
                                          <p:spTgt spid="82"/>
                                        </p:tgtEl>
                                      </p:cBhvr>
                                    </p:animEffect>
                                  </p:childTnLst>
                                </p:cTn>
                              </p:par>
                              <p:par>
                                <p:cTn id="28" presetID="53" presetClass="entr" presetSubtype="0" fill="hold" nodeType="withEffect">
                                  <p:childTnLst>
                                    <p:set>
                                      <p:cBhvr>
                                        <p:cTn id="29" dur="1" fill="hold">
                                          <p:stCondLst>
                                            <p:cond delay="0"/>
                                          </p:stCondLst>
                                        </p:cTn>
                                        <p:tgtEl>
                                          <p:spTgt spid="83"/>
                                        </p:tgtEl>
                                        <p:attrNameLst>
                                          <p:attrName>style.visibility</p:attrName>
                                        </p:attrNameLst>
                                      </p:cBhvr>
                                      <p:to>
                                        <p:strVal val="visible"/>
                                      </p:to>
                                    </p:set>
                                    <p:anim calcmode="lin" valueType="num">
                                      <p:cBhvr>
                                        <p:cTn id="30" dur="500" fill="hold"/>
                                        <p:tgtEl>
                                          <p:spTgt spid="83"/>
                                        </p:tgtEl>
                                        <p:attrNameLst>
                                          <p:attrName>ppt_w</p:attrName>
                                        </p:attrNameLst>
                                      </p:cBhvr>
                                      <p:tavLst>
                                        <p:tav tm="0">
                                          <p:val>
                                            <p:fltVal val="0"/>
                                          </p:val>
                                        </p:tav>
                                        <p:tav tm="100000">
                                          <p:val>
                                            <p:strVal val="#ppt_w"/>
                                          </p:val>
                                        </p:tav>
                                      </p:tavLst>
                                    </p:anim>
                                    <p:anim calcmode="lin" valueType="num">
                                      <p:cBhvr>
                                        <p:cTn id="31" dur="500" fill="hold"/>
                                        <p:tgtEl>
                                          <p:spTgt spid="83"/>
                                        </p:tgtEl>
                                        <p:attrNameLst>
                                          <p:attrName>ppt_h</p:attrName>
                                        </p:attrNameLst>
                                      </p:cBhvr>
                                      <p:tavLst>
                                        <p:tav tm="0">
                                          <p:val>
                                            <p:fltVal val="0"/>
                                          </p:val>
                                        </p:tav>
                                        <p:tav tm="100000">
                                          <p:val>
                                            <p:strVal val="#ppt_h"/>
                                          </p:val>
                                        </p:tav>
                                      </p:tavLst>
                                    </p:anim>
                                    <p:animEffect transition="in" filter="fade">
                                      <p:cBhvr>
                                        <p:cTn id="32" dur="500"/>
                                        <p:tgtEl>
                                          <p:spTgt spid="83"/>
                                        </p:tgtEl>
                                      </p:cBhvr>
                                    </p:animEffect>
                                  </p:childTnLst>
                                </p:cTn>
                              </p:par>
                            </p:childTnLst>
                          </p:cTn>
                        </p:par>
                        <p:par>
                          <p:cTn id="33" fill="hold" nodeType="withGroup">
                            <p:stCondLst>
                              <p:cond delay="500"/>
                            </p:stCondLst>
                            <p:childTnLst>
                              <p:par>
                                <p:cTn id="34" presetID="22" presetClass="entr" presetSubtype="4" fill="hold" nodeType="afterEffect">
                                  <p:childTnLst>
                                    <p:set>
                                      <p:cBhvr>
                                        <p:cTn id="35" dur="1" fill="hold">
                                          <p:stCondLst>
                                            <p:cond delay="0"/>
                                          </p:stCondLst>
                                        </p:cTn>
                                        <p:tgtEl>
                                          <p:spTgt spid="13"/>
                                        </p:tgtEl>
                                        <p:attrNameLst>
                                          <p:attrName>style.visibility</p:attrName>
                                        </p:attrNameLst>
                                      </p:cBhvr>
                                      <p:to>
                                        <p:strVal val="visible"/>
                                      </p:to>
                                    </p:set>
                                    <p:animEffect transition="in" filter="wipe(down)">
                                      <p:cBhvr>
                                        <p:cTn id="36" dur="500"/>
                                        <p:tgtEl>
                                          <p:spTgt spid="13"/>
                                        </p:tgtEl>
                                      </p:cBhvr>
                                    </p:animEffect>
                                  </p:childTnLst>
                                </p:cTn>
                              </p:par>
                            </p:childTnLst>
                          </p:cTn>
                        </p:par>
                        <p:par>
                          <p:cTn id="37" fill="hold" nodeType="withGroup">
                            <p:stCondLst>
                              <p:cond delay="1000"/>
                            </p:stCondLst>
                            <p:childTnLst>
                              <p:par>
                                <p:cTn id="38" presetID="22" presetClass="entr" presetSubtype="4" fill="hold" nodeType="afterEffec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childTnLst>
                          </p:cTn>
                        </p:par>
                        <p:par>
                          <p:cTn id="41" fill="hold" nodeType="withGroup">
                            <p:stCondLst>
                              <p:cond delay="1500"/>
                            </p:stCondLst>
                            <p:childTnLst>
                              <p:par>
                                <p:cTn id="42" presetID="22" presetClass="entr" presetSubtype="4" fill="hold" nodeType="afterEffec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81" grpId="1" animBg="1"/>
      <p:bldP spid="82" grpId="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grpSp>
        <p:nvGrpSpPr>
          <p:cNvPr id="158" name="组合 157">
            <a:extLst>
              <a:ext uri="{FF2B5EF4-FFF2-40B4-BE49-F238E27FC236}">
                <a16:creationId xmlns="" xmlns:p14="http://schemas.microsoft.com/office/powerpoint/2010/main" xmlns:p15="http://schemas.microsoft.com/office/powerpoint/2012/main" xmlns:a16="http://schemas.microsoft.com/office/drawing/2014/main" id="{16F5ADB5-33CD-469B-8A3D-8B54FEC63DE2}"/>
              </a:ext>
            </a:extLst>
          </p:cNvPr>
          <p:cNvGrpSpPr/>
          <p:nvPr/>
        </p:nvGrpSpPr>
        <p:grpSpPr>
          <a:xfrm>
            <a:off x="4431811" y="3198355"/>
            <a:ext cx="576000" cy="576000"/>
            <a:chOff x="35472" y="925741"/>
            <a:chExt cx="2583737" cy="2463801"/>
          </a:xfrm>
          <a:effectLst>
            <a:innerShdw blurRad="114300">
              <a:prstClr val="black"/>
            </a:innerShdw>
          </a:effectLst>
        </p:grpSpPr>
        <p:sp>
          <p:nvSpPr>
            <p:cNvPr id="159" name="ExtraShape1">
              <a:extLst>
                <a:ext uri="{FF2B5EF4-FFF2-40B4-BE49-F238E27FC236}">
                  <a16:creationId xmlns="" xmlns:p14="http://schemas.microsoft.com/office/powerpoint/2010/main" xmlns:p15="http://schemas.microsoft.com/office/powerpoint/2012/main" xmlns:a16="http://schemas.microsoft.com/office/drawing/2014/main" id="{DF50EADA-0851-473E-8E0B-5E8546EAA274}"/>
                </a:ext>
              </a:extLst>
            </p:cNvPr>
            <p:cNvSpPr/>
            <p:nvPr/>
          </p:nvSpPr>
          <p:spPr>
            <a:xfrm>
              <a:off x="624935" y="1487842"/>
              <a:ext cx="1404810" cy="1339599"/>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ExtraShape2">
              <a:extLst>
                <a:ext uri="{FF2B5EF4-FFF2-40B4-BE49-F238E27FC236}">
                  <a16:creationId xmlns="" xmlns:p14="http://schemas.microsoft.com/office/powerpoint/2010/main" xmlns:p15="http://schemas.microsoft.com/office/powerpoint/2012/main" xmlns:a16="http://schemas.microsoft.com/office/drawing/2014/main" id="{FCD7D9DA-7D9A-400B-A1A3-3DB91DE17746}"/>
                </a:ext>
              </a:extLst>
            </p:cNvPr>
            <p:cNvSpPr/>
            <p:nvPr/>
          </p:nvSpPr>
          <p:spPr>
            <a:xfrm>
              <a:off x="315506" y="1192776"/>
              <a:ext cx="2023669" cy="1929730"/>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ExtraShape3">
              <a:extLst>
                <a:ext uri="{FF2B5EF4-FFF2-40B4-BE49-F238E27FC236}">
                  <a16:creationId xmlns="" xmlns:p14="http://schemas.microsoft.com/office/powerpoint/2010/main" xmlns:p15="http://schemas.microsoft.com/office/powerpoint/2012/main" xmlns:a16="http://schemas.microsoft.com/office/drawing/2014/main" id="{7D331148-2E46-42F4-A465-444BB1EC38E8}"/>
                </a:ext>
              </a:extLst>
            </p:cNvPr>
            <p:cNvSpPr/>
            <p:nvPr/>
          </p:nvSpPr>
          <p:spPr>
            <a:xfrm>
              <a:off x="35472" y="925741"/>
              <a:ext cx="2583737" cy="2463801"/>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ExtraShape4">
              <a:extLst>
                <a:ext uri="{FF2B5EF4-FFF2-40B4-BE49-F238E27FC236}">
                  <a16:creationId xmlns="" xmlns:p14="http://schemas.microsoft.com/office/powerpoint/2010/main" xmlns:p15="http://schemas.microsoft.com/office/powerpoint/2012/main" xmlns:a16="http://schemas.microsoft.com/office/drawing/2014/main" id="{F79512A6-1D2D-4052-A296-836980FB1DC2}"/>
                </a:ext>
              </a:extLst>
            </p:cNvPr>
            <p:cNvSpPr/>
            <p:nvPr/>
          </p:nvSpPr>
          <p:spPr>
            <a:xfrm>
              <a:off x="958463" y="1805887"/>
              <a:ext cx="737754" cy="703508"/>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3" name="ExtraShape1">
              <a:extLst>
                <a:ext uri="{FF2B5EF4-FFF2-40B4-BE49-F238E27FC236}">
                  <a16:creationId xmlns="" xmlns:p14="http://schemas.microsoft.com/office/powerpoint/2010/main" xmlns:p15="http://schemas.microsoft.com/office/powerpoint/2012/main" xmlns:a16="http://schemas.microsoft.com/office/drawing/2014/main" id="{629766E6-7BA4-4906-9EC0-44A559A56A95}"/>
                </a:ext>
              </a:extLst>
            </p:cNvPr>
            <p:cNvCxnSpPr>
              <a:stCxn id="161" idx="1"/>
              <a:endCxn id="161" idx="5"/>
            </p:cNvCxnSpPr>
            <p:nvPr/>
          </p:nvCxnSpPr>
          <p:spPr>
            <a:xfrm>
              <a:off x="413852" y="1286556"/>
              <a:ext cx="1826977" cy="174217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4" name="ExtraShape2">
              <a:extLst>
                <a:ext uri="{FF2B5EF4-FFF2-40B4-BE49-F238E27FC236}">
                  <a16:creationId xmlns="" xmlns:p14="http://schemas.microsoft.com/office/powerpoint/2010/main" xmlns:p15="http://schemas.microsoft.com/office/powerpoint/2012/main" xmlns:a16="http://schemas.microsoft.com/office/drawing/2014/main" id="{E9978A69-07CD-40E6-A819-F317F93919C5}"/>
                </a:ext>
              </a:extLst>
            </p:cNvPr>
            <p:cNvCxnSpPr>
              <a:stCxn id="161" idx="3"/>
              <a:endCxn id="161" idx="7"/>
            </p:cNvCxnSpPr>
            <p:nvPr/>
          </p:nvCxnSpPr>
          <p:spPr>
            <a:xfrm flipV="1">
              <a:off x="413852" y="1286556"/>
              <a:ext cx="1826977" cy="174217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5" name="ExtraShape3">
              <a:extLst>
                <a:ext uri="{FF2B5EF4-FFF2-40B4-BE49-F238E27FC236}">
                  <a16:creationId xmlns="" xmlns:p14="http://schemas.microsoft.com/office/powerpoint/2010/main" xmlns:p15="http://schemas.microsoft.com/office/powerpoint/2012/main" xmlns:a16="http://schemas.microsoft.com/office/drawing/2014/main" id="{A9600A46-988F-4F06-ADE8-A9863150CF17}"/>
                </a:ext>
              </a:extLst>
            </p:cNvPr>
            <p:cNvCxnSpPr>
              <a:stCxn id="161" idx="0"/>
              <a:endCxn id="161" idx="4"/>
            </p:cNvCxnSpPr>
            <p:nvPr/>
          </p:nvCxnSpPr>
          <p:spPr>
            <a:xfrm flipH="1">
              <a:off x="1327341" y="925741"/>
              <a:ext cx="0" cy="246380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6" name="ValueShape1">
              <a:extLst>
                <a:ext uri="{FF2B5EF4-FFF2-40B4-BE49-F238E27FC236}">
                  <a16:creationId xmlns="" xmlns:p14="http://schemas.microsoft.com/office/powerpoint/2010/main" xmlns:p15="http://schemas.microsoft.com/office/powerpoint/2012/main" xmlns:a16="http://schemas.microsoft.com/office/drawing/2014/main" id="{ECCB5E3B-017F-48F1-8165-5FFBA1F4A1D7}"/>
                </a:ext>
              </a:extLst>
            </p:cNvPr>
            <p:cNvSpPr/>
            <p:nvPr/>
          </p:nvSpPr>
          <p:spPr>
            <a:xfrm flipH="1">
              <a:off x="538849" y="1369150"/>
              <a:ext cx="1576983" cy="1576983"/>
            </a:xfrm>
            <a:prstGeom prst="pie">
              <a:avLst>
                <a:gd name="adj1" fmla="val 16200000"/>
                <a:gd name="adj2" fmla="val 8254813"/>
              </a:avLst>
            </a:prstGeom>
            <a:solidFill>
              <a:srgbClr val="00FEFE">
                <a:alpha val="47059"/>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67" name="组合 166">
            <a:extLst>
              <a:ext uri="{FF2B5EF4-FFF2-40B4-BE49-F238E27FC236}">
                <a16:creationId xmlns="" xmlns:p14="http://schemas.microsoft.com/office/powerpoint/2010/main" xmlns:p15="http://schemas.microsoft.com/office/powerpoint/2012/main" xmlns:a16="http://schemas.microsoft.com/office/drawing/2014/main" id="{42751A37-C8FE-46C1-B32D-B445DC5DABBD}"/>
              </a:ext>
            </a:extLst>
          </p:cNvPr>
          <p:cNvGrpSpPr/>
          <p:nvPr/>
        </p:nvGrpSpPr>
        <p:grpSpPr>
          <a:xfrm>
            <a:off x="5718158" y="3198052"/>
            <a:ext cx="576000" cy="576000"/>
            <a:chOff x="35472" y="925741"/>
            <a:chExt cx="2583737" cy="2463801"/>
          </a:xfrm>
          <a:effectLst>
            <a:innerShdw blurRad="114300">
              <a:prstClr val="black"/>
            </a:innerShdw>
          </a:effectLst>
        </p:grpSpPr>
        <p:sp>
          <p:nvSpPr>
            <p:cNvPr id="168" name="ExtraShape1">
              <a:extLst>
                <a:ext uri="{FF2B5EF4-FFF2-40B4-BE49-F238E27FC236}">
                  <a16:creationId xmlns="" xmlns:p14="http://schemas.microsoft.com/office/powerpoint/2010/main" xmlns:p15="http://schemas.microsoft.com/office/powerpoint/2012/main" xmlns:a16="http://schemas.microsoft.com/office/drawing/2014/main" id="{598CD8F9-7B72-4BD2-B9C0-785890FC73D9}"/>
                </a:ext>
              </a:extLst>
            </p:cNvPr>
            <p:cNvSpPr/>
            <p:nvPr/>
          </p:nvSpPr>
          <p:spPr>
            <a:xfrm>
              <a:off x="624935" y="1487842"/>
              <a:ext cx="1404810" cy="1339599"/>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ExtraShape2">
              <a:extLst>
                <a:ext uri="{FF2B5EF4-FFF2-40B4-BE49-F238E27FC236}">
                  <a16:creationId xmlns="" xmlns:p14="http://schemas.microsoft.com/office/powerpoint/2010/main" xmlns:p15="http://schemas.microsoft.com/office/powerpoint/2012/main" xmlns:a16="http://schemas.microsoft.com/office/drawing/2014/main" id="{846CC820-71AC-4ACE-B7AD-0793D1F38C3A}"/>
                </a:ext>
              </a:extLst>
            </p:cNvPr>
            <p:cNvSpPr/>
            <p:nvPr/>
          </p:nvSpPr>
          <p:spPr>
            <a:xfrm>
              <a:off x="315506" y="1192776"/>
              <a:ext cx="2023669" cy="1929730"/>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ExtraShape3">
              <a:extLst>
                <a:ext uri="{FF2B5EF4-FFF2-40B4-BE49-F238E27FC236}">
                  <a16:creationId xmlns="" xmlns:p14="http://schemas.microsoft.com/office/powerpoint/2010/main" xmlns:p15="http://schemas.microsoft.com/office/powerpoint/2012/main" xmlns:a16="http://schemas.microsoft.com/office/drawing/2014/main" id="{DB437B95-35F3-4163-8DD2-7985BB42F4E8}"/>
                </a:ext>
              </a:extLst>
            </p:cNvPr>
            <p:cNvSpPr/>
            <p:nvPr/>
          </p:nvSpPr>
          <p:spPr>
            <a:xfrm>
              <a:off x="35472" y="925741"/>
              <a:ext cx="2583737" cy="2463801"/>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ExtraShape4">
              <a:extLst>
                <a:ext uri="{FF2B5EF4-FFF2-40B4-BE49-F238E27FC236}">
                  <a16:creationId xmlns="" xmlns:p14="http://schemas.microsoft.com/office/powerpoint/2010/main" xmlns:p15="http://schemas.microsoft.com/office/powerpoint/2012/main" xmlns:a16="http://schemas.microsoft.com/office/drawing/2014/main" id="{16532867-00AA-4C7E-B083-459CB346C57C}"/>
                </a:ext>
              </a:extLst>
            </p:cNvPr>
            <p:cNvSpPr/>
            <p:nvPr/>
          </p:nvSpPr>
          <p:spPr>
            <a:xfrm>
              <a:off x="958463" y="1805887"/>
              <a:ext cx="737754" cy="703508"/>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2" name="ExtraShape1">
              <a:extLst>
                <a:ext uri="{FF2B5EF4-FFF2-40B4-BE49-F238E27FC236}">
                  <a16:creationId xmlns="" xmlns:p14="http://schemas.microsoft.com/office/powerpoint/2010/main" xmlns:p15="http://schemas.microsoft.com/office/powerpoint/2012/main" xmlns:a16="http://schemas.microsoft.com/office/drawing/2014/main" id="{0E65D06B-7815-41A3-A69C-409F5116FD83}"/>
                </a:ext>
              </a:extLst>
            </p:cNvPr>
            <p:cNvCxnSpPr>
              <a:stCxn id="170" idx="1"/>
              <a:endCxn id="170" idx="5"/>
            </p:cNvCxnSpPr>
            <p:nvPr/>
          </p:nvCxnSpPr>
          <p:spPr>
            <a:xfrm>
              <a:off x="413852" y="1286556"/>
              <a:ext cx="1826977" cy="174217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3" name="ExtraShape2">
              <a:extLst>
                <a:ext uri="{FF2B5EF4-FFF2-40B4-BE49-F238E27FC236}">
                  <a16:creationId xmlns="" xmlns:p14="http://schemas.microsoft.com/office/powerpoint/2010/main" xmlns:p15="http://schemas.microsoft.com/office/powerpoint/2012/main" xmlns:a16="http://schemas.microsoft.com/office/drawing/2014/main" id="{3C9BC6A0-BD55-4ABA-970E-A3E0A633065F}"/>
                </a:ext>
              </a:extLst>
            </p:cNvPr>
            <p:cNvCxnSpPr>
              <a:stCxn id="170" idx="3"/>
              <a:endCxn id="170" idx="7"/>
            </p:cNvCxnSpPr>
            <p:nvPr/>
          </p:nvCxnSpPr>
          <p:spPr>
            <a:xfrm flipV="1">
              <a:off x="413852" y="1286556"/>
              <a:ext cx="1826977" cy="174217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4" name="ExtraShape3">
              <a:extLst>
                <a:ext uri="{FF2B5EF4-FFF2-40B4-BE49-F238E27FC236}">
                  <a16:creationId xmlns="" xmlns:p14="http://schemas.microsoft.com/office/powerpoint/2010/main" xmlns:p15="http://schemas.microsoft.com/office/powerpoint/2012/main" xmlns:a16="http://schemas.microsoft.com/office/drawing/2014/main" id="{63EE99FA-BBD9-4081-9542-DEDFA6B775DE}"/>
                </a:ext>
              </a:extLst>
            </p:cNvPr>
            <p:cNvCxnSpPr>
              <a:stCxn id="170" idx="0"/>
              <a:endCxn id="170" idx="4"/>
            </p:cNvCxnSpPr>
            <p:nvPr/>
          </p:nvCxnSpPr>
          <p:spPr>
            <a:xfrm flipH="1">
              <a:off x="1327341" y="925741"/>
              <a:ext cx="0" cy="246380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5" name="ValueShape1">
              <a:extLst>
                <a:ext uri="{FF2B5EF4-FFF2-40B4-BE49-F238E27FC236}">
                  <a16:creationId xmlns="" xmlns:p14="http://schemas.microsoft.com/office/powerpoint/2010/main" xmlns:p15="http://schemas.microsoft.com/office/powerpoint/2012/main" xmlns:a16="http://schemas.microsoft.com/office/drawing/2014/main" id="{3F43A773-B4DB-4E72-A513-3C9983F75DCE}"/>
                </a:ext>
              </a:extLst>
            </p:cNvPr>
            <p:cNvSpPr/>
            <p:nvPr/>
          </p:nvSpPr>
          <p:spPr>
            <a:xfrm flipH="1">
              <a:off x="538849" y="1369150"/>
              <a:ext cx="1576983" cy="1576983"/>
            </a:xfrm>
            <a:prstGeom prst="pie">
              <a:avLst>
                <a:gd name="adj1" fmla="val 16200000"/>
                <a:gd name="adj2" fmla="val 1849088"/>
              </a:avLst>
            </a:prstGeom>
            <a:solidFill>
              <a:srgbClr val="00FEFE">
                <a:alpha val="47059"/>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76" name="组合 175">
            <a:extLst>
              <a:ext uri="{FF2B5EF4-FFF2-40B4-BE49-F238E27FC236}">
                <a16:creationId xmlns="" xmlns:p14="http://schemas.microsoft.com/office/powerpoint/2010/main" xmlns:p15="http://schemas.microsoft.com/office/powerpoint/2012/main" xmlns:a16="http://schemas.microsoft.com/office/drawing/2014/main" id="{7347B7E7-9342-459A-9B58-C3BC2AAC6589}"/>
              </a:ext>
            </a:extLst>
          </p:cNvPr>
          <p:cNvGrpSpPr/>
          <p:nvPr/>
        </p:nvGrpSpPr>
        <p:grpSpPr>
          <a:xfrm>
            <a:off x="6893094" y="3227473"/>
            <a:ext cx="576000" cy="576000"/>
            <a:chOff x="35472" y="925741"/>
            <a:chExt cx="2583737" cy="2463801"/>
          </a:xfrm>
          <a:effectLst>
            <a:innerShdw blurRad="114300">
              <a:prstClr val="black"/>
            </a:innerShdw>
          </a:effectLst>
        </p:grpSpPr>
        <p:sp>
          <p:nvSpPr>
            <p:cNvPr id="177" name="ExtraShape1">
              <a:extLst>
                <a:ext uri="{FF2B5EF4-FFF2-40B4-BE49-F238E27FC236}">
                  <a16:creationId xmlns="" xmlns:p14="http://schemas.microsoft.com/office/powerpoint/2010/main" xmlns:p15="http://schemas.microsoft.com/office/powerpoint/2012/main" xmlns:a16="http://schemas.microsoft.com/office/drawing/2014/main" id="{46D6609B-8A9A-4992-962C-F32834845C63}"/>
                </a:ext>
              </a:extLst>
            </p:cNvPr>
            <p:cNvSpPr/>
            <p:nvPr/>
          </p:nvSpPr>
          <p:spPr>
            <a:xfrm>
              <a:off x="624935" y="1487842"/>
              <a:ext cx="1404810" cy="1339599"/>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ExtraShape2">
              <a:extLst>
                <a:ext uri="{FF2B5EF4-FFF2-40B4-BE49-F238E27FC236}">
                  <a16:creationId xmlns="" xmlns:p14="http://schemas.microsoft.com/office/powerpoint/2010/main" xmlns:p15="http://schemas.microsoft.com/office/powerpoint/2012/main" xmlns:a16="http://schemas.microsoft.com/office/drawing/2014/main" id="{81566A83-4E8C-457E-87B9-E062FE7ECC50}"/>
                </a:ext>
              </a:extLst>
            </p:cNvPr>
            <p:cNvSpPr/>
            <p:nvPr/>
          </p:nvSpPr>
          <p:spPr>
            <a:xfrm>
              <a:off x="315506" y="1192776"/>
              <a:ext cx="2023669" cy="1929730"/>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ExtraShape3">
              <a:extLst>
                <a:ext uri="{FF2B5EF4-FFF2-40B4-BE49-F238E27FC236}">
                  <a16:creationId xmlns="" xmlns:p14="http://schemas.microsoft.com/office/powerpoint/2010/main" xmlns:p15="http://schemas.microsoft.com/office/powerpoint/2012/main" xmlns:a16="http://schemas.microsoft.com/office/drawing/2014/main" id="{206E5C62-B4DD-44C3-9762-8A4BBBDA167A}"/>
                </a:ext>
              </a:extLst>
            </p:cNvPr>
            <p:cNvSpPr/>
            <p:nvPr/>
          </p:nvSpPr>
          <p:spPr>
            <a:xfrm>
              <a:off x="35472" y="925741"/>
              <a:ext cx="2583737" cy="2463801"/>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ExtraShape4">
              <a:extLst>
                <a:ext uri="{FF2B5EF4-FFF2-40B4-BE49-F238E27FC236}">
                  <a16:creationId xmlns="" xmlns:p14="http://schemas.microsoft.com/office/powerpoint/2010/main" xmlns:p15="http://schemas.microsoft.com/office/powerpoint/2012/main" xmlns:a16="http://schemas.microsoft.com/office/drawing/2014/main" id="{C0D546B5-7104-42DB-BFEA-FA2996B37493}"/>
                </a:ext>
              </a:extLst>
            </p:cNvPr>
            <p:cNvSpPr/>
            <p:nvPr/>
          </p:nvSpPr>
          <p:spPr>
            <a:xfrm>
              <a:off x="958463" y="1805887"/>
              <a:ext cx="737754" cy="703508"/>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1" name="ExtraShape1">
              <a:extLst>
                <a:ext uri="{FF2B5EF4-FFF2-40B4-BE49-F238E27FC236}">
                  <a16:creationId xmlns="" xmlns:p14="http://schemas.microsoft.com/office/powerpoint/2010/main" xmlns:p15="http://schemas.microsoft.com/office/powerpoint/2012/main" xmlns:a16="http://schemas.microsoft.com/office/drawing/2014/main" id="{97ED16C3-62BA-490A-AC8A-58FF1CCF0753}"/>
                </a:ext>
              </a:extLst>
            </p:cNvPr>
            <p:cNvCxnSpPr>
              <a:stCxn id="179" idx="1"/>
              <a:endCxn id="179" idx="5"/>
            </p:cNvCxnSpPr>
            <p:nvPr/>
          </p:nvCxnSpPr>
          <p:spPr>
            <a:xfrm>
              <a:off x="413852" y="1286556"/>
              <a:ext cx="1826977" cy="174217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2" name="ExtraShape2">
              <a:extLst>
                <a:ext uri="{FF2B5EF4-FFF2-40B4-BE49-F238E27FC236}">
                  <a16:creationId xmlns="" xmlns:p14="http://schemas.microsoft.com/office/powerpoint/2010/main" xmlns:p15="http://schemas.microsoft.com/office/powerpoint/2012/main" xmlns:a16="http://schemas.microsoft.com/office/drawing/2014/main" id="{29740D34-52CC-4FDB-8245-524DC19F1174}"/>
                </a:ext>
              </a:extLst>
            </p:cNvPr>
            <p:cNvCxnSpPr>
              <a:stCxn id="179" idx="3"/>
              <a:endCxn id="179" idx="7"/>
            </p:cNvCxnSpPr>
            <p:nvPr/>
          </p:nvCxnSpPr>
          <p:spPr>
            <a:xfrm flipV="1">
              <a:off x="413852" y="1286556"/>
              <a:ext cx="1826977" cy="174217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3" name="ExtraShape3">
              <a:extLst>
                <a:ext uri="{FF2B5EF4-FFF2-40B4-BE49-F238E27FC236}">
                  <a16:creationId xmlns="" xmlns:p14="http://schemas.microsoft.com/office/powerpoint/2010/main" xmlns:p15="http://schemas.microsoft.com/office/powerpoint/2012/main" xmlns:a16="http://schemas.microsoft.com/office/drawing/2014/main" id="{81D718C2-1096-464E-B91D-1A9DFFD29732}"/>
                </a:ext>
              </a:extLst>
            </p:cNvPr>
            <p:cNvCxnSpPr>
              <a:stCxn id="179" idx="0"/>
              <a:endCxn id="179" idx="4"/>
            </p:cNvCxnSpPr>
            <p:nvPr/>
          </p:nvCxnSpPr>
          <p:spPr>
            <a:xfrm flipH="1">
              <a:off x="1327341" y="925741"/>
              <a:ext cx="0" cy="2463801"/>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4" name="ValueShape1">
              <a:extLst>
                <a:ext uri="{FF2B5EF4-FFF2-40B4-BE49-F238E27FC236}">
                  <a16:creationId xmlns="" xmlns:p14="http://schemas.microsoft.com/office/powerpoint/2010/main" xmlns:p15="http://schemas.microsoft.com/office/powerpoint/2012/main" xmlns:a16="http://schemas.microsoft.com/office/drawing/2014/main" id="{E82A2297-FC1F-433F-A608-07C15C2A7E4F}"/>
                </a:ext>
              </a:extLst>
            </p:cNvPr>
            <p:cNvSpPr/>
            <p:nvPr/>
          </p:nvSpPr>
          <p:spPr>
            <a:xfrm flipH="1">
              <a:off x="538849" y="1369150"/>
              <a:ext cx="1576983" cy="1576983"/>
            </a:xfrm>
            <a:prstGeom prst="pie">
              <a:avLst>
                <a:gd name="adj1" fmla="val 13759296"/>
                <a:gd name="adj2" fmla="val 8254813"/>
              </a:avLst>
            </a:prstGeom>
            <a:solidFill>
              <a:srgbClr val="00FEFE">
                <a:alpha val="47059"/>
              </a:srgb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 name="组合 2">
            <a:extLst>
              <a:ext uri="{FF2B5EF4-FFF2-40B4-BE49-F238E27FC236}">
                <a16:creationId xmlns="" xmlns:p14="http://schemas.microsoft.com/office/powerpoint/2010/main" xmlns:p15="http://schemas.microsoft.com/office/powerpoint/2012/main" xmlns:a16="http://schemas.microsoft.com/office/drawing/2014/main" id="{46DA9DB1-4CBC-4D85-8AF4-78823105EBDD}"/>
              </a:ext>
            </a:extLst>
          </p:cNvPr>
          <p:cNvGrpSpPr/>
          <p:nvPr/>
        </p:nvGrpSpPr>
        <p:grpSpPr>
          <a:xfrm>
            <a:off x="2123520" y="1175451"/>
            <a:ext cx="2789538" cy="355507"/>
            <a:chOff x="1997880" y="1325715"/>
            <a:chExt cx="6069769" cy="517199"/>
          </a:xfrm>
        </p:grpSpPr>
        <p:cxnSp>
          <p:nvCxnSpPr>
            <p:cNvPr id="41" name="直接连接符 40">
              <a:extLst>
                <a:ext uri="{FF2B5EF4-FFF2-40B4-BE49-F238E27FC236}">
                  <a16:creationId xmlns="" xmlns:p14="http://schemas.microsoft.com/office/powerpoint/2010/main" xmlns:p15="http://schemas.microsoft.com/office/powerpoint/2012/main" xmlns:a16="http://schemas.microsoft.com/office/drawing/2014/main" id="{2EF459A6-F73E-4B95-BE60-2BF02552A16D}"/>
                </a:ext>
              </a:extLst>
            </p:cNvPr>
            <p:cNvCxnSpPr/>
            <p:nvPr/>
          </p:nvCxnSpPr>
          <p:spPr>
            <a:xfrm flipH="1">
              <a:off x="2486945" y="1325715"/>
              <a:ext cx="5580704" cy="276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 xmlns:p14="http://schemas.microsoft.com/office/powerpoint/2010/main" xmlns:p15="http://schemas.microsoft.com/office/powerpoint/2012/main" xmlns:a16="http://schemas.microsoft.com/office/drawing/2014/main" id="{5D2F43AC-F75F-43E8-9ACD-F5A475FB31AC}"/>
                </a:ext>
              </a:extLst>
            </p:cNvPr>
            <p:cNvCxnSpPr/>
            <p:nvPr/>
          </p:nvCxnSpPr>
          <p:spPr>
            <a:xfrm flipV="1">
              <a:off x="1997880" y="1325715"/>
              <a:ext cx="489066" cy="51719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 xmlns:p14="http://schemas.microsoft.com/office/powerpoint/2010/main" xmlns:p15="http://schemas.microsoft.com/office/powerpoint/2012/main" xmlns:a16="http://schemas.microsoft.com/office/drawing/2014/main" id="{742F50DD-AC43-4817-86D5-69244702C7D5}"/>
              </a:ext>
            </a:extLst>
          </p:cNvPr>
          <p:cNvGrpSpPr/>
          <p:nvPr/>
        </p:nvGrpSpPr>
        <p:grpSpPr>
          <a:xfrm>
            <a:off x="2561416" y="1900785"/>
            <a:ext cx="3689592" cy="355507"/>
            <a:chOff x="1997880" y="1325715"/>
            <a:chExt cx="8028200" cy="517199"/>
          </a:xfrm>
        </p:grpSpPr>
        <p:cxnSp>
          <p:nvCxnSpPr>
            <p:cNvPr id="45" name="直接连接符 44">
              <a:extLst>
                <a:ext uri="{FF2B5EF4-FFF2-40B4-BE49-F238E27FC236}">
                  <a16:creationId xmlns="" xmlns:p14="http://schemas.microsoft.com/office/powerpoint/2010/main" xmlns:p15="http://schemas.microsoft.com/office/powerpoint/2012/main" xmlns:a16="http://schemas.microsoft.com/office/drawing/2014/main" id="{CE84CD40-B6FF-4995-AE29-2D6AFFFBF086}"/>
                </a:ext>
              </a:extLst>
            </p:cNvPr>
            <p:cNvCxnSpPr/>
            <p:nvPr/>
          </p:nvCxnSpPr>
          <p:spPr>
            <a:xfrm flipH="1">
              <a:off x="2486949" y="1325715"/>
              <a:ext cx="7539131" cy="276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 xmlns:p14="http://schemas.microsoft.com/office/powerpoint/2010/main" xmlns:p15="http://schemas.microsoft.com/office/powerpoint/2012/main" xmlns:a16="http://schemas.microsoft.com/office/drawing/2014/main" id="{5A3AA9AE-5EEC-417A-8B3B-DF6FC665AA39}"/>
                </a:ext>
              </a:extLst>
            </p:cNvPr>
            <p:cNvCxnSpPr/>
            <p:nvPr/>
          </p:nvCxnSpPr>
          <p:spPr>
            <a:xfrm flipV="1">
              <a:off x="1997880" y="1325715"/>
              <a:ext cx="489066" cy="51719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 xmlns:p14="http://schemas.microsoft.com/office/powerpoint/2010/main" xmlns:p15="http://schemas.microsoft.com/office/powerpoint/2012/main" xmlns:a16="http://schemas.microsoft.com/office/drawing/2014/main" id="{B78744E3-9EAE-4DB2-9B83-2DD759721501}"/>
              </a:ext>
            </a:extLst>
          </p:cNvPr>
          <p:cNvGrpSpPr/>
          <p:nvPr/>
        </p:nvGrpSpPr>
        <p:grpSpPr>
          <a:xfrm>
            <a:off x="2474792" y="2626118"/>
            <a:ext cx="2653132" cy="355507"/>
            <a:chOff x="1997880" y="1325715"/>
            <a:chExt cx="5772962" cy="517199"/>
          </a:xfrm>
        </p:grpSpPr>
        <p:cxnSp>
          <p:nvCxnSpPr>
            <p:cNvPr id="53" name="直接连接符 52">
              <a:extLst>
                <a:ext uri="{FF2B5EF4-FFF2-40B4-BE49-F238E27FC236}">
                  <a16:creationId xmlns="" xmlns:p14="http://schemas.microsoft.com/office/powerpoint/2010/main" xmlns:p15="http://schemas.microsoft.com/office/powerpoint/2012/main" xmlns:a16="http://schemas.microsoft.com/office/drawing/2014/main" id="{497E0BEF-72E5-4A49-811D-27527E52C232}"/>
                </a:ext>
              </a:extLst>
            </p:cNvPr>
            <p:cNvCxnSpPr/>
            <p:nvPr/>
          </p:nvCxnSpPr>
          <p:spPr>
            <a:xfrm flipH="1">
              <a:off x="2486949" y="1328484"/>
              <a:ext cx="5283893"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 xmlns:p14="http://schemas.microsoft.com/office/powerpoint/2010/main" xmlns:p15="http://schemas.microsoft.com/office/powerpoint/2012/main" xmlns:a16="http://schemas.microsoft.com/office/drawing/2014/main" id="{75E6BFD4-98D6-43F1-BE9E-DE8C7850D351}"/>
                </a:ext>
              </a:extLst>
            </p:cNvPr>
            <p:cNvCxnSpPr/>
            <p:nvPr/>
          </p:nvCxnSpPr>
          <p:spPr>
            <a:xfrm flipV="1">
              <a:off x="1997880" y="1325715"/>
              <a:ext cx="489066" cy="517199"/>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grpSp>
      <p:pic>
        <p:nvPicPr>
          <p:cNvPr id="56" name="图片 55">
            <a:extLst>
              <a:ext uri="{FF2B5EF4-FFF2-40B4-BE49-F238E27FC236}">
                <a16:creationId xmlns="" xmlns:p14="http://schemas.microsoft.com/office/powerpoint/2010/main" xmlns:p15="http://schemas.microsoft.com/office/powerpoint/2012/main" xmlns:a16="http://schemas.microsoft.com/office/drawing/2014/main" id="{053AB001-0E22-48AC-9C29-EEBF7262BBB0}"/>
              </a:ext>
            </a:extLst>
          </p:cNvPr>
          <p:cNvPicPr>
            <a:picLocks noChangeAspect="1"/>
          </p:cNvPicPr>
          <p:nvPr/>
        </p:nvPicPr>
        <p:blipFill>
          <a:blip r:embed="rId6">
            <a:duotone>
              <a:prstClr val="black"/>
              <a:srgbClr val="03E2E7">
                <a:tint val="45000"/>
                <a:satMod val="400000"/>
              </a:srgbClr>
            </a:duotone>
          </a:blip>
          <a:stretch>
            <a:fillRect/>
          </a:stretch>
        </p:blipFill>
        <p:spPr>
          <a:xfrm>
            <a:off x="79237" y="1358301"/>
            <a:ext cx="2502374" cy="2273400"/>
          </a:xfrm>
          <a:prstGeom prst="rect">
            <a:avLst/>
          </a:prstGeom>
        </p:spPr>
      </p:pic>
      <p:sp>
        <p:nvSpPr>
          <p:cNvPr id="57" name="TextBox 13">
            <a:extLst>
              <a:ext uri="{FF2B5EF4-FFF2-40B4-BE49-F238E27FC236}">
                <a16:creationId xmlns="" xmlns:p14="http://schemas.microsoft.com/office/powerpoint/2010/main" xmlns:p15="http://schemas.microsoft.com/office/powerpoint/2012/main" xmlns:a16="http://schemas.microsoft.com/office/drawing/2014/main" id="{E46AFE32-47A3-4FD4-AD3F-92537921744A}"/>
              </a:ext>
            </a:extLst>
          </p:cNvPr>
          <p:cNvSpPr txBox="1"/>
          <p:nvPr/>
        </p:nvSpPr>
        <p:spPr>
          <a:xfrm>
            <a:off x="2965614" y="1089875"/>
            <a:ext cx="1095173" cy="184666"/>
          </a:xfrm>
          <a:prstGeom prst="rect">
            <a:avLst/>
          </a:prstGeom>
          <a:solidFill>
            <a:srgbClr val="010C22"/>
          </a:solid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58" name="TextBox 13">
            <a:extLst>
              <a:ext uri="{FF2B5EF4-FFF2-40B4-BE49-F238E27FC236}">
                <a16:creationId xmlns="" xmlns:p14="http://schemas.microsoft.com/office/powerpoint/2010/main" xmlns:p15="http://schemas.microsoft.com/office/powerpoint/2012/main" xmlns:a16="http://schemas.microsoft.com/office/drawing/2014/main" id="{603775F1-4349-482B-B058-FDF1A1FB64C3}"/>
              </a:ext>
            </a:extLst>
          </p:cNvPr>
          <p:cNvSpPr txBox="1"/>
          <p:nvPr/>
        </p:nvSpPr>
        <p:spPr>
          <a:xfrm>
            <a:off x="5017504" y="1004550"/>
            <a:ext cx="2464270" cy="369332"/>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59" name="组合 58">
            <a:extLst>
              <a:ext uri="{FF2B5EF4-FFF2-40B4-BE49-F238E27FC236}">
                <a16:creationId xmlns="" xmlns:p14="http://schemas.microsoft.com/office/powerpoint/2010/main" xmlns:p15="http://schemas.microsoft.com/office/powerpoint/2012/main" xmlns:a16="http://schemas.microsoft.com/office/drawing/2014/main" id="{E4889568-4B4A-490A-AA67-FAAB73041375}"/>
              </a:ext>
            </a:extLst>
          </p:cNvPr>
          <p:cNvGrpSpPr/>
          <p:nvPr/>
        </p:nvGrpSpPr>
        <p:grpSpPr>
          <a:xfrm>
            <a:off x="2063656" y="565724"/>
            <a:ext cx="450764" cy="1342546"/>
            <a:chOff x="4768367" y="-844793"/>
            <a:chExt cx="2372637" cy="6100918"/>
          </a:xfrm>
        </p:grpSpPr>
        <p:sp>
          <p:nvSpPr>
            <p:cNvPr id="60" name="文本框 59">
              <a:extLst>
                <a:ext uri="{FF2B5EF4-FFF2-40B4-BE49-F238E27FC236}">
                  <a16:creationId xmlns="" xmlns:p14="http://schemas.microsoft.com/office/powerpoint/2010/main" xmlns:p15="http://schemas.microsoft.com/office/powerpoint/2012/main" xmlns:a16="http://schemas.microsoft.com/office/drawing/2014/main" id="{C1873F74-6364-4AB0-89CB-94ED743EEC16}"/>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61" name="图片 60"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50D273D2-53FE-416D-A968-7F1936D4C9DC}"/>
                </a:ext>
              </a:extLst>
            </p:cNvPr>
            <p:cNvPicPr>
              <a:picLocks noChangeAspect="1"/>
            </p:cNvPicPr>
            <p:nvPr/>
          </p:nvPicPr>
          <p:blipFill>
            <a:blip r:embed="rId7">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62" name="图片 61">
              <a:extLst>
                <a:ext uri="{FF2B5EF4-FFF2-40B4-BE49-F238E27FC236}">
                  <a16:creationId xmlns="" xmlns:p14="http://schemas.microsoft.com/office/powerpoint/2010/main" xmlns:p15="http://schemas.microsoft.com/office/powerpoint/2012/main" xmlns:a16="http://schemas.microsoft.com/office/drawing/2014/main" id="{E3174BEF-677D-4072-B33F-C65775F2A391}"/>
                </a:ext>
              </a:extLst>
            </p:cNvPr>
            <p:cNvPicPr>
              <a:picLocks noChangeAspect="1"/>
            </p:cNvPicPr>
            <p:nvPr/>
          </p:nvPicPr>
          <p:blipFill>
            <a:blip r:embed="rId8">
              <a:biLevel thresh="50000"/>
              <a:extLst>
                <a:ext uri="{BEBA8EAE-BF5A-486C-A8C5-ECC9F3942E4B}">
                  <a14:imgProps xmlns:a14="http://schemas.microsoft.com/office/drawing/2010/main">
                    <a14:imgLayer r:embed="rId9">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63" name="文本框 62">
              <a:extLst>
                <a:ext uri="{FF2B5EF4-FFF2-40B4-BE49-F238E27FC236}">
                  <a16:creationId xmlns="" xmlns:p14="http://schemas.microsoft.com/office/powerpoint/2010/main" xmlns:p15="http://schemas.microsoft.com/office/powerpoint/2012/main" xmlns:a16="http://schemas.microsoft.com/office/drawing/2014/main" id="{DBC1E175-38BE-4276-84BB-9AF8DC724FBF}"/>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65" name="TextBox 13">
            <a:extLst>
              <a:ext uri="{FF2B5EF4-FFF2-40B4-BE49-F238E27FC236}">
                <a16:creationId xmlns="" xmlns:p14="http://schemas.microsoft.com/office/powerpoint/2010/main" xmlns:p15="http://schemas.microsoft.com/office/powerpoint/2012/main" xmlns:a16="http://schemas.microsoft.com/office/drawing/2014/main" id="{B59251A3-9B68-45A5-BFF2-55ACAF526E31}"/>
              </a:ext>
            </a:extLst>
          </p:cNvPr>
          <p:cNvSpPr txBox="1"/>
          <p:nvPr/>
        </p:nvSpPr>
        <p:spPr>
          <a:xfrm>
            <a:off x="3413610" y="1795320"/>
            <a:ext cx="1095173" cy="184666"/>
          </a:xfrm>
          <a:prstGeom prst="rect">
            <a:avLst/>
          </a:prstGeom>
          <a:solidFill>
            <a:srgbClr val="010C22"/>
          </a:solid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66" name="TextBox 13">
            <a:extLst>
              <a:ext uri="{FF2B5EF4-FFF2-40B4-BE49-F238E27FC236}">
                <a16:creationId xmlns="" xmlns:p14="http://schemas.microsoft.com/office/powerpoint/2010/main" xmlns:p15="http://schemas.microsoft.com/office/powerpoint/2012/main" xmlns:a16="http://schemas.microsoft.com/office/drawing/2014/main" id="{A903B56F-CFA0-49B5-838B-EC1D6CD2A1CE}"/>
              </a:ext>
            </a:extLst>
          </p:cNvPr>
          <p:cNvSpPr txBox="1"/>
          <p:nvPr/>
        </p:nvSpPr>
        <p:spPr>
          <a:xfrm>
            <a:off x="5465499" y="1730091"/>
            <a:ext cx="2633471" cy="369332"/>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67" name="组合 66">
            <a:extLst>
              <a:ext uri="{FF2B5EF4-FFF2-40B4-BE49-F238E27FC236}">
                <a16:creationId xmlns="" xmlns:p14="http://schemas.microsoft.com/office/powerpoint/2010/main" xmlns:p15="http://schemas.microsoft.com/office/powerpoint/2012/main" xmlns:a16="http://schemas.microsoft.com/office/drawing/2014/main" id="{B52C058B-418E-4AC2-BDAD-1B1585FD56B0}"/>
              </a:ext>
            </a:extLst>
          </p:cNvPr>
          <p:cNvGrpSpPr/>
          <p:nvPr/>
        </p:nvGrpSpPr>
        <p:grpSpPr>
          <a:xfrm>
            <a:off x="2511652" y="1271169"/>
            <a:ext cx="573030" cy="1342546"/>
            <a:chOff x="4768367" y="-844793"/>
            <a:chExt cx="3016195" cy="6100918"/>
          </a:xfrm>
        </p:grpSpPr>
        <p:sp>
          <p:nvSpPr>
            <p:cNvPr id="68" name="文本框 67">
              <a:extLst>
                <a:ext uri="{FF2B5EF4-FFF2-40B4-BE49-F238E27FC236}">
                  <a16:creationId xmlns="" xmlns:p14="http://schemas.microsoft.com/office/powerpoint/2010/main" xmlns:p15="http://schemas.microsoft.com/office/powerpoint/2012/main" xmlns:a16="http://schemas.microsoft.com/office/drawing/2014/main" id="{9418FC95-7D22-4361-BAC2-378572F29A6A}"/>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69" name="图片 68"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CA7E0675-B8C8-4B56-9F10-5064CEE5B59B}"/>
                </a:ext>
              </a:extLst>
            </p:cNvPr>
            <p:cNvPicPr>
              <a:picLocks noChangeAspect="1"/>
            </p:cNvPicPr>
            <p:nvPr/>
          </p:nvPicPr>
          <p:blipFill>
            <a:blip r:embed="rId7">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70" name="图片 69">
              <a:extLst>
                <a:ext uri="{FF2B5EF4-FFF2-40B4-BE49-F238E27FC236}">
                  <a16:creationId xmlns="" xmlns:p14="http://schemas.microsoft.com/office/powerpoint/2010/main" xmlns:p15="http://schemas.microsoft.com/office/powerpoint/2012/main" xmlns:a16="http://schemas.microsoft.com/office/drawing/2014/main" id="{0D64FA90-1CD0-40B8-BFEA-4AA9A7917570}"/>
                </a:ext>
              </a:extLst>
            </p:cNvPr>
            <p:cNvPicPr>
              <a:picLocks noChangeAspect="1"/>
            </p:cNvPicPr>
            <p:nvPr/>
          </p:nvPicPr>
          <p:blipFill>
            <a:blip r:embed="rId8">
              <a:biLevel thresh="50000"/>
              <a:extLst>
                <a:ext uri="{BEBA8EAE-BF5A-486C-A8C5-ECC9F3942E4B}">
                  <a14:imgProps xmlns:a14="http://schemas.microsoft.com/office/drawing/2010/main">
                    <a14:imgLayer r:embed="rId9">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71" name="文本框 70">
              <a:extLst>
                <a:ext uri="{FF2B5EF4-FFF2-40B4-BE49-F238E27FC236}">
                  <a16:creationId xmlns="" xmlns:p14="http://schemas.microsoft.com/office/powerpoint/2010/main" xmlns:p15="http://schemas.microsoft.com/office/powerpoint/2012/main" xmlns:a16="http://schemas.microsoft.com/office/drawing/2014/main" id="{3D6D75E9-7CC4-4F1A-82CF-434F9062A242}"/>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72" name="TextBox 13">
            <a:extLst>
              <a:ext uri="{FF2B5EF4-FFF2-40B4-BE49-F238E27FC236}">
                <a16:creationId xmlns="" xmlns:p14="http://schemas.microsoft.com/office/powerpoint/2010/main" xmlns:p15="http://schemas.microsoft.com/office/powerpoint/2012/main" xmlns:a16="http://schemas.microsoft.com/office/drawing/2014/main" id="{1AF4D38F-07F8-41C9-8C2B-A0DBC86E530D}"/>
              </a:ext>
            </a:extLst>
          </p:cNvPr>
          <p:cNvSpPr txBox="1"/>
          <p:nvPr/>
        </p:nvSpPr>
        <p:spPr>
          <a:xfrm>
            <a:off x="3310787" y="2541632"/>
            <a:ext cx="1095173" cy="184666"/>
          </a:xfrm>
          <a:prstGeom prst="rect">
            <a:avLst/>
          </a:prstGeom>
          <a:solidFill>
            <a:srgbClr val="010C22"/>
          </a:solid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73" name="TextBox 13">
            <a:extLst>
              <a:ext uri="{FF2B5EF4-FFF2-40B4-BE49-F238E27FC236}">
                <a16:creationId xmlns="" xmlns:p14="http://schemas.microsoft.com/office/powerpoint/2010/main" xmlns:p15="http://schemas.microsoft.com/office/powerpoint/2012/main" xmlns:a16="http://schemas.microsoft.com/office/drawing/2014/main" id="{E1063336-DD5B-48E6-B196-C5512E697C53}"/>
              </a:ext>
            </a:extLst>
          </p:cNvPr>
          <p:cNvSpPr txBox="1"/>
          <p:nvPr/>
        </p:nvSpPr>
        <p:spPr>
          <a:xfrm>
            <a:off x="5046147" y="2403989"/>
            <a:ext cx="1989286" cy="492443"/>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74" name="组合 73">
            <a:extLst>
              <a:ext uri="{FF2B5EF4-FFF2-40B4-BE49-F238E27FC236}">
                <a16:creationId xmlns="" xmlns:p14="http://schemas.microsoft.com/office/powerpoint/2010/main" xmlns:p15="http://schemas.microsoft.com/office/powerpoint/2012/main" xmlns:a16="http://schemas.microsoft.com/office/drawing/2014/main" id="{DCEE18B6-AD44-4FFB-943A-35258F79BCB4}"/>
              </a:ext>
            </a:extLst>
          </p:cNvPr>
          <p:cNvGrpSpPr/>
          <p:nvPr/>
        </p:nvGrpSpPr>
        <p:grpSpPr>
          <a:xfrm>
            <a:off x="2408829" y="1997385"/>
            <a:ext cx="573030" cy="1342546"/>
            <a:chOff x="4768367" y="-844793"/>
            <a:chExt cx="3016195" cy="6100918"/>
          </a:xfrm>
        </p:grpSpPr>
        <p:sp>
          <p:nvSpPr>
            <p:cNvPr id="75" name="文本框 74">
              <a:extLst>
                <a:ext uri="{FF2B5EF4-FFF2-40B4-BE49-F238E27FC236}">
                  <a16:creationId xmlns="" xmlns:p14="http://schemas.microsoft.com/office/powerpoint/2010/main" xmlns:p15="http://schemas.microsoft.com/office/powerpoint/2012/main" xmlns:a16="http://schemas.microsoft.com/office/drawing/2014/main" id="{1B9B0AE8-F4FB-43AF-A644-359A4B7C73B8}"/>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76" name="图片 75"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F6E0BF6B-C67C-4D5B-B1DC-13EB298E5E42}"/>
                </a:ext>
              </a:extLst>
            </p:cNvPr>
            <p:cNvPicPr>
              <a:picLocks noChangeAspect="1"/>
            </p:cNvPicPr>
            <p:nvPr/>
          </p:nvPicPr>
          <p:blipFill>
            <a:blip r:embed="rId7">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77" name="图片 76">
              <a:extLst>
                <a:ext uri="{FF2B5EF4-FFF2-40B4-BE49-F238E27FC236}">
                  <a16:creationId xmlns="" xmlns:p14="http://schemas.microsoft.com/office/powerpoint/2010/main" xmlns:p15="http://schemas.microsoft.com/office/powerpoint/2012/main" xmlns:a16="http://schemas.microsoft.com/office/drawing/2014/main" id="{70C82C75-607B-41DF-952A-D7C0AA98F507}"/>
                </a:ext>
              </a:extLst>
            </p:cNvPr>
            <p:cNvPicPr>
              <a:picLocks noChangeAspect="1"/>
            </p:cNvPicPr>
            <p:nvPr/>
          </p:nvPicPr>
          <p:blipFill>
            <a:blip r:embed="rId8">
              <a:biLevel thresh="50000"/>
              <a:extLst>
                <a:ext uri="{BEBA8EAE-BF5A-486C-A8C5-ECC9F3942E4B}">
                  <a14:imgProps xmlns:a14="http://schemas.microsoft.com/office/drawing/2010/main">
                    <a14:imgLayer r:embed="rId9">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78" name="文本框 77">
              <a:extLst>
                <a:ext uri="{FF2B5EF4-FFF2-40B4-BE49-F238E27FC236}">
                  <a16:creationId xmlns="" xmlns:p14="http://schemas.microsoft.com/office/powerpoint/2010/main" xmlns:p15="http://schemas.microsoft.com/office/powerpoint/2012/main" xmlns:a16="http://schemas.microsoft.com/office/drawing/2014/main" id="{0324739D-D24E-4672-A8E2-627258A74A47}"/>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Tree>
    <p:extLst>
      <p:ext uri="{BB962C8B-B14F-4D97-AF65-F5344CB8AC3E}">
        <p14:creationId xmlns:p14="http://schemas.microsoft.com/office/powerpoint/2010/main" val="10269492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Effect transition="in" filter="fade">
                                      <p:cBhvr>
                                        <p:cTn id="9" dur="500"/>
                                        <p:tgtEl>
                                          <p:spTgt spid="56"/>
                                        </p:tgtEl>
                                      </p:cBhvr>
                                    </p:animEffect>
                                  </p:childTnLst>
                                </p:cTn>
                              </p:par>
                              <p:par>
                                <p:cTn id="10" presetID="22" presetClass="entr" presetSubtype="8" fill="hold" nodeType="withEffec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nodeType="withEffect">
                                  <p:childTnLst>
                                    <p:set>
                                      <p:cBhvr>
                                        <p:cTn id="14" dur="1" fill="hold">
                                          <p:stCondLst>
                                            <p:cond delay="0"/>
                                          </p:stCondLst>
                                        </p:cTn>
                                        <p:tgtEl>
                                          <p:spTgt spid="44"/>
                                        </p:tgtEl>
                                        <p:attrNameLst>
                                          <p:attrName>style.visibility</p:attrName>
                                        </p:attrNameLst>
                                      </p:cBhvr>
                                      <p:to>
                                        <p:strVal val="visible"/>
                                      </p:to>
                                    </p:set>
                                    <p:animEffect transition="in" filter="wipe(left)">
                                      <p:cBhvr>
                                        <p:cTn id="15" dur="500"/>
                                        <p:tgtEl>
                                          <p:spTgt spid="44"/>
                                        </p:tgtEl>
                                      </p:cBhvr>
                                    </p:animEffect>
                                  </p:childTnLst>
                                </p:cTn>
                              </p:par>
                              <p:par>
                                <p:cTn id="16" presetID="22" presetClass="entr" presetSubtype="8" fill="hold" nodeType="withEffect">
                                  <p:childTnLst>
                                    <p:set>
                                      <p:cBhvr>
                                        <p:cTn id="17" dur="1" fill="hold">
                                          <p:stCondLst>
                                            <p:cond delay="0"/>
                                          </p:stCondLst>
                                        </p:cTn>
                                        <p:tgtEl>
                                          <p:spTgt spid="52"/>
                                        </p:tgtEl>
                                        <p:attrNameLst>
                                          <p:attrName>style.visibility</p:attrName>
                                        </p:attrNameLst>
                                      </p:cBhvr>
                                      <p:to>
                                        <p:strVal val="visible"/>
                                      </p:to>
                                    </p:set>
                                    <p:animEffect transition="in" filter="wipe(left)">
                                      <p:cBhvr>
                                        <p:cTn id="18" dur="500"/>
                                        <p:tgtEl>
                                          <p:spTgt spid="52"/>
                                        </p:tgtEl>
                                      </p:cBhvr>
                                    </p:animEffect>
                                  </p:childTnLst>
                                </p:cTn>
                              </p:par>
                              <p:par>
                                <p:cTn id="19" presetID="22" presetClass="entr" presetSubtype="8" fill="hold" grpId="0" nodeType="withEffec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1" nodeType="withEffect">
                                  <p:childTnLst>
                                    <p:set>
                                      <p:cBhvr>
                                        <p:cTn id="23" dur="1" fill="hold">
                                          <p:stCondLst>
                                            <p:cond delay="0"/>
                                          </p:stCondLst>
                                        </p:cTn>
                                        <p:tgtEl>
                                          <p:spTgt spid="58"/>
                                        </p:tgtEl>
                                        <p:attrNameLst>
                                          <p:attrName>style.visibility</p:attrName>
                                        </p:attrNameLst>
                                      </p:cBhvr>
                                      <p:to>
                                        <p:strVal val="visible"/>
                                      </p:to>
                                    </p:set>
                                    <p:animEffect transition="in" filter="wipe(left)">
                                      <p:cBhvr>
                                        <p:cTn id="24" dur="500"/>
                                        <p:tgtEl>
                                          <p:spTgt spid="58"/>
                                        </p:tgtEl>
                                      </p:cBhvr>
                                    </p:animEffect>
                                  </p:childTnLst>
                                </p:cTn>
                              </p:par>
                              <p:par>
                                <p:cTn id="25" presetID="22" presetClass="entr" presetSubtype="8" fill="hold" nodeType="withEffect">
                                  <p:childTnLst>
                                    <p:set>
                                      <p:cBhvr>
                                        <p:cTn id="26" dur="1" fill="hold">
                                          <p:stCondLst>
                                            <p:cond delay="0"/>
                                          </p:stCondLst>
                                        </p:cTn>
                                        <p:tgtEl>
                                          <p:spTgt spid="59"/>
                                        </p:tgtEl>
                                        <p:attrNameLst>
                                          <p:attrName>style.visibility</p:attrName>
                                        </p:attrNameLst>
                                      </p:cBhvr>
                                      <p:to>
                                        <p:strVal val="visible"/>
                                      </p:to>
                                    </p:set>
                                    <p:animEffect transition="in" filter="wipe(left)">
                                      <p:cBhvr>
                                        <p:cTn id="27" dur="500"/>
                                        <p:tgtEl>
                                          <p:spTgt spid="59"/>
                                        </p:tgtEl>
                                      </p:cBhvr>
                                    </p:animEffect>
                                  </p:childTnLst>
                                </p:cTn>
                              </p:par>
                              <p:par>
                                <p:cTn id="28" presetID="22" presetClass="entr" presetSubtype="8" fill="hold" grpId="2" nodeType="withEffect">
                                  <p:childTnLst>
                                    <p:set>
                                      <p:cBhvr>
                                        <p:cTn id="29" dur="1" fill="hold">
                                          <p:stCondLst>
                                            <p:cond delay="0"/>
                                          </p:stCondLst>
                                        </p:cTn>
                                        <p:tgtEl>
                                          <p:spTgt spid="65"/>
                                        </p:tgtEl>
                                        <p:attrNameLst>
                                          <p:attrName>style.visibility</p:attrName>
                                        </p:attrNameLst>
                                      </p:cBhvr>
                                      <p:to>
                                        <p:strVal val="visible"/>
                                      </p:to>
                                    </p:set>
                                    <p:animEffect transition="in" filter="wipe(left)">
                                      <p:cBhvr>
                                        <p:cTn id="30" dur="500"/>
                                        <p:tgtEl>
                                          <p:spTgt spid="65"/>
                                        </p:tgtEl>
                                      </p:cBhvr>
                                    </p:animEffect>
                                  </p:childTnLst>
                                </p:cTn>
                              </p:par>
                              <p:par>
                                <p:cTn id="31" presetID="22" presetClass="entr" presetSubtype="8" fill="hold" grpId="3" nodeType="withEffect">
                                  <p:childTnLst>
                                    <p:set>
                                      <p:cBhvr>
                                        <p:cTn id="32" dur="1" fill="hold">
                                          <p:stCondLst>
                                            <p:cond delay="0"/>
                                          </p:stCondLst>
                                        </p:cTn>
                                        <p:tgtEl>
                                          <p:spTgt spid="66"/>
                                        </p:tgtEl>
                                        <p:attrNameLst>
                                          <p:attrName>style.visibility</p:attrName>
                                        </p:attrNameLst>
                                      </p:cBhvr>
                                      <p:to>
                                        <p:strVal val="visible"/>
                                      </p:to>
                                    </p:set>
                                    <p:animEffect transition="in" filter="wipe(left)">
                                      <p:cBhvr>
                                        <p:cTn id="33" dur="500"/>
                                        <p:tgtEl>
                                          <p:spTgt spid="66"/>
                                        </p:tgtEl>
                                      </p:cBhvr>
                                    </p:animEffect>
                                  </p:childTnLst>
                                </p:cTn>
                              </p:par>
                              <p:par>
                                <p:cTn id="34" presetID="22" presetClass="entr" presetSubtype="8" fill="hold" nodeType="withEffect">
                                  <p:childTnLst>
                                    <p:set>
                                      <p:cBhvr>
                                        <p:cTn id="35" dur="1" fill="hold">
                                          <p:stCondLst>
                                            <p:cond delay="0"/>
                                          </p:stCondLst>
                                        </p:cTn>
                                        <p:tgtEl>
                                          <p:spTgt spid="67"/>
                                        </p:tgtEl>
                                        <p:attrNameLst>
                                          <p:attrName>style.visibility</p:attrName>
                                        </p:attrNameLst>
                                      </p:cBhvr>
                                      <p:to>
                                        <p:strVal val="visible"/>
                                      </p:to>
                                    </p:set>
                                    <p:animEffect transition="in" filter="wipe(left)">
                                      <p:cBhvr>
                                        <p:cTn id="36" dur="500"/>
                                        <p:tgtEl>
                                          <p:spTgt spid="67"/>
                                        </p:tgtEl>
                                      </p:cBhvr>
                                    </p:animEffect>
                                  </p:childTnLst>
                                </p:cTn>
                              </p:par>
                              <p:par>
                                <p:cTn id="37" presetID="22" presetClass="entr" presetSubtype="8" fill="hold" grpId="4" nodeType="withEffect">
                                  <p:childTnLst>
                                    <p:set>
                                      <p:cBhvr>
                                        <p:cTn id="38" dur="1" fill="hold">
                                          <p:stCondLst>
                                            <p:cond delay="0"/>
                                          </p:stCondLst>
                                        </p:cTn>
                                        <p:tgtEl>
                                          <p:spTgt spid="72"/>
                                        </p:tgtEl>
                                        <p:attrNameLst>
                                          <p:attrName>style.visibility</p:attrName>
                                        </p:attrNameLst>
                                      </p:cBhvr>
                                      <p:to>
                                        <p:strVal val="visible"/>
                                      </p:to>
                                    </p:set>
                                    <p:animEffect transition="in" filter="wipe(left)">
                                      <p:cBhvr>
                                        <p:cTn id="39" dur="500"/>
                                        <p:tgtEl>
                                          <p:spTgt spid="72"/>
                                        </p:tgtEl>
                                      </p:cBhvr>
                                    </p:animEffect>
                                  </p:childTnLst>
                                </p:cTn>
                              </p:par>
                              <p:par>
                                <p:cTn id="40" presetID="22" presetClass="entr" presetSubtype="8" fill="hold" grpId="5" nodeType="withEffect">
                                  <p:childTnLst>
                                    <p:set>
                                      <p:cBhvr>
                                        <p:cTn id="41" dur="1" fill="hold">
                                          <p:stCondLst>
                                            <p:cond delay="0"/>
                                          </p:stCondLst>
                                        </p:cTn>
                                        <p:tgtEl>
                                          <p:spTgt spid="73"/>
                                        </p:tgtEl>
                                        <p:attrNameLst>
                                          <p:attrName>style.visibility</p:attrName>
                                        </p:attrNameLst>
                                      </p:cBhvr>
                                      <p:to>
                                        <p:strVal val="visible"/>
                                      </p:to>
                                    </p:set>
                                    <p:animEffect transition="in" filter="wipe(left)">
                                      <p:cBhvr>
                                        <p:cTn id="42" dur="500"/>
                                        <p:tgtEl>
                                          <p:spTgt spid="73"/>
                                        </p:tgtEl>
                                      </p:cBhvr>
                                    </p:animEffect>
                                  </p:childTnLst>
                                </p:cTn>
                              </p:par>
                              <p:par>
                                <p:cTn id="43" presetID="22" presetClass="entr" presetSubtype="8" fill="hold" nodeType="withEffect">
                                  <p:childTnLst>
                                    <p:set>
                                      <p:cBhvr>
                                        <p:cTn id="44" dur="1" fill="hold">
                                          <p:stCondLst>
                                            <p:cond delay="0"/>
                                          </p:stCondLst>
                                        </p:cTn>
                                        <p:tgtEl>
                                          <p:spTgt spid="74"/>
                                        </p:tgtEl>
                                        <p:attrNameLst>
                                          <p:attrName>style.visibility</p:attrName>
                                        </p:attrNameLst>
                                      </p:cBhvr>
                                      <p:to>
                                        <p:strVal val="visible"/>
                                      </p:to>
                                    </p:set>
                                    <p:animEffect transition="in" filter="wipe(left)">
                                      <p:cBhvr>
                                        <p:cTn id="45" dur="500"/>
                                        <p:tgtEl>
                                          <p:spTgt spid="74"/>
                                        </p:tgtEl>
                                      </p:cBhvr>
                                    </p:animEffect>
                                  </p:childTnLst>
                                </p:cTn>
                              </p:par>
                            </p:childTnLst>
                          </p:cTn>
                        </p:par>
                        <p:par>
                          <p:cTn id="46" fill="hold" nodeType="withGroup">
                            <p:stCondLst>
                              <p:cond delay="500"/>
                            </p:stCondLst>
                            <p:childTnLst>
                              <p:par>
                                <p:cTn id="47" presetID="53" presetClass="entr" presetSubtype="0" fill="hold" nodeType="afterEffect">
                                  <p:childTnLst>
                                    <p:set>
                                      <p:cBhvr>
                                        <p:cTn id="48" dur="1" fill="hold">
                                          <p:stCondLst>
                                            <p:cond delay="0"/>
                                          </p:stCondLst>
                                        </p:cTn>
                                        <p:tgtEl>
                                          <p:spTgt spid="158"/>
                                        </p:tgtEl>
                                        <p:attrNameLst>
                                          <p:attrName>style.visibility</p:attrName>
                                        </p:attrNameLst>
                                      </p:cBhvr>
                                      <p:to>
                                        <p:strVal val="visible"/>
                                      </p:to>
                                    </p:set>
                                    <p:anim calcmode="lin" valueType="num">
                                      <p:cBhvr>
                                        <p:cTn id="49" dur="500" fill="hold"/>
                                        <p:tgtEl>
                                          <p:spTgt spid="158"/>
                                        </p:tgtEl>
                                        <p:attrNameLst>
                                          <p:attrName>ppt_w</p:attrName>
                                        </p:attrNameLst>
                                      </p:cBhvr>
                                      <p:tavLst>
                                        <p:tav tm="0">
                                          <p:val>
                                            <p:fltVal val="0"/>
                                          </p:val>
                                        </p:tav>
                                        <p:tav tm="100000">
                                          <p:val>
                                            <p:strVal val="#ppt_w"/>
                                          </p:val>
                                        </p:tav>
                                      </p:tavLst>
                                    </p:anim>
                                    <p:anim calcmode="lin" valueType="num">
                                      <p:cBhvr>
                                        <p:cTn id="50" dur="500" fill="hold"/>
                                        <p:tgtEl>
                                          <p:spTgt spid="158"/>
                                        </p:tgtEl>
                                        <p:attrNameLst>
                                          <p:attrName>ppt_h</p:attrName>
                                        </p:attrNameLst>
                                      </p:cBhvr>
                                      <p:tavLst>
                                        <p:tav tm="0">
                                          <p:val>
                                            <p:fltVal val="0"/>
                                          </p:val>
                                        </p:tav>
                                        <p:tav tm="100000">
                                          <p:val>
                                            <p:strVal val="#ppt_h"/>
                                          </p:val>
                                        </p:tav>
                                      </p:tavLst>
                                    </p:anim>
                                    <p:animEffect transition="in" filter="fade">
                                      <p:cBhvr>
                                        <p:cTn id="51" dur="500"/>
                                        <p:tgtEl>
                                          <p:spTgt spid="158"/>
                                        </p:tgtEl>
                                      </p:cBhvr>
                                    </p:animEffect>
                                  </p:childTnLst>
                                </p:cTn>
                              </p:par>
                              <p:par>
                                <p:cTn id="52" presetID="53" presetClass="entr" presetSubtype="0" fill="hold" nodeType="withEffect">
                                  <p:childTnLst>
                                    <p:set>
                                      <p:cBhvr>
                                        <p:cTn id="53" dur="1" fill="hold">
                                          <p:stCondLst>
                                            <p:cond delay="0"/>
                                          </p:stCondLst>
                                        </p:cTn>
                                        <p:tgtEl>
                                          <p:spTgt spid="167"/>
                                        </p:tgtEl>
                                        <p:attrNameLst>
                                          <p:attrName>style.visibility</p:attrName>
                                        </p:attrNameLst>
                                      </p:cBhvr>
                                      <p:to>
                                        <p:strVal val="visible"/>
                                      </p:to>
                                    </p:set>
                                    <p:anim calcmode="lin" valueType="num">
                                      <p:cBhvr>
                                        <p:cTn id="54" dur="500" fill="hold"/>
                                        <p:tgtEl>
                                          <p:spTgt spid="167"/>
                                        </p:tgtEl>
                                        <p:attrNameLst>
                                          <p:attrName>ppt_w</p:attrName>
                                        </p:attrNameLst>
                                      </p:cBhvr>
                                      <p:tavLst>
                                        <p:tav tm="0">
                                          <p:val>
                                            <p:fltVal val="0"/>
                                          </p:val>
                                        </p:tav>
                                        <p:tav tm="100000">
                                          <p:val>
                                            <p:strVal val="#ppt_w"/>
                                          </p:val>
                                        </p:tav>
                                      </p:tavLst>
                                    </p:anim>
                                    <p:anim calcmode="lin" valueType="num">
                                      <p:cBhvr>
                                        <p:cTn id="55" dur="500" fill="hold"/>
                                        <p:tgtEl>
                                          <p:spTgt spid="167"/>
                                        </p:tgtEl>
                                        <p:attrNameLst>
                                          <p:attrName>ppt_h</p:attrName>
                                        </p:attrNameLst>
                                      </p:cBhvr>
                                      <p:tavLst>
                                        <p:tav tm="0">
                                          <p:val>
                                            <p:fltVal val="0"/>
                                          </p:val>
                                        </p:tav>
                                        <p:tav tm="100000">
                                          <p:val>
                                            <p:strVal val="#ppt_h"/>
                                          </p:val>
                                        </p:tav>
                                      </p:tavLst>
                                    </p:anim>
                                    <p:animEffect transition="in" filter="fade">
                                      <p:cBhvr>
                                        <p:cTn id="56" dur="500"/>
                                        <p:tgtEl>
                                          <p:spTgt spid="167"/>
                                        </p:tgtEl>
                                      </p:cBhvr>
                                    </p:animEffect>
                                  </p:childTnLst>
                                </p:cTn>
                              </p:par>
                              <p:par>
                                <p:cTn id="57" presetID="53" presetClass="entr" presetSubtype="0" fill="hold" nodeType="withEffect">
                                  <p:childTnLst>
                                    <p:set>
                                      <p:cBhvr>
                                        <p:cTn id="58" dur="1" fill="hold">
                                          <p:stCondLst>
                                            <p:cond delay="0"/>
                                          </p:stCondLst>
                                        </p:cTn>
                                        <p:tgtEl>
                                          <p:spTgt spid="176"/>
                                        </p:tgtEl>
                                        <p:attrNameLst>
                                          <p:attrName>style.visibility</p:attrName>
                                        </p:attrNameLst>
                                      </p:cBhvr>
                                      <p:to>
                                        <p:strVal val="visible"/>
                                      </p:to>
                                    </p:set>
                                    <p:anim calcmode="lin" valueType="num">
                                      <p:cBhvr>
                                        <p:cTn id="59" dur="500" fill="hold"/>
                                        <p:tgtEl>
                                          <p:spTgt spid="176"/>
                                        </p:tgtEl>
                                        <p:attrNameLst>
                                          <p:attrName>ppt_w</p:attrName>
                                        </p:attrNameLst>
                                      </p:cBhvr>
                                      <p:tavLst>
                                        <p:tav tm="0">
                                          <p:val>
                                            <p:fltVal val="0"/>
                                          </p:val>
                                        </p:tav>
                                        <p:tav tm="100000">
                                          <p:val>
                                            <p:strVal val="#ppt_w"/>
                                          </p:val>
                                        </p:tav>
                                      </p:tavLst>
                                    </p:anim>
                                    <p:anim calcmode="lin" valueType="num">
                                      <p:cBhvr>
                                        <p:cTn id="60" dur="500" fill="hold"/>
                                        <p:tgtEl>
                                          <p:spTgt spid="176"/>
                                        </p:tgtEl>
                                        <p:attrNameLst>
                                          <p:attrName>ppt_h</p:attrName>
                                        </p:attrNameLst>
                                      </p:cBhvr>
                                      <p:tavLst>
                                        <p:tav tm="0">
                                          <p:val>
                                            <p:fltVal val="0"/>
                                          </p:val>
                                        </p:tav>
                                        <p:tav tm="100000">
                                          <p:val>
                                            <p:strVal val="#ppt_h"/>
                                          </p:val>
                                        </p:tav>
                                      </p:tavLst>
                                    </p:anim>
                                    <p:animEffect transition="in" filter="fade">
                                      <p:cBhvr>
                                        <p:cTn id="61"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1"/>
      <p:bldP spid="65" grpId="2" animBg="1"/>
      <p:bldP spid="66" grpId="3"/>
      <p:bldP spid="72" grpId="4" animBg="1"/>
      <p:bldP spid="73" grpId="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cxnSp>
        <p:nvCxnSpPr>
          <p:cNvPr id="23" name="直接连接符 22">
            <a:extLst>
              <a:ext uri="{FF2B5EF4-FFF2-40B4-BE49-F238E27FC236}">
                <a16:creationId xmlns="" xmlns:p14="http://schemas.microsoft.com/office/powerpoint/2010/main" xmlns:p15="http://schemas.microsoft.com/office/powerpoint/2012/main" xmlns:a16="http://schemas.microsoft.com/office/drawing/2014/main" id="{CEC83270-F107-4C28-989C-90C3D04716C8}"/>
              </a:ext>
            </a:extLst>
          </p:cNvPr>
          <p:cNvCxnSpPr>
            <a:stCxn id="40" idx="42"/>
          </p:cNvCxnSpPr>
          <p:nvPr/>
        </p:nvCxnSpPr>
        <p:spPr>
          <a:xfrm flipH="1">
            <a:off x="812528" y="1443661"/>
            <a:ext cx="837016" cy="1708096"/>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 xmlns:p14="http://schemas.microsoft.com/office/powerpoint/2010/main" xmlns:p15="http://schemas.microsoft.com/office/powerpoint/2012/main" xmlns:a16="http://schemas.microsoft.com/office/drawing/2014/main" id="{C8534FB8-4578-4608-B03E-04272380B659}"/>
              </a:ext>
            </a:extLst>
          </p:cNvPr>
          <p:cNvCxnSpPr>
            <a:stCxn id="41" idx="15"/>
          </p:cNvCxnSpPr>
          <p:nvPr/>
        </p:nvCxnSpPr>
        <p:spPr>
          <a:xfrm flipH="1" flipV="1">
            <a:off x="1635419" y="1480019"/>
            <a:ext cx="2850714" cy="1125826"/>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 xmlns:p14="http://schemas.microsoft.com/office/powerpoint/2010/main" xmlns:p15="http://schemas.microsoft.com/office/powerpoint/2012/main" xmlns:a16="http://schemas.microsoft.com/office/drawing/2014/main" id="{44F89B75-2F3F-4BA8-A201-7C2051461306}"/>
              </a:ext>
            </a:extLst>
          </p:cNvPr>
          <p:cNvCxnSpPr/>
          <p:nvPr/>
        </p:nvCxnSpPr>
        <p:spPr>
          <a:xfrm flipH="1">
            <a:off x="4455989" y="1378617"/>
            <a:ext cx="1499563" cy="1247324"/>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 xmlns:p14="http://schemas.microsoft.com/office/powerpoint/2010/main" xmlns:p15="http://schemas.microsoft.com/office/powerpoint/2012/main" xmlns:a16="http://schemas.microsoft.com/office/drawing/2014/main" id="{5155B720-57B5-4CEB-8B51-59D5322AF5DD}"/>
              </a:ext>
            </a:extLst>
          </p:cNvPr>
          <p:cNvCxnSpPr/>
          <p:nvPr/>
        </p:nvCxnSpPr>
        <p:spPr>
          <a:xfrm flipH="1" flipV="1">
            <a:off x="5940909" y="1388735"/>
            <a:ext cx="2626618" cy="186021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39" name="earth-with-americas_44996">
            <a:extLst>
              <a:ext uri="{FF2B5EF4-FFF2-40B4-BE49-F238E27FC236}">
                <a16:creationId xmlns="" xmlns:p14="http://schemas.microsoft.com/office/powerpoint/2010/main" xmlns:p15="http://schemas.microsoft.com/office/powerpoint/2012/main" xmlns:a16="http://schemas.microsoft.com/office/drawing/2014/main" id="{E0BE2E11-8AEC-4412-B98A-8A9ADCA8E046}"/>
              </a:ext>
            </a:extLst>
          </p:cNvPr>
          <p:cNvSpPr>
            <a:spLocks noChangeAspect="1"/>
          </p:cNvSpPr>
          <p:nvPr/>
        </p:nvSpPr>
        <p:spPr bwMode="auto">
          <a:xfrm>
            <a:off x="723340" y="3030668"/>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40" name="earth-with-americas_44996">
            <a:extLst>
              <a:ext uri="{FF2B5EF4-FFF2-40B4-BE49-F238E27FC236}">
                <a16:creationId xmlns="" xmlns:p14="http://schemas.microsoft.com/office/powerpoint/2010/main" xmlns:p15="http://schemas.microsoft.com/office/powerpoint/2012/main" xmlns:a16="http://schemas.microsoft.com/office/drawing/2014/main" id="{F261C42F-CE80-412C-9B28-2661B905B4E5}"/>
              </a:ext>
            </a:extLst>
          </p:cNvPr>
          <p:cNvSpPr>
            <a:spLocks noChangeAspect="1"/>
          </p:cNvSpPr>
          <p:nvPr/>
        </p:nvSpPr>
        <p:spPr bwMode="auto">
          <a:xfrm>
            <a:off x="1545688" y="1344280"/>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41" name="earth-with-americas_44996">
            <a:extLst>
              <a:ext uri="{FF2B5EF4-FFF2-40B4-BE49-F238E27FC236}">
                <a16:creationId xmlns="" xmlns:p14="http://schemas.microsoft.com/office/powerpoint/2010/main" xmlns:p15="http://schemas.microsoft.com/office/powerpoint/2012/main" xmlns:a16="http://schemas.microsoft.com/office/drawing/2014/main" id="{DFDA17C4-2534-48C6-AC10-936788E28E4D}"/>
              </a:ext>
            </a:extLst>
          </p:cNvPr>
          <p:cNvSpPr>
            <a:spLocks noChangeAspect="1"/>
          </p:cNvSpPr>
          <p:nvPr/>
        </p:nvSpPr>
        <p:spPr bwMode="auto">
          <a:xfrm>
            <a:off x="4362736" y="2473578"/>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42" name="earth-with-americas_44996">
            <a:extLst>
              <a:ext uri="{FF2B5EF4-FFF2-40B4-BE49-F238E27FC236}">
                <a16:creationId xmlns="" xmlns:p14="http://schemas.microsoft.com/office/powerpoint/2010/main" xmlns:p15="http://schemas.microsoft.com/office/powerpoint/2012/main" xmlns:a16="http://schemas.microsoft.com/office/drawing/2014/main" id="{2FE5A47B-E3D8-4DA8-88A1-8B849C34A96D}"/>
              </a:ext>
            </a:extLst>
          </p:cNvPr>
          <p:cNvSpPr>
            <a:spLocks noChangeAspect="1"/>
          </p:cNvSpPr>
          <p:nvPr/>
        </p:nvSpPr>
        <p:spPr bwMode="auto">
          <a:xfrm>
            <a:off x="5860852" y="1271788"/>
            <a:ext cx="218568" cy="21827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44" name="TextBox 13">
            <a:extLst>
              <a:ext uri="{FF2B5EF4-FFF2-40B4-BE49-F238E27FC236}">
                <a16:creationId xmlns="" xmlns:p14="http://schemas.microsoft.com/office/powerpoint/2010/main" xmlns:p15="http://schemas.microsoft.com/office/powerpoint/2012/main" xmlns:a16="http://schemas.microsoft.com/office/drawing/2014/main" id="{B1EBE40B-6B79-4459-B61C-54F59BBA1432}"/>
              </a:ext>
            </a:extLst>
          </p:cNvPr>
          <p:cNvSpPr txBox="1"/>
          <p:nvPr/>
        </p:nvSpPr>
        <p:spPr>
          <a:xfrm>
            <a:off x="1113323" y="2675153"/>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5" name="TextBox 13">
            <a:extLst>
              <a:ext uri="{FF2B5EF4-FFF2-40B4-BE49-F238E27FC236}">
                <a16:creationId xmlns="" xmlns:p14="http://schemas.microsoft.com/office/powerpoint/2010/main" xmlns:p15="http://schemas.microsoft.com/office/powerpoint/2012/main" xmlns:a16="http://schemas.microsoft.com/office/drawing/2014/main" id="{1855A63B-C405-4F27-A4B8-81DDB453107A}"/>
              </a:ext>
            </a:extLst>
          </p:cNvPr>
          <p:cNvSpPr txBox="1"/>
          <p:nvPr/>
        </p:nvSpPr>
        <p:spPr>
          <a:xfrm>
            <a:off x="1120128" y="2864674"/>
            <a:ext cx="1598257" cy="628735"/>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46" name="组合 45">
            <a:extLst>
              <a:ext uri="{FF2B5EF4-FFF2-40B4-BE49-F238E27FC236}">
                <a16:creationId xmlns="" xmlns:p14="http://schemas.microsoft.com/office/powerpoint/2010/main" xmlns:p15="http://schemas.microsoft.com/office/powerpoint/2012/main" xmlns:a16="http://schemas.microsoft.com/office/drawing/2014/main" id="{311230C0-C56A-4190-B185-615036A2C792}"/>
              </a:ext>
            </a:extLst>
          </p:cNvPr>
          <p:cNvGrpSpPr/>
          <p:nvPr/>
        </p:nvGrpSpPr>
        <p:grpSpPr>
          <a:xfrm>
            <a:off x="529262" y="2183646"/>
            <a:ext cx="450764" cy="1342546"/>
            <a:chOff x="4768367" y="-844793"/>
            <a:chExt cx="2372637" cy="6100918"/>
          </a:xfrm>
        </p:grpSpPr>
        <p:sp>
          <p:nvSpPr>
            <p:cNvPr id="47" name="文本框 46">
              <a:extLst>
                <a:ext uri="{FF2B5EF4-FFF2-40B4-BE49-F238E27FC236}">
                  <a16:creationId xmlns="" xmlns:p14="http://schemas.microsoft.com/office/powerpoint/2010/main" xmlns:p15="http://schemas.microsoft.com/office/powerpoint/2012/main" xmlns:a16="http://schemas.microsoft.com/office/drawing/2014/main" id="{72038C78-8A70-4747-994B-736E9845A00B}"/>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48" name="图片 47"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82148AE3-39D3-485B-B5C1-4C2E198844AE}"/>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49" name="图片 48">
              <a:extLst>
                <a:ext uri="{FF2B5EF4-FFF2-40B4-BE49-F238E27FC236}">
                  <a16:creationId xmlns="" xmlns:p14="http://schemas.microsoft.com/office/powerpoint/2010/main" xmlns:p15="http://schemas.microsoft.com/office/powerpoint/2012/main" xmlns:a16="http://schemas.microsoft.com/office/drawing/2014/main" id="{A3865AB5-1634-4363-826D-C763E33E792C}"/>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50" name="文本框 49">
              <a:extLst>
                <a:ext uri="{FF2B5EF4-FFF2-40B4-BE49-F238E27FC236}">
                  <a16:creationId xmlns="" xmlns:p14="http://schemas.microsoft.com/office/powerpoint/2010/main" xmlns:p15="http://schemas.microsoft.com/office/powerpoint/2012/main" xmlns:a16="http://schemas.microsoft.com/office/drawing/2014/main" id="{59A61D91-9E78-4046-91E4-43A9ECECD7A9}"/>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51" name="TextBox 13">
            <a:extLst>
              <a:ext uri="{FF2B5EF4-FFF2-40B4-BE49-F238E27FC236}">
                <a16:creationId xmlns="" xmlns:p14="http://schemas.microsoft.com/office/powerpoint/2010/main" xmlns:p15="http://schemas.microsoft.com/office/powerpoint/2012/main" xmlns:a16="http://schemas.microsoft.com/office/drawing/2014/main" id="{E9155117-160E-4628-BBEF-95B41C0D97B1}"/>
              </a:ext>
            </a:extLst>
          </p:cNvPr>
          <p:cNvSpPr txBox="1"/>
          <p:nvPr/>
        </p:nvSpPr>
        <p:spPr>
          <a:xfrm>
            <a:off x="2064840" y="1209775"/>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52" name="TextBox 13">
            <a:extLst>
              <a:ext uri="{FF2B5EF4-FFF2-40B4-BE49-F238E27FC236}">
                <a16:creationId xmlns="" xmlns:p14="http://schemas.microsoft.com/office/powerpoint/2010/main" xmlns:p15="http://schemas.microsoft.com/office/powerpoint/2012/main" xmlns:a16="http://schemas.microsoft.com/office/drawing/2014/main" id="{1EEF216B-282B-45B1-ADF3-B7F9671A402C}"/>
              </a:ext>
            </a:extLst>
          </p:cNvPr>
          <p:cNvSpPr txBox="1"/>
          <p:nvPr/>
        </p:nvSpPr>
        <p:spPr>
          <a:xfrm>
            <a:off x="2074190" y="1390002"/>
            <a:ext cx="1499563" cy="24622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单击此处可编辑内容，根据您的需要自击此处可编辑内容。</a:t>
            </a:r>
          </a:p>
        </p:txBody>
      </p:sp>
      <p:grpSp>
        <p:nvGrpSpPr>
          <p:cNvPr id="53" name="组合 52">
            <a:extLst>
              <a:ext uri="{FF2B5EF4-FFF2-40B4-BE49-F238E27FC236}">
                <a16:creationId xmlns="" xmlns:p14="http://schemas.microsoft.com/office/powerpoint/2010/main" xmlns:p15="http://schemas.microsoft.com/office/powerpoint/2012/main" xmlns:a16="http://schemas.microsoft.com/office/drawing/2014/main" id="{4B76B56B-64C9-48F5-9AFA-F24663988C64}"/>
              </a:ext>
            </a:extLst>
          </p:cNvPr>
          <p:cNvGrpSpPr/>
          <p:nvPr/>
        </p:nvGrpSpPr>
        <p:grpSpPr>
          <a:xfrm>
            <a:off x="1527512" y="1220201"/>
            <a:ext cx="573030" cy="1342546"/>
            <a:chOff x="4768367" y="-844793"/>
            <a:chExt cx="3016195" cy="6100918"/>
          </a:xfrm>
        </p:grpSpPr>
        <p:sp>
          <p:nvSpPr>
            <p:cNvPr id="54" name="文本框 53">
              <a:extLst>
                <a:ext uri="{FF2B5EF4-FFF2-40B4-BE49-F238E27FC236}">
                  <a16:creationId xmlns="" xmlns:p14="http://schemas.microsoft.com/office/powerpoint/2010/main" xmlns:p15="http://schemas.microsoft.com/office/powerpoint/2012/main" xmlns:a16="http://schemas.microsoft.com/office/drawing/2014/main" id="{14E7C079-7905-4B8E-A8E8-427FA32157AB}"/>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55" name="图片 54"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5A12DF29-59BB-4472-B6CB-0BB154754C5A}"/>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56" name="图片 55">
              <a:extLst>
                <a:ext uri="{FF2B5EF4-FFF2-40B4-BE49-F238E27FC236}">
                  <a16:creationId xmlns="" xmlns:p14="http://schemas.microsoft.com/office/powerpoint/2010/main" xmlns:p15="http://schemas.microsoft.com/office/powerpoint/2012/main" xmlns:a16="http://schemas.microsoft.com/office/drawing/2014/main" id="{F94C18AE-D21A-4AEA-BB0C-88681582907F}"/>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57" name="文本框 56">
              <a:extLst>
                <a:ext uri="{FF2B5EF4-FFF2-40B4-BE49-F238E27FC236}">
                  <a16:creationId xmlns="" xmlns:p14="http://schemas.microsoft.com/office/powerpoint/2010/main" xmlns:p15="http://schemas.microsoft.com/office/powerpoint/2012/main" xmlns:a16="http://schemas.microsoft.com/office/drawing/2014/main" id="{F7C8FA25-CF97-4929-9CC0-DEE6F3BF5DD8}"/>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58" name="TextBox 13">
            <a:extLst>
              <a:ext uri="{FF2B5EF4-FFF2-40B4-BE49-F238E27FC236}">
                <a16:creationId xmlns="" xmlns:p14="http://schemas.microsoft.com/office/powerpoint/2010/main" xmlns:p15="http://schemas.microsoft.com/office/powerpoint/2012/main" xmlns:a16="http://schemas.microsoft.com/office/drawing/2014/main" id="{4354F070-4149-49F1-822F-3088CB7FAAC1}"/>
              </a:ext>
            </a:extLst>
          </p:cNvPr>
          <p:cNvSpPr txBox="1"/>
          <p:nvPr/>
        </p:nvSpPr>
        <p:spPr>
          <a:xfrm>
            <a:off x="4647077" y="2497966"/>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59" name="TextBox 13">
            <a:extLst>
              <a:ext uri="{FF2B5EF4-FFF2-40B4-BE49-F238E27FC236}">
                <a16:creationId xmlns="" xmlns:p14="http://schemas.microsoft.com/office/powerpoint/2010/main" xmlns:p15="http://schemas.microsoft.com/office/powerpoint/2012/main" xmlns:a16="http://schemas.microsoft.com/office/drawing/2014/main" id="{33CCB62C-F5FA-4EEA-8565-659A622C1B70}"/>
              </a:ext>
            </a:extLst>
          </p:cNvPr>
          <p:cNvSpPr txBox="1"/>
          <p:nvPr/>
        </p:nvSpPr>
        <p:spPr>
          <a:xfrm>
            <a:off x="4663931" y="2687487"/>
            <a:ext cx="1598257" cy="628735"/>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60" name="组合 59">
            <a:extLst>
              <a:ext uri="{FF2B5EF4-FFF2-40B4-BE49-F238E27FC236}">
                <a16:creationId xmlns="" xmlns:p14="http://schemas.microsoft.com/office/powerpoint/2010/main" xmlns:p15="http://schemas.microsoft.com/office/powerpoint/2012/main" xmlns:a16="http://schemas.microsoft.com/office/drawing/2014/main" id="{950230F9-7029-4F34-89EB-ABC1909D48B9}"/>
              </a:ext>
            </a:extLst>
          </p:cNvPr>
          <p:cNvGrpSpPr/>
          <p:nvPr/>
        </p:nvGrpSpPr>
        <p:grpSpPr>
          <a:xfrm>
            <a:off x="4249389" y="1642364"/>
            <a:ext cx="563412" cy="1342546"/>
            <a:chOff x="4768367" y="-844793"/>
            <a:chExt cx="2965570" cy="6100918"/>
          </a:xfrm>
        </p:grpSpPr>
        <p:sp>
          <p:nvSpPr>
            <p:cNvPr id="61" name="文本框 60">
              <a:extLst>
                <a:ext uri="{FF2B5EF4-FFF2-40B4-BE49-F238E27FC236}">
                  <a16:creationId xmlns="" xmlns:p14="http://schemas.microsoft.com/office/powerpoint/2010/main" xmlns:p15="http://schemas.microsoft.com/office/powerpoint/2012/main" xmlns:a16="http://schemas.microsoft.com/office/drawing/2014/main" id="{77B3E0CD-CA46-4C0E-9374-014D867397D6}"/>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62" name="图片 61"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0D7D56C3-3633-4249-875B-C95CBFA554ED}"/>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63" name="图片 62">
              <a:extLst>
                <a:ext uri="{FF2B5EF4-FFF2-40B4-BE49-F238E27FC236}">
                  <a16:creationId xmlns="" xmlns:p14="http://schemas.microsoft.com/office/powerpoint/2010/main" xmlns:p15="http://schemas.microsoft.com/office/powerpoint/2012/main" xmlns:a16="http://schemas.microsoft.com/office/drawing/2014/main" id="{FF1820D3-F51E-44AB-BE73-6A41C0442351}"/>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64" name="文本框 63">
              <a:extLst>
                <a:ext uri="{FF2B5EF4-FFF2-40B4-BE49-F238E27FC236}">
                  <a16:creationId xmlns="" xmlns:p14="http://schemas.microsoft.com/office/powerpoint/2010/main" xmlns:p15="http://schemas.microsoft.com/office/powerpoint/2012/main" xmlns:a16="http://schemas.microsoft.com/office/drawing/2014/main" id="{5D89B215-C834-4831-838A-DAE6C3080864}"/>
                </a:ext>
              </a:extLst>
            </p:cNvPr>
            <p:cNvSpPr txBox="1"/>
            <p:nvPr/>
          </p:nvSpPr>
          <p:spPr>
            <a:xfrm>
              <a:off x="5428800" y="933006"/>
              <a:ext cx="2305137"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3</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65" name="TextBox 13">
            <a:extLst>
              <a:ext uri="{FF2B5EF4-FFF2-40B4-BE49-F238E27FC236}">
                <a16:creationId xmlns="" xmlns:p14="http://schemas.microsoft.com/office/powerpoint/2010/main" xmlns:p15="http://schemas.microsoft.com/office/powerpoint/2012/main" xmlns:a16="http://schemas.microsoft.com/office/drawing/2014/main" id="{5E8D5E67-CCE6-4CE3-BBB7-F18EE92D55A1}"/>
              </a:ext>
            </a:extLst>
          </p:cNvPr>
          <p:cNvSpPr txBox="1"/>
          <p:nvPr/>
        </p:nvSpPr>
        <p:spPr>
          <a:xfrm>
            <a:off x="6408531" y="1040499"/>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66" name="TextBox 13">
            <a:extLst>
              <a:ext uri="{FF2B5EF4-FFF2-40B4-BE49-F238E27FC236}">
                <a16:creationId xmlns="" xmlns:p14="http://schemas.microsoft.com/office/powerpoint/2010/main" xmlns:p15="http://schemas.microsoft.com/office/powerpoint/2012/main" xmlns:a16="http://schemas.microsoft.com/office/drawing/2014/main" id="{F3FC39C1-3482-491C-AC31-CFD9AAAE8E20}"/>
              </a:ext>
            </a:extLst>
          </p:cNvPr>
          <p:cNvSpPr txBox="1"/>
          <p:nvPr/>
        </p:nvSpPr>
        <p:spPr>
          <a:xfrm>
            <a:off x="6415338" y="1227828"/>
            <a:ext cx="1834826" cy="492443"/>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67" name="组合 66">
            <a:extLst>
              <a:ext uri="{FF2B5EF4-FFF2-40B4-BE49-F238E27FC236}">
                <a16:creationId xmlns="" xmlns:p14="http://schemas.microsoft.com/office/powerpoint/2010/main" xmlns:p15="http://schemas.microsoft.com/office/powerpoint/2012/main" xmlns:a16="http://schemas.microsoft.com/office/drawing/2014/main" id="{10B078F7-D302-4D48-B761-FBD4E79FBCCA}"/>
              </a:ext>
            </a:extLst>
          </p:cNvPr>
          <p:cNvGrpSpPr/>
          <p:nvPr/>
        </p:nvGrpSpPr>
        <p:grpSpPr>
          <a:xfrm>
            <a:off x="5747610" y="1144169"/>
            <a:ext cx="558604" cy="1342546"/>
            <a:chOff x="4768367" y="-844793"/>
            <a:chExt cx="2940262" cy="6100918"/>
          </a:xfrm>
        </p:grpSpPr>
        <p:sp>
          <p:nvSpPr>
            <p:cNvPr id="68" name="文本框 67">
              <a:extLst>
                <a:ext uri="{FF2B5EF4-FFF2-40B4-BE49-F238E27FC236}">
                  <a16:creationId xmlns="" xmlns:p14="http://schemas.microsoft.com/office/powerpoint/2010/main" xmlns:p15="http://schemas.microsoft.com/office/powerpoint/2012/main" xmlns:a16="http://schemas.microsoft.com/office/drawing/2014/main" id="{0EC0DC68-2B9C-42D7-852E-42C8DE356B4F}"/>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69" name="图片 68"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5E2B4383-1F32-4849-8151-C96F200F8F57}"/>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70" name="图片 69">
              <a:extLst>
                <a:ext uri="{FF2B5EF4-FFF2-40B4-BE49-F238E27FC236}">
                  <a16:creationId xmlns="" xmlns:p14="http://schemas.microsoft.com/office/powerpoint/2010/main" xmlns:p15="http://schemas.microsoft.com/office/powerpoint/2012/main" xmlns:a16="http://schemas.microsoft.com/office/drawing/2014/main" id="{2BC0E54E-52B2-4963-A5F6-EC16F14C0CB6}"/>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71" name="文本框 70">
              <a:extLst>
                <a:ext uri="{FF2B5EF4-FFF2-40B4-BE49-F238E27FC236}">
                  <a16:creationId xmlns="" xmlns:p14="http://schemas.microsoft.com/office/powerpoint/2010/main" xmlns:p15="http://schemas.microsoft.com/office/powerpoint/2012/main" xmlns:a16="http://schemas.microsoft.com/office/drawing/2014/main" id="{15E44EDF-FC2F-463B-A9C9-F498481535BA}"/>
                </a:ext>
              </a:extLst>
            </p:cNvPr>
            <p:cNvSpPr txBox="1"/>
            <p:nvPr/>
          </p:nvSpPr>
          <p:spPr>
            <a:xfrm>
              <a:off x="5428800" y="933006"/>
              <a:ext cx="2279829"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4</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Tree>
    <p:extLst>
      <p:ext uri="{BB962C8B-B14F-4D97-AF65-F5344CB8AC3E}">
        <p14:creationId xmlns:p14="http://schemas.microsoft.com/office/powerpoint/2010/main" val="20154026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withEffec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8" fill="hold" nodeType="withEffec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par>
                                <p:cTn id="14" presetID="22" presetClass="entr" presetSubtype="8" fill="hold" nodeType="withEffect">
                                  <p:childTnLst>
                                    <p:set>
                                      <p:cBhvr>
                                        <p:cTn id="15" dur="1" fill="hold">
                                          <p:stCondLst>
                                            <p:cond delay="0"/>
                                          </p:stCondLst>
                                        </p:cTn>
                                        <p:tgtEl>
                                          <p:spTgt spid="43"/>
                                        </p:tgtEl>
                                        <p:attrNameLst>
                                          <p:attrName>style.visibility</p:attrName>
                                        </p:attrNameLst>
                                      </p:cBhvr>
                                      <p:to>
                                        <p:strVal val="visible"/>
                                      </p:to>
                                    </p:set>
                                    <p:animEffect transition="in" filter="wipe(left)">
                                      <p:cBhvr>
                                        <p:cTn id="16" dur="500"/>
                                        <p:tgtEl>
                                          <p:spTgt spid="43"/>
                                        </p:tgtEl>
                                      </p:cBhvr>
                                    </p:animEffect>
                                  </p:childTnLst>
                                </p:cTn>
                              </p:par>
                              <p:par>
                                <p:cTn id="17" presetID="53" presetClass="entr" presetSubtype="0" fill="hold" nodeType="withEffec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fltVal val="0"/>
                                          </p:val>
                                        </p:tav>
                                        <p:tav tm="100000">
                                          <p:val>
                                            <p:strVal val="#ppt_w"/>
                                          </p:val>
                                        </p:tav>
                                      </p:tavLst>
                                    </p:anim>
                                    <p:anim calcmode="lin" valueType="num">
                                      <p:cBhvr>
                                        <p:cTn id="20" dur="500" fill="hold"/>
                                        <p:tgtEl>
                                          <p:spTgt spid="39"/>
                                        </p:tgtEl>
                                        <p:attrNameLst>
                                          <p:attrName>ppt_h</p:attrName>
                                        </p:attrNameLst>
                                      </p:cBhvr>
                                      <p:tavLst>
                                        <p:tav tm="0">
                                          <p:val>
                                            <p:fltVal val="0"/>
                                          </p:val>
                                        </p:tav>
                                        <p:tav tm="100000">
                                          <p:val>
                                            <p:strVal val="#ppt_h"/>
                                          </p:val>
                                        </p:tav>
                                      </p:tavLst>
                                    </p:anim>
                                    <p:animEffect transition="in" filter="fade">
                                      <p:cBhvr>
                                        <p:cTn id="21" dur="500"/>
                                        <p:tgtEl>
                                          <p:spTgt spid="39"/>
                                        </p:tgtEl>
                                      </p:cBhvr>
                                    </p:animEffect>
                                  </p:childTnLst>
                                </p:cTn>
                              </p:par>
                              <p:par>
                                <p:cTn id="22" presetID="53" presetClass="entr" presetSubtype="0" fill="hold" nodeType="withEffect">
                                  <p:childTnLst>
                                    <p:set>
                                      <p:cBhvr>
                                        <p:cTn id="23" dur="1" fill="hold">
                                          <p:stCondLst>
                                            <p:cond delay="0"/>
                                          </p:stCondLst>
                                        </p:cTn>
                                        <p:tgtEl>
                                          <p:spTgt spid="40"/>
                                        </p:tgtEl>
                                        <p:attrNameLst>
                                          <p:attrName>style.visibility</p:attrName>
                                        </p:attrNameLst>
                                      </p:cBhvr>
                                      <p:to>
                                        <p:strVal val="visible"/>
                                      </p:to>
                                    </p:set>
                                    <p:anim calcmode="lin" valueType="num">
                                      <p:cBhvr>
                                        <p:cTn id="24" dur="500" fill="hold"/>
                                        <p:tgtEl>
                                          <p:spTgt spid="40"/>
                                        </p:tgtEl>
                                        <p:attrNameLst>
                                          <p:attrName>ppt_w</p:attrName>
                                        </p:attrNameLst>
                                      </p:cBhvr>
                                      <p:tavLst>
                                        <p:tav tm="0">
                                          <p:val>
                                            <p:fltVal val="0"/>
                                          </p:val>
                                        </p:tav>
                                        <p:tav tm="100000">
                                          <p:val>
                                            <p:strVal val="#ppt_w"/>
                                          </p:val>
                                        </p:tav>
                                      </p:tavLst>
                                    </p:anim>
                                    <p:anim calcmode="lin" valueType="num">
                                      <p:cBhvr>
                                        <p:cTn id="25" dur="500" fill="hold"/>
                                        <p:tgtEl>
                                          <p:spTgt spid="40"/>
                                        </p:tgtEl>
                                        <p:attrNameLst>
                                          <p:attrName>ppt_h</p:attrName>
                                        </p:attrNameLst>
                                      </p:cBhvr>
                                      <p:tavLst>
                                        <p:tav tm="0">
                                          <p:val>
                                            <p:fltVal val="0"/>
                                          </p:val>
                                        </p:tav>
                                        <p:tav tm="100000">
                                          <p:val>
                                            <p:strVal val="#ppt_h"/>
                                          </p:val>
                                        </p:tav>
                                      </p:tavLst>
                                    </p:anim>
                                    <p:animEffect transition="in" filter="fade">
                                      <p:cBhvr>
                                        <p:cTn id="26" dur="500"/>
                                        <p:tgtEl>
                                          <p:spTgt spid="40"/>
                                        </p:tgtEl>
                                      </p:cBhvr>
                                    </p:animEffect>
                                  </p:childTnLst>
                                </p:cTn>
                              </p:par>
                              <p:par>
                                <p:cTn id="27" presetID="53" presetClass="entr" presetSubtype="0" fill="hold" nodeType="withEffect">
                                  <p:childTnLst>
                                    <p:set>
                                      <p:cBhvr>
                                        <p:cTn id="28" dur="1" fill="hold">
                                          <p:stCondLst>
                                            <p:cond delay="0"/>
                                          </p:stCondLst>
                                        </p:cTn>
                                        <p:tgtEl>
                                          <p:spTgt spid="41"/>
                                        </p:tgtEl>
                                        <p:attrNameLst>
                                          <p:attrName>style.visibility</p:attrName>
                                        </p:attrNameLst>
                                      </p:cBhvr>
                                      <p:to>
                                        <p:strVal val="visible"/>
                                      </p:to>
                                    </p:set>
                                    <p:anim calcmode="lin" valueType="num">
                                      <p:cBhvr>
                                        <p:cTn id="29" dur="500" fill="hold"/>
                                        <p:tgtEl>
                                          <p:spTgt spid="41"/>
                                        </p:tgtEl>
                                        <p:attrNameLst>
                                          <p:attrName>ppt_w</p:attrName>
                                        </p:attrNameLst>
                                      </p:cBhvr>
                                      <p:tavLst>
                                        <p:tav tm="0">
                                          <p:val>
                                            <p:fltVal val="0"/>
                                          </p:val>
                                        </p:tav>
                                        <p:tav tm="100000">
                                          <p:val>
                                            <p:strVal val="#ppt_w"/>
                                          </p:val>
                                        </p:tav>
                                      </p:tavLst>
                                    </p:anim>
                                    <p:anim calcmode="lin" valueType="num">
                                      <p:cBhvr>
                                        <p:cTn id="30" dur="500" fill="hold"/>
                                        <p:tgtEl>
                                          <p:spTgt spid="41"/>
                                        </p:tgtEl>
                                        <p:attrNameLst>
                                          <p:attrName>ppt_h</p:attrName>
                                        </p:attrNameLst>
                                      </p:cBhvr>
                                      <p:tavLst>
                                        <p:tav tm="0">
                                          <p:val>
                                            <p:fltVal val="0"/>
                                          </p:val>
                                        </p:tav>
                                        <p:tav tm="100000">
                                          <p:val>
                                            <p:strVal val="#ppt_h"/>
                                          </p:val>
                                        </p:tav>
                                      </p:tavLst>
                                    </p:anim>
                                    <p:animEffect transition="in" filter="fade">
                                      <p:cBhvr>
                                        <p:cTn id="31" dur="500"/>
                                        <p:tgtEl>
                                          <p:spTgt spid="41"/>
                                        </p:tgtEl>
                                      </p:cBhvr>
                                    </p:animEffect>
                                  </p:childTnLst>
                                </p:cTn>
                              </p:par>
                              <p:par>
                                <p:cTn id="32" presetID="53" presetClass="entr" presetSubtype="0" fill="hold" nodeType="withEffect">
                                  <p:childTnLst>
                                    <p:set>
                                      <p:cBhvr>
                                        <p:cTn id="33" dur="1" fill="hold">
                                          <p:stCondLst>
                                            <p:cond delay="0"/>
                                          </p:stCondLst>
                                        </p:cTn>
                                        <p:tgtEl>
                                          <p:spTgt spid="42"/>
                                        </p:tgtEl>
                                        <p:attrNameLst>
                                          <p:attrName>style.visibility</p:attrName>
                                        </p:attrNameLst>
                                      </p:cBhvr>
                                      <p:to>
                                        <p:strVal val="visible"/>
                                      </p:to>
                                    </p:set>
                                    <p:anim calcmode="lin" valueType="num">
                                      <p:cBhvr>
                                        <p:cTn id="34" dur="500" fill="hold"/>
                                        <p:tgtEl>
                                          <p:spTgt spid="42"/>
                                        </p:tgtEl>
                                        <p:attrNameLst>
                                          <p:attrName>ppt_w</p:attrName>
                                        </p:attrNameLst>
                                      </p:cBhvr>
                                      <p:tavLst>
                                        <p:tav tm="0">
                                          <p:val>
                                            <p:fltVal val="0"/>
                                          </p:val>
                                        </p:tav>
                                        <p:tav tm="100000">
                                          <p:val>
                                            <p:strVal val="#ppt_w"/>
                                          </p:val>
                                        </p:tav>
                                      </p:tavLst>
                                    </p:anim>
                                    <p:anim calcmode="lin" valueType="num">
                                      <p:cBhvr>
                                        <p:cTn id="35" dur="500" fill="hold"/>
                                        <p:tgtEl>
                                          <p:spTgt spid="42"/>
                                        </p:tgtEl>
                                        <p:attrNameLst>
                                          <p:attrName>ppt_h</p:attrName>
                                        </p:attrNameLst>
                                      </p:cBhvr>
                                      <p:tavLst>
                                        <p:tav tm="0">
                                          <p:val>
                                            <p:fltVal val="0"/>
                                          </p:val>
                                        </p:tav>
                                        <p:tav tm="100000">
                                          <p:val>
                                            <p:strVal val="#ppt_h"/>
                                          </p:val>
                                        </p:tav>
                                      </p:tavLst>
                                    </p:anim>
                                    <p:animEffect transition="in" filter="fade">
                                      <p:cBhvr>
                                        <p:cTn id="36" dur="500"/>
                                        <p:tgtEl>
                                          <p:spTgt spid="42"/>
                                        </p:tgtEl>
                                      </p:cBhvr>
                                    </p:animEffect>
                                  </p:childTnLst>
                                </p:cTn>
                              </p:par>
                              <p:par>
                                <p:cTn id="37" presetID="53" presetClass="entr" presetSubtype="0" fill="hold" grpId="0" nodeType="withEffect">
                                  <p:childTnLst>
                                    <p:set>
                                      <p:cBhvr>
                                        <p:cTn id="38" dur="1" fill="hold">
                                          <p:stCondLst>
                                            <p:cond delay="0"/>
                                          </p:stCondLst>
                                        </p:cTn>
                                        <p:tgtEl>
                                          <p:spTgt spid="44"/>
                                        </p:tgtEl>
                                        <p:attrNameLst>
                                          <p:attrName>style.visibility</p:attrName>
                                        </p:attrNameLst>
                                      </p:cBhvr>
                                      <p:to>
                                        <p:strVal val="visible"/>
                                      </p:to>
                                    </p:set>
                                    <p:anim calcmode="lin" valueType="num">
                                      <p:cBhvr>
                                        <p:cTn id="39" dur="500" fill="hold"/>
                                        <p:tgtEl>
                                          <p:spTgt spid="44"/>
                                        </p:tgtEl>
                                        <p:attrNameLst>
                                          <p:attrName>ppt_w</p:attrName>
                                        </p:attrNameLst>
                                      </p:cBhvr>
                                      <p:tavLst>
                                        <p:tav tm="0">
                                          <p:val>
                                            <p:fltVal val="0"/>
                                          </p:val>
                                        </p:tav>
                                        <p:tav tm="100000">
                                          <p:val>
                                            <p:strVal val="#ppt_w"/>
                                          </p:val>
                                        </p:tav>
                                      </p:tavLst>
                                    </p:anim>
                                    <p:anim calcmode="lin" valueType="num">
                                      <p:cBhvr>
                                        <p:cTn id="40" dur="500" fill="hold"/>
                                        <p:tgtEl>
                                          <p:spTgt spid="44"/>
                                        </p:tgtEl>
                                        <p:attrNameLst>
                                          <p:attrName>ppt_h</p:attrName>
                                        </p:attrNameLst>
                                      </p:cBhvr>
                                      <p:tavLst>
                                        <p:tav tm="0">
                                          <p:val>
                                            <p:fltVal val="0"/>
                                          </p:val>
                                        </p:tav>
                                        <p:tav tm="100000">
                                          <p:val>
                                            <p:strVal val="#ppt_h"/>
                                          </p:val>
                                        </p:tav>
                                      </p:tavLst>
                                    </p:anim>
                                    <p:animEffect transition="in" filter="fade">
                                      <p:cBhvr>
                                        <p:cTn id="41" dur="500"/>
                                        <p:tgtEl>
                                          <p:spTgt spid="44"/>
                                        </p:tgtEl>
                                      </p:cBhvr>
                                    </p:animEffect>
                                  </p:childTnLst>
                                </p:cTn>
                              </p:par>
                              <p:par>
                                <p:cTn id="42" presetID="53" presetClass="entr" presetSubtype="0" fill="hold" grpId="1" nodeType="withEffect">
                                  <p:childTnLst>
                                    <p:set>
                                      <p:cBhvr>
                                        <p:cTn id="43" dur="1" fill="hold">
                                          <p:stCondLst>
                                            <p:cond delay="0"/>
                                          </p:stCondLst>
                                        </p:cTn>
                                        <p:tgtEl>
                                          <p:spTgt spid="45"/>
                                        </p:tgtEl>
                                        <p:attrNameLst>
                                          <p:attrName>style.visibility</p:attrName>
                                        </p:attrNameLst>
                                      </p:cBhvr>
                                      <p:to>
                                        <p:strVal val="visible"/>
                                      </p:to>
                                    </p:set>
                                    <p:anim calcmode="lin" valueType="num">
                                      <p:cBhvr>
                                        <p:cTn id="44" dur="500" fill="hold"/>
                                        <p:tgtEl>
                                          <p:spTgt spid="45"/>
                                        </p:tgtEl>
                                        <p:attrNameLst>
                                          <p:attrName>ppt_w</p:attrName>
                                        </p:attrNameLst>
                                      </p:cBhvr>
                                      <p:tavLst>
                                        <p:tav tm="0">
                                          <p:val>
                                            <p:fltVal val="0"/>
                                          </p:val>
                                        </p:tav>
                                        <p:tav tm="100000">
                                          <p:val>
                                            <p:strVal val="#ppt_w"/>
                                          </p:val>
                                        </p:tav>
                                      </p:tavLst>
                                    </p:anim>
                                    <p:anim calcmode="lin" valueType="num">
                                      <p:cBhvr>
                                        <p:cTn id="45" dur="500" fill="hold"/>
                                        <p:tgtEl>
                                          <p:spTgt spid="45"/>
                                        </p:tgtEl>
                                        <p:attrNameLst>
                                          <p:attrName>ppt_h</p:attrName>
                                        </p:attrNameLst>
                                      </p:cBhvr>
                                      <p:tavLst>
                                        <p:tav tm="0">
                                          <p:val>
                                            <p:fltVal val="0"/>
                                          </p:val>
                                        </p:tav>
                                        <p:tav tm="100000">
                                          <p:val>
                                            <p:strVal val="#ppt_h"/>
                                          </p:val>
                                        </p:tav>
                                      </p:tavLst>
                                    </p:anim>
                                    <p:animEffect transition="in" filter="fade">
                                      <p:cBhvr>
                                        <p:cTn id="46" dur="500"/>
                                        <p:tgtEl>
                                          <p:spTgt spid="45"/>
                                        </p:tgtEl>
                                      </p:cBhvr>
                                    </p:animEffect>
                                  </p:childTnLst>
                                </p:cTn>
                              </p:par>
                              <p:par>
                                <p:cTn id="47" presetID="53" presetClass="entr" presetSubtype="0" fill="hold" nodeType="withEffect">
                                  <p:childTnLst>
                                    <p:set>
                                      <p:cBhvr>
                                        <p:cTn id="48" dur="1" fill="hold">
                                          <p:stCondLst>
                                            <p:cond delay="0"/>
                                          </p:stCondLst>
                                        </p:cTn>
                                        <p:tgtEl>
                                          <p:spTgt spid="46"/>
                                        </p:tgtEl>
                                        <p:attrNameLst>
                                          <p:attrName>style.visibility</p:attrName>
                                        </p:attrNameLst>
                                      </p:cBhvr>
                                      <p:to>
                                        <p:strVal val="visible"/>
                                      </p:to>
                                    </p:set>
                                    <p:anim calcmode="lin" valueType="num">
                                      <p:cBhvr>
                                        <p:cTn id="49" dur="500" fill="hold"/>
                                        <p:tgtEl>
                                          <p:spTgt spid="46"/>
                                        </p:tgtEl>
                                        <p:attrNameLst>
                                          <p:attrName>ppt_w</p:attrName>
                                        </p:attrNameLst>
                                      </p:cBhvr>
                                      <p:tavLst>
                                        <p:tav tm="0">
                                          <p:val>
                                            <p:fltVal val="0"/>
                                          </p:val>
                                        </p:tav>
                                        <p:tav tm="100000">
                                          <p:val>
                                            <p:strVal val="#ppt_w"/>
                                          </p:val>
                                        </p:tav>
                                      </p:tavLst>
                                    </p:anim>
                                    <p:anim calcmode="lin" valueType="num">
                                      <p:cBhvr>
                                        <p:cTn id="50" dur="500" fill="hold"/>
                                        <p:tgtEl>
                                          <p:spTgt spid="46"/>
                                        </p:tgtEl>
                                        <p:attrNameLst>
                                          <p:attrName>ppt_h</p:attrName>
                                        </p:attrNameLst>
                                      </p:cBhvr>
                                      <p:tavLst>
                                        <p:tav tm="0">
                                          <p:val>
                                            <p:fltVal val="0"/>
                                          </p:val>
                                        </p:tav>
                                        <p:tav tm="100000">
                                          <p:val>
                                            <p:strVal val="#ppt_h"/>
                                          </p:val>
                                        </p:tav>
                                      </p:tavLst>
                                    </p:anim>
                                    <p:animEffect transition="in" filter="fade">
                                      <p:cBhvr>
                                        <p:cTn id="51" dur="500"/>
                                        <p:tgtEl>
                                          <p:spTgt spid="46"/>
                                        </p:tgtEl>
                                      </p:cBhvr>
                                    </p:animEffect>
                                  </p:childTnLst>
                                </p:cTn>
                              </p:par>
                              <p:par>
                                <p:cTn id="52" presetID="53" presetClass="entr" presetSubtype="0" fill="hold" grpId="2" nodeType="withEffect">
                                  <p:childTnLst>
                                    <p:set>
                                      <p:cBhvr>
                                        <p:cTn id="53" dur="1" fill="hold">
                                          <p:stCondLst>
                                            <p:cond delay="0"/>
                                          </p:stCondLst>
                                        </p:cTn>
                                        <p:tgtEl>
                                          <p:spTgt spid="51"/>
                                        </p:tgtEl>
                                        <p:attrNameLst>
                                          <p:attrName>style.visibility</p:attrName>
                                        </p:attrNameLst>
                                      </p:cBhvr>
                                      <p:to>
                                        <p:strVal val="visible"/>
                                      </p:to>
                                    </p:set>
                                    <p:anim calcmode="lin" valueType="num">
                                      <p:cBhvr>
                                        <p:cTn id="54" dur="500" fill="hold"/>
                                        <p:tgtEl>
                                          <p:spTgt spid="51"/>
                                        </p:tgtEl>
                                        <p:attrNameLst>
                                          <p:attrName>ppt_w</p:attrName>
                                        </p:attrNameLst>
                                      </p:cBhvr>
                                      <p:tavLst>
                                        <p:tav tm="0">
                                          <p:val>
                                            <p:fltVal val="0"/>
                                          </p:val>
                                        </p:tav>
                                        <p:tav tm="100000">
                                          <p:val>
                                            <p:strVal val="#ppt_w"/>
                                          </p:val>
                                        </p:tav>
                                      </p:tavLst>
                                    </p:anim>
                                    <p:anim calcmode="lin" valueType="num">
                                      <p:cBhvr>
                                        <p:cTn id="55" dur="500" fill="hold"/>
                                        <p:tgtEl>
                                          <p:spTgt spid="51"/>
                                        </p:tgtEl>
                                        <p:attrNameLst>
                                          <p:attrName>ppt_h</p:attrName>
                                        </p:attrNameLst>
                                      </p:cBhvr>
                                      <p:tavLst>
                                        <p:tav tm="0">
                                          <p:val>
                                            <p:fltVal val="0"/>
                                          </p:val>
                                        </p:tav>
                                        <p:tav tm="100000">
                                          <p:val>
                                            <p:strVal val="#ppt_h"/>
                                          </p:val>
                                        </p:tav>
                                      </p:tavLst>
                                    </p:anim>
                                    <p:animEffect transition="in" filter="fade">
                                      <p:cBhvr>
                                        <p:cTn id="56" dur="500"/>
                                        <p:tgtEl>
                                          <p:spTgt spid="51"/>
                                        </p:tgtEl>
                                      </p:cBhvr>
                                    </p:animEffect>
                                  </p:childTnLst>
                                </p:cTn>
                              </p:par>
                              <p:par>
                                <p:cTn id="57" presetID="53" presetClass="entr" presetSubtype="0" fill="hold" grpId="3" nodeType="withEffect">
                                  <p:childTnLst>
                                    <p:set>
                                      <p:cBhvr>
                                        <p:cTn id="58" dur="1" fill="hold">
                                          <p:stCondLst>
                                            <p:cond delay="0"/>
                                          </p:stCondLst>
                                        </p:cTn>
                                        <p:tgtEl>
                                          <p:spTgt spid="52"/>
                                        </p:tgtEl>
                                        <p:attrNameLst>
                                          <p:attrName>style.visibility</p:attrName>
                                        </p:attrNameLst>
                                      </p:cBhvr>
                                      <p:to>
                                        <p:strVal val="visible"/>
                                      </p:to>
                                    </p:set>
                                    <p:anim calcmode="lin" valueType="num">
                                      <p:cBhvr>
                                        <p:cTn id="59" dur="500" fill="hold"/>
                                        <p:tgtEl>
                                          <p:spTgt spid="52"/>
                                        </p:tgtEl>
                                        <p:attrNameLst>
                                          <p:attrName>ppt_w</p:attrName>
                                        </p:attrNameLst>
                                      </p:cBhvr>
                                      <p:tavLst>
                                        <p:tav tm="0">
                                          <p:val>
                                            <p:fltVal val="0"/>
                                          </p:val>
                                        </p:tav>
                                        <p:tav tm="100000">
                                          <p:val>
                                            <p:strVal val="#ppt_w"/>
                                          </p:val>
                                        </p:tav>
                                      </p:tavLst>
                                    </p:anim>
                                    <p:anim calcmode="lin" valueType="num">
                                      <p:cBhvr>
                                        <p:cTn id="60" dur="500" fill="hold"/>
                                        <p:tgtEl>
                                          <p:spTgt spid="52"/>
                                        </p:tgtEl>
                                        <p:attrNameLst>
                                          <p:attrName>ppt_h</p:attrName>
                                        </p:attrNameLst>
                                      </p:cBhvr>
                                      <p:tavLst>
                                        <p:tav tm="0">
                                          <p:val>
                                            <p:fltVal val="0"/>
                                          </p:val>
                                        </p:tav>
                                        <p:tav tm="100000">
                                          <p:val>
                                            <p:strVal val="#ppt_h"/>
                                          </p:val>
                                        </p:tav>
                                      </p:tavLst>
                                    </p:anim>
                                    <p:animEffect transition="in" filter="fade">
                                      <p:cBhvr>
                                        <p:cTn id="61" dur="500"/>
                                        <p:tgtEl>
                                          <p:spTgt spid="52"/>
                                        </p:tgtEl>
                                      </p:cBhvr>
                                    </p:animEffect>
                                  </p:childTnLst>
                                </p:cTn>
                              </p:par>
                              <p:par>
                                <p:cTn id="62" presetID="53" presetClass="entr" presetSubtype="0" fill="hold" nodeType="withEffect">
                                  <p:childTnLst>
                                    <p:set>
                                      <p:cBhvr>
                                        <p:cTn id="63" dur="1" fill="hold">
                                          <p:stCondLst>
                                            <p:cond delay="0"/>
                                          </p:stCondLst>
                                        </p:cTn>
                                        <p:tgtEl>
                                          <p:spTgt spid="53"/>
                                        </p:tgtEl>
                                        <p:attrNameLst>
                                          <p:attrName>style.visibility</p:attrName>
                                        </p:attrNameLst>
                                      </p:cBhvr>
                                      <p:to>
                                        <p:strVal val="visible"/>
                                      </p:to>
                                    </p:set>
                                    <p:anim calcmode="lin" valueType="num">
                                      <p:cBhvr>
                                        <p:cTn id="64" dur="500" fill="hold"/>
                                        <p:tgtEl>
                                          <p:spTgt spid="53"/>
                                        </p:tgtEl>
                                        <p:attrNameLst>
                                          <p:attrName>ppt_w</p:attrName>
                                        </p:attrNameLst>
                                      </p:cBhvr>
                                      <p:tavLst>
                                        <p:tav tm="0">
                                          <p:val>
                                            <p:fltVal val="0"/>
                                          </p:val>
                                        </p:tav>
                                        <p:tav tm="100000">
                                          <p:val>
                                            <p:strVal val="#ppt_w"/>
                                          </p:val>
                                        </p:tav>
                                      </p:tavLst>
                                    </p:anim>
                                    <p:anim calcmode="lin" valueType="num">
                                      <p:cBhvr>
                                        <p:cTn id="65" dur="500" fill="hold"/>
                                        <p:tgtEl>
                                          <p:spTgt spid="53"/>
                                        </p:tgtEl>
                                        <p:attrNameLst>
                                          <p:attrName>ppt_h</p:attrName>
                                        </p:attrNameLst>
                                      </p:cBhvr>
                                      <p:tavLst>
                                        <p:tav tm="0">
                                          <p:val>
                                            <p:fltVal val="0"/>
                                          </p:val>
                                        </p:tav>
                                        <p:tav tm="100000">
                                          <p:val>
                                            <p:strVal val="#ppt_h"/>
                                          </p:val>
                                        </p:tav>
                                      </p:tavLst>
                                    </p:anim>
                                    <p:animEffect transition="in" filter="fade">
                                      <p:cBhvr>
                                        <p:cTn id="66" dur="500"/>
                                        <p:tgtEl>
                                          <p:spTgt spid="53"/>
                                        </p:tgtEl>
                                      </p:cBhvr>
                                    </p:animEffect>
                                  </p:childTnLst>
                                </p:cTn>
                              </p:par>
                              <p:par>
                                <p:cTn id="67" presetID="53" presetClass="entr" presetSubtype="0" fill="hold" grpId="4" nodeType="withEffect">
                                  <p:childTnLst>
                                    <p:set>
                                      <p:cBhvr>
                                        <p:cTn id="68" dur="1" fill="hold">
                                          <p:stCondLst>
                                            <p:cond delay="0"/>
                                          </p:stCondLst>
                                        </p:cTn>
                                        <p:tgtEl>
                                          <p:spTgt spid="58"/>
                                        </p:tgtEl>
                                        <p:attrNameLst>
                                          <p:attrName>style.visibility</p:attrName>
                                        </p:attrNameLst>
                                      </p:cBhvr>
                                      <p:to>
                                        <p:strVal val="visible"/>
                                      </p:to>
                                    </p:set>
                                    <p:anim calcmode="lin" valueType="num">
                                      <p:cBhvr>
                                        <p:cTn id="69" dur="500" fill="hold"/>
                                        <p:tgtEl>
                                          <p:spTgt spid="58"/>
                                        </p:tgtEl>
                                        <p:attrNameLst>
                                          <p:attrName>ppt_w</p:attrName>
                                        </p:attrNameLst>
                                      </p:cBhvr>
                                      <p:tavLst>
                                        <p:tav tm="0">
                                          <p:val>
                                            <p:fltVal val="0"/>
                                          </p:val>
                                        </p:tav>
                                        <p:tav tm="100000">
                                          <p:val>
                                            <p:strVal val="#ppt_w"/>
                                          </p:val>
                                        </p:tav>
                                      </p:tavLst>
                                    </p:anim>
                                    <p:anim calcmode="lin" valueType="num">
                                      <p:cBhvr>
                                        <p:cTn id="70" dur="500" fill="hold"/>
                                        <p:tgtEl>
                                          <p:spTgt spid="58"/>
                                        </p:tgtEl>
                                        <p:attrNameLst>
                                          <p:attrName>ppt_h</p:attrName>
                                        </p:attrNameLst>
                                      </p:cBhvr>
                                      <p:tavLst>
                                        <p:tav tm="0">
                                          <p:val>
                                            <p:fltVal val="0"/>
                                          </p:val>
                                        </p:tav>
                                        <p:tav tm="100000">
                                          <p:val>
                                            <p:strVal val="#ppt_h"/>
                                          </p:val>
                                        </p:tav>
                                      </p:tavLst>
                                    </p:anim>
                                    <p:animEffect transition="in" filter="fade">
                                      <p:cBhvr>
                                        <p:cTn id="71" dur="500"/>
                                        <p:tgtEl>
                                          <p:spTgt spid="58"/>
                                        </p:tgtEl>
                                      </p:cBhvr>
                                    </p:animEffect>
                                  </p:childTnLst>
                                </p:cTn>
                              </p:par>
                              <p:par>
                                <p:cTn id="72" presetID="53" presetClass="entr" presetSubtype="0" fill="hold" grpId="5" nodeType="withEffect">
                                  <p:childTnLst>
                                    <p:set>
                                      <p:cBhvr>
                                        <p:cTn id="73" dur="1" fill="hold">
                                          <p:stCondLst>
                                            <p:cond delay="0"/>
                                          </p:stCondLst>
                                        </p:cTn>
                                        <p:tgtEl>
                                          <p:spTgt spid="59"/>
                                        </p:tgtEl>
                                        <p:attrNameLst>
                                          <p:attrName>style.visibility</p:attrName>
                                        </p:attrNameLst>
                                      </p:cBhvr>
                                      <p:to>
                                        <p:strVal val="visible"/>
                                      </p:to>
                                    </p:set>
                                    <p:anim calcmode="lin" valueType="num">
                                      <p:cBhvr>
                                        <p:cTn id="74" dur="500" fill="hold"/>
                                        <p:tgtEl>
                                          <p:spTgt spid="59"/>
                                        </p:tgtEl>
                                        <p:attrNameLst>
                                          <p:attrName>ppt_w</p:attrName>
                                        </p:attrNameLst>
                                      </p:cBhvr>
                                      <p:tavLst>
                                        <p:tav tm="0">
                                          <p:val>
                                            <p:fltVal val="0"/>
                                          </p:val>
                                        </p:tav>
                                        <p:tav tm="100000">
                                          <p:val>
                                            <p:strVal val="#ppt_w"/>
                                          </p:val>
                                        </p:tav>
                                      </p:tavLst>
                                    </p:anim>
                                    <p:anim calcmode="lin" valueType="num">
                                      <p:cBhvr>
                                        <p:cTn id="75" dur="500" fill="hold"/>
                                        <p:tgtEl>
                                          <p:spTgt spid="59"/>
                                        </p:tgtEl>
                                        <p:attrNameLst>
                                          <p:attrName>ppt_h</p:attrName>
                                        </p:attrNameLst>
                                      </p:cBhvr>
                                      <p:tavLst>
                                        <p:tav tm="0">
                                          <p:val>
                                            <p:fltVal val="0"/>
                                          </p:val>
                                        </p:tav>
                                        <p:tav tm="100000">
                                          <p:val>
                                            <p:strVal val="#ppt_h"/>
                                          </p:val>
                                        </p:tav>
                                      </p:tavLst>
                                    </p:anim>
                                    <p:animEffect transition="in" filter="fade">
                                      <p:cBhvr>
                                        <p:cTn id="76" dur="500"/>
                                        <p:tgtEl>
                                          <p:spTgt spid="59"/>
                                        </p:tgtEl>
                                      </p:cBhvr>
                                    </p:animEffect>
                                  </p:childTnLst>
                                </p:cTn>
                              </p:par>
                              <p:par>
                                <p:cTn id="77" presetID="53" presetClass="entr" presetSubtype="0" fill="hold" nodeType="withEffect">
                                  <p:childTnLst>
                                    <p:set>
                                      <p:cBhvr>
                                        <p:cTn id="78" dur="1" fill="hold">
                                          <p:stCondLst>
                                            <p:cond delay="0"/>
                                          </p:stCondLst>
                                        </p:cTn>
                                        <p:tgtEl>
                                          <p:spTgt spid="60"/>
                                        </p:tgtEl>
                                        <p:attrNameLst>
                                          <p:attrName>style.visibility</p:attrName>
                                        </p:attrNameLst>
                                      </p:cBhvr>
                                      <p:to>
                                        <p:strVal val="visible"/>
                                      </p:to>
                                    </p:set>
                                    <p:anim calcmode="lin" valueType="num">
                                      <p:cBhvr>
                                        <p:cTn id="79" dur="500" fill="hold"/>
                                        <p:tgtEl>
                                          <p:spTgt spid="60"/>
                                        </p:tgtEl>
                                        <p:attrNameLst>
                                          <p:attrName>ppt_w</p:attrName>
                                        </p:attrNameLst>
                                      </p:cBhvr>
                                      <p:tavLst>
                                        <p:tav tm="0">
                                          <p:val>
                                            <p:fltVal val="0"/>
                                          </p:val>
                                        </p:tav>
                                        <p:tav tm="100000">
                                          <p:val>
                                            <p:strVal val="#ppt_w"/>
                                          </p:val>
                                        </p:tav>
                                      </p:tavLst>
                                    </p:anim>
                                    <p:anim calcmode="lin" valueType="num">
                                      <p:cBhvr>
                                        <p:cTn id="80" dur="500" fill="hold"/>
                                        <p:tgtEl>
                                          <p:spTgt spid="60"/>
                                        </p:tgtEl>
                                        <p:attrNameLst>
                                          <p:attrName>ppt_h</p:attrName>
                                        </p:attrNameLst>
                                      </p:cBhvr>
                                      <p:tavLst>
                                        <p:tav tm="0">
                                          <p:val>
                                            <p:fltVal val="0"/>
                                          </p:val>
                                        </p:tav>
                                        <p:tav tm="100000">
                                          <p:val>
                                            <p:strVal val="#ppt_h"/>
                                          </p:val>
                                        </p:tav>
                                      </p:tavLst>
                                    </p:anim>
                                    <p:animEffect transition="in" filter="fade">
                                      <p:cBhvr>
                                        <p:cTn id="81" dur="500"/>
                                        <p:tgtEl>
                                          <p:spTgt spid="60"/>
                                        </p:tgtEl>
                                      </p:cBhvr>
                                    </p:animEffect>
                                  </p:childTnLst>
                                </p:cTn>
                              </p:par>
                              <p:par>
                                <p:cTn id="82" presetID="53" presetClass="entr" presetSubtype="0" fill="hold" grpId="6" nodeType="withEffect">
                                  <p:childTnLst>
                                    <p:set>
                                      <p:cBhvr>
                                        <p:cTn id="83" dur="1" fill="hold">
                                          <p:stCondLst>
                                            <p:cond delay="0"/>
                                          </p:stCondLst>
                                        </p:cTn>
                                        <p:tgtEl>
                                          <p:spTgt spid="65"/>
                                        </p:tgtEl>
                                        <p:attrNameLst>
                                          <p:attrName>style.visibility</p:attrName>
                                        </p:attrNameLst>
                                      </p:cBhvr>
                                      <p:to>
                                        <p:strVal val="visible"/>
                                      </p:to>
                                    </p:set>
                                    <p:anim calcmode="lin" valueType="num">
                                      <p:cBhvr>
                                        <p:cTn id="84" dur="500" fill="hold"/>
                                        <p:tgtEl>
                                          <p:spTgt spid="65"/>
                                        </p:tgtEl>
                                        <p:attrNameLst>
                                          <p:attrName>ppt_w</p:attrName>
                                        </p:attrNameLst>
                                      </p:cBhvr>
                                      <p:tavLst>
                                        <p:tav tm="0">
                                          <p:val>
                                            <p:fltVal val="0"/>
                                          </p:val>
                                        </p:tav>
                                        <p:tav tm="100000">
                                          <p:val>
                                            <p:strVal val="#ppt_w"/>
                                          </p:val>
                                        </p:tav>
                                      </p:tavLst>
                                    </p:anim>
                                    <p:anim calcmode="lin" valueType="num">
                                      <p:cBhvr>
                                        <p:cTn id="85" dur="500" fill="hold"/>
                                        <p:tgtEl>
                                          <p:spTgt spid="65"/>
                                        </p:tgtEl>
                                        <p:attrNameLst>
                                          <p:attrName>ppt_h</p:attrName>
                                        </p:attrNameLst>
                                      </p:cBhvr>
                                      <p:tavLst>
                                        <p:tav tm="0">
                                          <p:val>
                                            <p:fltVal val="0"/>
                                          </p:val>
                                        </p:tav>
                                        <p:tav tm="100000">
                                          <p:val>
                                            <p:strVal val="#ppt_h"/>
                                          </p:val>
                                        </p:tav>
                                      </p:tavLst>
                                    </p:anim>
                                    <p:animEffect transition="in" filter="fade">
                                      <p:cBhvr>
                                        <p:cTn id="86" dur="500"/>
                                        <p:tgtEl>
                                          <p:spTgt spid="65"/>
                                        </p:tgtEl>
                                      </p:cBhvr>
                                    </p:animEffect>
                                  </p:childTnLst>
                                </p:cTn>
                              </p:par>
                              <p:par>
                                <p:cTn id="87" presetID="53" presetClass="entr" presetSubtype="0" fill="hold" grpId="7" nodeType="withEffect">
                                  <p:childTnLst>
                                    <p:set>
                                      <p:cBhvr>
                                        <p:cTn id="88" dur="1" fill="hold">
                                          <p:stCondLst>
                                            <p:cond delay="0"/>
                                          </p:stCondLst>
                                        </p:cTn>
                                        <p:tgtEl>
                                          <p:spTgt spid="66"/>
                                        </p:tgtEl>
                                        <p:attrNameLst>
                                          <p:attrName>style.visibility</p:attrName>
                                        </p:attrNameLst>
                                      </p:cBhvr>
                                      <p:to>
                                        <p:strVal val="visible"/>
                                      </p:to>
                                    </p:set>
                                    <p:anim calcmode="lin" valueType="num">
                                      <p:cBhvr>
                                        <p:cTn id="89" dur="500" fill="hold"/>
                                        <p:tgtEl>
                                          <p:spTgt spid="66"/>
                                        </p:tgtEl>
                                        <p:attrNameLst>
                                          <p:attrName>ppt_w</p:attrName>
                                        </p:attrNameLst>
                                      </p:cBhvr>
                                      <p:tavLst>
                                        <p:tav tm="0">
                                          <p:val>
                                            <p:fltVal val="0"/>
                                          </p:val>
                                        </p:tav>
                                        <p:tav tm="100000">
                                          <p:val>
                                            <p:strVal val="#ppt_w"/>
                                          </p:val>
                                        </p:tav>
                                      </p:tavLst>
                                    </p:anim>
                                    <p:anim calcmode="lin" valueType="num">
                                      <p:cBhvr>
                                        <p:cTn id="90" dur="500" fill="hold"/>
                                        <p:tgtEl>
                                          <p:spTgt spid="66"/>
                                        </p:tgtEl>
                                        <p:attrNameLst>
                                          <p:attrName>ppt_h</p:attrName>
                                        </p:attrNameLst>
                                      </p:cBhvr>
                                      <p:tavLst>
                                        <p:tav tm="0">
                                          <p:val>
                                            <p:fltVal val="0"/>
                                          </p:val>
                                        </p:tav>
                                        <p:tav tm="100000">
                                          <p:val>
                                            <p:strVal val="#ppt_h"/>
                                          </p:val>
                                        </p:tav>
                                      </p:tavLst>
                                    </p:anim>
                                    <p:animEffect transition="in" filter="fade">
                                      <p:cBhvr>
                                        <p:cTn id="91" dur="500"/>
                                        <p:tgtEl>
                                          <p:spTgt spid="66"/>
                                        </p:tgtEl>
                                      </p:cBhvr>
                                    </p:animEffect>
                                  </p:childTnLst>
                                </p:cTn>
                              </p:par>
                              <p:par>
                                <p:cTn id="92" presetID="53" presetClass="entr" presetSubtype="0" fill="hold" nodeType="withEffect">
                                  <p:childTnLst>
                                    <p:set>
                                      <p:cBhvr>
                                        <p:cTn id="93" dur="1" fill="hold">
                                          <p:stCondLst>
                                            <p:cond delay="0"/>
                                          </p:stCondLst>
                                        </p:cTn>
                                        <p:tgtEl>
                                          <p:spTgt spid="67"/>
                                        </p:tgtEl>
                                        <p:attrNameLst>
                                          <p:attrName>style.visibility</p:attrName>
                                        </p:attrNameLst>
                                      </p:cBhvr>
                                      <p:to>
                                        <p:strVal val="visible"/>
                                      </p:to>
                                    </p:set>
                                    <p:anim calcmode="lin" valueType="num">
                                      <p:cBhvr>
                                        <p:cTn id="94" dur="500" fill="hold"/>
                                        <p:tgtEl>
                                          <p:spTgt spid="67"/>
                                        </p:tgtEl>
                                        <p:attrNameLst>
                                          <p:attrName>ppt_w</p:attrName>
                                        </p:attrNameLst>
                                      </p:cBhvr>
                                      <p:tavLst>
                                        <p:tav tm="0">
                                          <p:val>
                                            <p:fltVal val="0"/>
                                          </p:val>
                                        </p:tav>
                                        <p:tav tm="100000">
                                          <p:val>
                                            <p:strVal val="#ppt_w"/>
                                          </p:val>
                                        </p:tav>
                                      </p:tavLst>
                                    </p:anim>
                                    <p:anim calcmode="lin" valueType="num">
                                      <p:cBhvr>
                                        <p:cTn id="95" dur="500" fill="hold"/>
                                        <p:tgtEl>
                                          <p:spTgt spid="67"/>
                                        </p:tgtEl>
                                        <p:attrNameLst>
                                          <p:attrName>ppt_h</p:attrName>
                                        </p:attrNameLst>
                                      </p:cBhvr>
                                      <p:tavLst>
                                        <p:tav tm="0">
                                          <p:val>
                                            <p:fltVal val="0"/>
                                          </p:val>
                                        </p:tav>
                                        <p:tav tm="100000">
                                          <p:val>
                                            <p:strVal val="#ppt_h"/>
                                          </p:val>
                                        </p:tav>
                                      </p:tavLst>
                                    </p:anim>
                                    <p:animEffect transition="in" filter="fade">
                                      <p:cBhvr>
                                        <p:cTn id="9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1"/>
      <p:bldP spid="51" grpId="2"/>
      <p:bldP spid="52" grpId="3"/>
      <p:bldP spid="58" grpId="4"/>
      <p:bldP spid="59" grpId="5"/>
      <p:bldP spid="65" grpId="6"/>
      <p:bldP spid="66" grpId="7"/>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p14="http://schemas.microsoft.com/office/powerpoint/2010/main" xmlns:p15="http://schemas.microsoft.com/office/powerpoint/2012/main" xmlns:a16="http://schemas.microsoft.com/office/drawing/2014/main" id="{29E38136-BE8B-418A-BEA2-ECC4377B9F6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 xmlns:p14="http://schemas.microsoft.com/office/powerpoint/2010/main" xmlns:p15="http://schemas.microsoft.com/office/powerpoint/2012/main" xmlns:a16="http://schemas.microsoft.com/office/drawing/2014/main" id="{11280EA5-0B5A-4501-8A34-084C1A15701B}"/>
              </a:ext>
            </a:extLst>
          </p:cNvPr>
          <p:cNvSpPr>
            <a:spLocks noGrp="1"/>
          </p:cNvSpPr>
          <p:nvPr>
            <p:ph idx="1"/>
          </p:nvPr>
        </p:nvSpPr>
        <p:spPr/>
        <p:txBody>
          <a:bodyPr/>
          <a:lstStyle/>
          <a:p>
            <a:endParaRPr lang="zh-CN" altLang="en-US"/>
          </a:p>
        </p:txBody>
      </p:sp>
      <p:pic>
        <p:nvPicPr>
          <p:cNvPr id="4" name="图片 3">
            <a:extLst>
              <a:ext uri="{FF2B5EF4-FFF2-40B4-BE49-F238E27FC236}">
                <a16:creationId xmlns="" xmlns:p14="http://schemas.microsoft.com/office/powerpoint/2010/main" xmlns:p15="http://schemas.microsoft.com/office/powerpoint/2012/main" xmlns:a16="http://schemas.microsoft.com/office/drawing/2014/main" id="{2266DC4A-FCF9-43D5-B748-91745F5A1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sp>
        <p:nvSpPr>
          <p:cNvPr id="5" name="文本框 4">
            <a:extLst>
              <a:ext uri="{FF2B5EF4-FFF2-40B4-BE49-F238E27FC236}">
                <a16:creationId xmlns="" xmlns:p14="http://schemas.microsoft.com/office/powerpoint/2010/main" xmlns:p15="http://schemas.microsoft.com/office/powerpoint/2012/main" xmlns:a16="http://schemas.microsoft.com/office/drawing/2014/main" id="{5F8535EF-6A80-4C19-A25D-9B17344C9747}"/>
              </a:ext>
            </a:extLst>
          </p:cNvPr>
          <p:cNvSpPr txBox="1"/>
          <p:nvPr/>
        </p:nvSpPr>
        <p:spPr>
          <a:xfrm>
            <a:off x="340664" y="484044"/>
            <a:ext cx="2909312" cy="3154710"/>
          </a:xfrm>
          <a:prstGeom prst="rect">
            <a:avLst/>
          </a:prstGeom>
          <a:noFill/>
          <a:effectLst>
            <a:innerShdw blurRad="114300">
              <a:prstClr val="black"/>
            </a:innerShdw>
          </a:effectLst>
        </p:spPr>
        <p:txBody>
          <a:bodyPr wrap="square" rtlCol="0">
            <a:spAutoFit/>
          </a:bodyPr>
          <a:lstStyle/>
          <a:p>
            <a:r>
              <a:rPr lang="en-US" altLang="zh-CN"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03</a:t>
            </a:r>
            <a:endParaRPr lang="zh-CN" altLang="en-US"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grpSp>
        <p:nvGrpSpPr>
          <p:cNvPr id="11" name="组合 10">
            <a:extLst>
              <a:ext uri="{FF2B5EF4-FFF2-40B4-BE49-F238E27FC236}">
                <a16:creationId xmlns="" xmlns:p14="http://schemas.microsoft.com/office/powerpoint/2010/main" xmlns:p15="http://schemas.microsoft.com/office/powerpoint/2012/main" xmlns:a16="http://schemas.microsoft.com/office/drawing/2014/main" id="{36000B5B-F5BB-40A0-BC80-7EB57D83C42B}"/>
              </a:ext>
            </a:extLst>
          </p:cNvPr>
          <p:cNvGrpSpPr/>
          <p:nvPr/>
        </p:nvGrpSpPr>
        <p:grpSpPr>
          <a:xfrm>
            <a:off x="3833013" y="1783964"/>
            <a:ext cx="4010998" cy="834922"/>
            <a:chOff x="360596" y="559337"/>
            <a:chExt cx="2412130" cy="661056"/>
          </a:xfrm>
        </p:grpSpPr>
        <p:pic>
          <p:nvPicPr>
            <p:cNvPr id="12" name="图片 11">
              <a:extLst>
                <a:ext uri="{FF2B5EF4-FFF2-40B4-BE49-F238E27FC236}">
                  <a16:creationId xmlns="" xmlns:p14="http://schemas.microsoft.com/office/powerpoint/2010/main" xmlns:p15="http://schemas.microsoft.com/office/powerpoint/2012/main" xmlns:a16="http://schemas.microsoft.com/office/drawing/2014/main" id="{550775FE-7491-455D-85C7-C2E19E5D1DB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13" name="图片 12">
              <a:extLst>
                <a:ext uri="{FF2B5EF4-FFF2-40B4-BE49-F238E27FC236}">
                  <a16:creationId xmlns="" xmlns:p14="http://schemas.microsoft.com/office/powerpoint/2010/main" xmlns:p15="http://schemas.microsoft.com/office/powerpoint/2012/main" xmlns:a16="http://schemas.microsoft.com/office/drawing/2014/main" id="{EA0EF64C-4BD4-4834-8764-6521801B6727}"/>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14" name="图片 13">
              <a:extLst>
                <a:ext uri="{FF2B5EF4-FFF2-40B4-BE49-F238E27FC236}">
                  <a16:creationId xmlns="" xmlns:p14="http://schemas.microsoft.com/office/powerpoint/2010/main" xmlns:p15="http://schemas.microsoft.com/office/powerpoint/2012/main" xmlns:a16="http://schemas.microsoft.com/office/drawing/2014/main" id="{51579107-2EE2-44F2-BF5F-A39B1A8C712B}"/>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5" name="文本框 14">
            <a:extLst>
              <a:ext uri="{FF2B5EF4-FFF2-40B4-BE49-F238E27FC236}">
                <a16:creationId xmlns="" xmlns:p14="http://schemas.microsoft.com/office/powerpoint/2010/main" xmlns:p15="http://schemas.microsoft.com/office/powerpoint/2012/main" xmlns:a16="http://schemas.microsoft.com/office/drawing/2014/main" id="{6696FD60-DCF1-4C0E-BD0C-7B1ACAC36B22}"/>
              </a:ext>
            </a:extLst>
          </p:cNvPr>
          <p:cNvSpPr txBox="1"/>
          <p:nvPr/>
        </p:nvSpPr>
        <p:spPr>
          <a:xfrm>
            <a:off x="3745735" y="1874692"/>
            <a:ext cx="4190766" cy="646331"/>
          </a:xfrm>
          <a:prstGeom prst="rect">
            <a:avLst/>
          </a:prstGeom>
          <a:noFill/>
          <a:effectLst>
            <a:outerShdw blurRad="63500" sx="102000" sy="102000" algn="ctr" rotWithShape="0">
              <a:prstClr val="black">
                <a:alpha val="40000"/>
              </a:prstClr>
            </a:outerShdw>
          </a:effectLst>
        </p:spPr>
        <p:txBody>
          <a:bodyPr wrap="square" rtlCol="0" anchor="ctr">
            <a:spAutoFit/>
          </a:bodyPr>
          <a:lstStyle/>
          <a:p>
            <a:pPr algn="ctr"/>
            <a:r>
              <a:rPr lang="zh-CN" altLang="en-US" sz="3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输入标题或内容</a:t>
            </a:r>
          </a:p>
        </p:txBody>
      </p:sp>
      <p:sp>
        <p:nvSpPr>
          <p:cNvPr id="16" name="文本框 15">
            <a:extLst>
              <a:ext uri="{FF2B5EF4-FFF2-40B4-BE49-F238E27FC236}">
                <a16:creationId xmlns="" xmlns:p14="http://schemas.microsoft.com/office/powerpoint/2010/main" xmlns:p15="http://schemas.microsoft.com/office/powerpoint/2012/main" xmlns:a16="http://schemas.microsoft.com/office/drawing/2014/main" id="{2E163993-B52A-4DD0-A9B3-40990833E133}"/>
              </a:ext>
            </a:extLst>
          </p:cNvPr>
          <p:cNvSpPr txBox="1"/>
          <p:nvPr/>
        </p:nvSpPr>
        <p:spPr>
          <a:xfrm>
            <a:off x="4280283" y="2592560"/>
            <a:ext cx="3563728" cy="422552"/>
          </a:xfrm>
          <a:prstGeom prst="rect">
            <a:avLst/>
          </a:prstGeom>
          <a:noFill/>
          <a:effectLst>
            <a:innerShdw blurRad="114300">
              <a:prstClr val="black"/>
            </a:innerShdw>
          </a:effectLst>
        </p:spPr>
        <p:txBody>
          <a:bodyPr wrap="square" rtlCol="0">
            <a:spAutoFit/>
          </a:bodyPr>
          <a:lstStyle/>
          <a:p>
            <a:pPr algn="dist">
              <a:lnSpc>
                <a:spcPct val="150000"/>
              </a:lnSpc>
            </a:pPr>
            <a:r>
              <a:rPr lang="zh-CN" altLang="en-US" sz="1600" b="1" u="sng">
                <a:solidFill>
                  <a:srgbClr val="00FEFE"/>
                </a:solidFill>
                <a:latin typeface="思源黑体 CN Heavy" panose="020B0A00000000000000" pitchFamily="34" charset="-122"/>
                <a:ea typeface="思源黑体 CN Heavy" panose="020B0A00000000000000" pitchFamily="34" charset="-122"/>
              </a:rPr>
              <a:t>科技商用通用模板</a:t>
            </a:r>
          </a:p>
        </p:txBody>
      </p:sp>
    </p:spTree>
    <p:extLst>
      <p:ext uri="{BB962C8B-B14F-4D97-AF65-F5344CB8AC3E}">
        <p14:creationId xmlns:p14="http://schemas.microsoft.com/office/powerpoint/2010/main" val="39670841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5" presetClass="entr" presetSubtype="0" fill="hold" nodeType="withEffec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0.70"/>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par>
                                <p:cTn id="15" presetID="55" presetClass="entr" presetSubtype="0" fill="hold" grpId="1" nodeType="withEffect">
                                  <p:childTnLst>
                                    <p:set>
                                      <p:cBhvr>
                                        <p:cTn id="16" dur="1"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strVal val="#ppt_w*0.70"/>
                                          </p:val>
                                        </p:tav>
                                        <p:tav tm="100000">
                                          <p:val>
                                            <p:strVal val="#ppt_w"/>
                                          </p:val>
                                        </p:tav>
                                      </p:tavLst>
                                    </p:anim>
                                    <p:anim calcmode="lin" valueType="num">
                                      <p:cBhvr>
                                        <p:cTn id="18" dur="1000" fill="hold"/>
                                        <p:tgtEl>
                                          <p:spTgt spid="15"/>
                                        </p:tgtEl>
                                        <p:attrNameLst>
                                          <p:attrName>ppt_h</p:attrName>
                                        </p:attrNameLst>
                                      </p:cBhvr>
                                      <p:tavLst>
                                        <p:tav tm="0">
                                          <p:val>
                                            <p:strVal val="#ppt_h"/>
                                          </p:val>
                                        </p:tav>
                                        <p:tav tm="100000">
                                          <p:val>
                                            <p:strVal val="#ppt_h"/>
                                          </p:val>
                                        </p:tav>
                                      </p:tavLst>
                                    </p:anim>
                                    <p:animEffect transition="in" filter="fade">
                                      <p:cBhvr>
                                        <p:cTn id="19" dur="1000"/>
                                        <p:tgtEl>
                                          <p:spTgt spid="15"/>
                                        </p:tgtEl>
                                      </p:cBhvr>
                                    </p:animEffect>
                                  </p:childTnLst>
                                </p:cTn>
                              </p:par>
                              <p:par>
                                <p:cTn id="20" presetID="53" presetClass="entr" presetSubtype="0" fill="hold" grpId="2" nodeType="withEffec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1"/>
      <p:bldP spid="16" grpId="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5"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6"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41" name="六边形 35">
            <a:extLst>
              <a:ext uri="{FF2B5EF4-FFF2-40B4-BE49-F238E27FC236}">
                <a16:creationId xmlns="" xmlns:p14="http://schemas.microsoft.com/office/powerpoint/2010/main" xmlns:p15="http://schemas.microsoft.com/office/powerpoint/2012/main" xmlns:a16="http://schemas.microsoft.com/office/drawing/2014/main" id="{127CFDE3-8980-4D11-96B0-0F525DCF912D}"/>
              </a:ext>
            </a:extLst>
          </p:cNvPr>
          <p:cNvSpPr>
            <a:spLocks noChangeArrowheads="1"/>
          </p:cNvSpPr>
          <p:nvPr/>
        </p:nvSpPr>
        <p:spPr bwMode="auto">
          <a:xfrm>
            <a:off x="3636272" y="1736553"/>
            <a:ext cx="1114780" cy="924737"/>
          </a:xfrm>
          <a:prstGeom prst="hexagon">
            <a:avLst>
              <a:gd name="adj" fmla="val 25010"/>
              <a:gd name="vf" fmla="val 115470"/>
            </a:avLst>
          </a:prstGeom>
          <a:noFill/>
          <a:ln>
            <a:solidFill>
              <a:srgbClr val="6BFAFD"/>
            </a:solid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endParaRPr lang="zh-CN" altLang="zh-CN" sz="1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2" name="六边形 37">
            <a:extLst>
              <a:ext uri="{FF2B5EF4-FFF2-40B4-BE49-F238E27FC236}">
                <a16:creationId xmlns="" xmlns:p14="http://schemas.microsoft.com/office/powerpoint/2010/main" xmlns:p15="http://schemas.microsoft.com/office/powerpoint/2012/main" xmlns:a16="http://schemas.microsoft.com/office/drawing/2014/main" id="{646FCCAF-1F18-47E9-9E97-0A767D11441F}"/>
              </a:ext>
            </a:extLst>
          </p:cNvPr>
          <p:cNvSpPr>
            <a:spLocks noChangeArrowheads="1"/>
          </p:cNvSpPr>
          <p:nvPr/>
        </p:nvSpPr>
        <p:spPr bwMode="auto">
          <a:xfrm>
            <a:off x="4582707" y="2239429"/>
            <a:ext cx="1114780" cy="925725"/>
          </a:xfrm>
          <a:prstGeom prst="hexagon">
            <a:avLst>
              <a:gd name="adj" fmla="val 24983"/>
              <a:gd name="vf" fmla="val 115470"/>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a:lnSpc>
                <a:spcPct val="100000"/>
              </a:lnSpc>
              <a:spcBef>
                <a:spcPct val="0"/>
              </a:spcBef>
              <a:buNone/>
            </a:pPr>
            <a:r>
              <a:rPr lang="zh-CN" altLang="en-US" sz="18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sp>
        <p:nvSpPr>
          <p:cNvPr id="43" name="六边形 39">
            <a:extLst>
              <a:ext uri="{FF2B5EF4-FFF2-40B4-BE49-F238E27FC236}">
                <a16:creationId xmlns="" xmlns:p14="http://schemas.microsoft.com/office/powerpoint/2010/main" xmlns:p15="http://schemas.microsoft.com/office/powerpoint/2012/main" xmlns:a16="http://schemas.microsoft.com/office/drawing/2014/main" id="{9AAE357C-8592-45A5-B05C-4BA964BE904D}"/>
              </a:ext>
            </a:extLst>
          </p:cNvPr>
          <p:cNvSpPr>
            <a:spLocks noChangeArrowheads="1"/>
          </p:cNvSpPr>
          <p:nvPr/>
        </p:nvSpPr>
        <p:spPr bwMode="auto">
          <a:xfrm>
            <a:off x="2691891" y="1242570"/>
            <a:ext cx="1114780" cy="924737"/>
          </a:xfrm>
          <a:prstGeom prst="hexagon">
            <a:avLst>
              <a:gd name="adj" fmla="val 25010"/>
              <a:gd name="vf" fmla="val 115470"/>
            </a:avLst>
          </a:prstGeom>
          <a:noFill/>
          <a:ln>
            <a:solidFill>
              <a:srgbClr val="6BFAFD"/>
            </a:solid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endParaRPr lang="zh-CN" altLang="zh-CN" sz="1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六边形 42">
            <a:extLst>
              <a:ext uri="{FF2B5EF4-FFF2-40B4-BE49-F238E27FC236}">
                <a16:creationId xmlns="" xmlns:p14="http://schemas.microsoft.com/office/powerpoint/2010/main" xmlns:p15="http://schemas.microsoft.com/office/powerpoint/2012/main" xmlns:a16="http://schemas.microsoft.com/office/drawing/2014/main" id="{3C7807C9-ABB8-4B85-9E73-F11926FBC00A}"/>
              </a:ext>
            </a:extLst>
          </p:cNvPr>
          <p:cNvSpPr>
            <a:spLocks noChangeArrowheads="1"/>
          </p:cNvSpPr>
          <p:nvPr/>
        </p:nvSpPr>
        <p:spPr bwMode="auto">
          <a:xfrm>
            <a:off x="2691891" y="2232513"/>
            <a:ext cx="1114780" cy="924737"/>
          </a:xfrm>
          <a:prstGeom prst="hexagon">
            <a:avLst>
              <a:gd name="adj" fmla="val 25010"/>
              <a:gd name="vf" fmla="val 115470"/>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18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sp>
        <p:nvSpPr>
          <p:cNvPr id="45" name="六边形 43">
            <a:extLst>
              <a:ext uri="{FF2B5EF4-FFF2-40B4-BE49-F238E27FC236}">
                <a16:creationId xmlns="" xmlns:p14="http://schemas.microsoft.com/office/powerpoint/2010/main" xmlns:p15="http://schemas.microsoft.com/office/powerpoint/2012/main" xmlns:a16="http://schemas.microsoft.com/office/drawing/2014/main" id="{3283D944-D4E5-4D6E-86C8-5D07098A430C}"/>
              </a:ext>
            </a:extLst>
          </p:cNvPr>
          <p:cNvSpPr>
            <a:spLocks noChangeArrowheads="1"/>
          </p:cNvSpPr>
          <p:nvPr/>
        </p:nvSpPr>
        <p:spPr bwMode="auto">
          <a:xfrm>
            <a:off x="1747510" y="1750385"/>
            <a:ext cx="1114780" cy="924737"/>
          </a:xfrm>
          <a:prstGeom prst="hexagon">
            <a:avLst>
              <a:gd name="adj" fmla="val 25010"/>
              <a:gd name="vf" fmla="val 115470"/>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18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cxnSp>
        <p:nvCxnSpPr>
          <p:cNvPr id="47" name="直接连接符 46">
            <a:extLst>
              <a:ext uri="{FF2B5EF4-FFF2-40B4-BE49-F238E27FC236}">
                <a16:creationId xmlns="" xmlns:p14="http://schemas.microsoft.com/office/powerpoint/2010/main" xmlns:p15="http://schemas.microsoft.com/office/powerpoint/2012/main" xmlns:a16="http://schemas.microsoft.com/office/drawing/2014/main" id="{A3E0F6BF-5AC3-4A21-810E-FE92CC8E2791}"/>
              </a:ext>
            </a:extLst>
          </p:cNvPr>
          <p:cNvCxnSpPr/>
          <p:nvPr/>
        </p:nvCxnSpPr>
        <p:spPr>
          <a:xfrm flipH="1">
            <a:off x="4027011" y="1597965"/>
            <a:ext cx="4461832"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 xmlns:p14="http://schemas.microsoft.com/office/powerpoint/2010/main" xmlns:p15="http://schemas.microsoft.com/office/powerpoint/2012/main" xmlns:a16="http://schemas.microsoft.com/office/drawing/2014/main" id="{83DC0506-EC63-4258-9F13-BB596B63CA58}"/>
              </a:ext>
            </a:extLst>
          </p:cNvPr>
          <p:cNvCxnSpPr/>
          <p:nvPr/>
        </p:nvCxnSpPr>
        <p:spPr>
          <a:xfrm>
            <a:off x="103170" y="3356498"/>
            <a:ext cx="4461832"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53" name="六边形 35">
            <a:extLst>
              <a:ext uri="{FF2B5EF4-FFF2-40B4-BE49-F238E27FC236}">
                <a16:creationId xmlns="" xmlns:p14="http://schemas.microsoft.com/office/powerpoint/2010/main" xmlns:p15="http://schemas.microsoft.com/office/powerpoint/2012/main" xmlns:a16="http://schemas.microsoft.com/office/drawing/2014/main" id="{B2DE7B25-0720-4726-A16F-29D7264EA062}"/>
              </a:ext>
            </a:extLst>
          </p:cNvPr>
          <p:cNvSpPr>
            <a:spLocks noChangeArrowheads="1"/>
          </p:cNvSpPr>
          <p:nvPr/>
        </p:nvSpPr>
        <p:spPr bwMode="auto">
          <a:xfrm>
            <a:off x="5542434" y="2743293"/>
            <a:ext cx="1114780" cy="924737"/>
          </a:xfrm>
          <a:prstGeom prst="hexagon">
            <a:avLst>
              <a:gd name="adj" fmla="val 25010"/>
              <a:gd name="vf" fmla="val 115470"/>
            </a:avLst>
          </a:prstGeom>
          <a:noFill/>
          <a:ln>
            <a:solidFill>
              <a:srgbClr val="6BFAFD"/>
            </a:solid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endParaRPr lang="zh-CN" altLang="zh-CN" sz="1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4" name="六边形 35">
            <a:extLst>
              <a:ext uri="{FF2B5EF4-FFF2-40B4-BE49-F238E27FC236}">
                <a16:creationId xmlns="" xmlns:p14="http://schemas.microsoft.com/office/powerpoint/2010/main" xmlns:p15="http://schemas.microsoft.com/office/powerpoint/2012/main" xmlns:a16="http://schemas.microsoft.com/office/drawing/2014/main" id="{63CD5615-F07C-43A5-AEB4-65349A101CD0}"/>
              </a:ext>
            </a:extLst>
          </p:cNvPr>
          <p:cNvSpPr>
            <a:spLocks noChangeArrowheads="1"/>
          </p:cNvSpPr>
          <p:nvPr/>
        </p:nvSpPr>
        <p:spPr bwMode="auto">
          <a:xfrm>
            <a:off x="5535259" y="1749827"/>
            <a:ext cx="1114780" cy="924737"/>
          </a:xfrm>
          <a:prstGeom prst="hexagon">
            <a:avLst>
              <a:gd name="adj" fmla="val 25010"/>
              <a:gd name="vf" fmla="val 115470"/>
            </a:avLst>
          </a:prstGeom>
          <a:noFill/>
          <a:ln>
            <a:solidFill>
              <a:srgbClr val="6BFAFD"/>
            </a:solid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endParaRPr lang="zh-CN" altLang="zh-CN" sz="1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六边形 37">
            <a:extLst>
              <a:ext uri="{FF2B5EF4-FFF2-40B4-BE49-F238E27FC236}">
                <a16:creationId xmlns="" xmlns:p14="http://schemas.microsoft.com/office/powerpoint/2010/main" xmlns:p15="http://schemas.microsoft.com/office/powerpoint/2012/main" xmlns:a16="http://schemas.microsoft.com/office/drawing/2014/main" id="{3F80B6FC-8473-4D29-AF8A-8835F2CB0C36}"/>
              </a:ext>
            </a:extLst>
          </p:cNvPr>
          <p:cNvSpPr>
            <a:spLocks noChangeArrowheads="1"/>
          </p:cNvSpPr>
          <p:nvPr/>
        </p:nvSpPr>
        <p:spPr bwMode="auto">
          <a:xfrm>
            <a:off x="6475798" y="2248187"/>
            <a:ext cx="1114780" cy="925725"/>
          </a:xfrm>
          <a:prstGeom prst="hexagon">
            <a:avLst>
              <a:gd name="adj" fmla="val 24983"/>
              <a:gd name="vf" fmla="val 115470"/>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a:lnSpc>
                <a:spcPct val="100000"/>
              </a:lnSpc>
              <a:spcBef>
                <a:spcPct val="0"/>
              </a:spcBef>
              <a:buNone/>
            </a:pPr>
            <a:r>
              <a:rPr lang="zh-CN" altLang="en-US" sz="18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sp>
        <p:nvSpPr>
          <p:cNvPr id="23" name="箭头: V 形 22">
            <a:extLst>
              <a:ext uri="{FF2B5EF4-FFF2-40B4-BE49-F238E27FC236}">
                <a16:creationId xmlns="" xmlns:p14="http://schemas.microsoft.com/office/powerpoint/2010/main" xmlns:p15="http://schemas.microsoft.com/office/powerpoint/2012/main" xmlns:a16="http://schemas.microsoft.com/office/drawing/2014/main" id="{C1C57682-9752-4676-AE2B-4FD1E501312F}"/>
              </a:ext>
            </a:extLst>
          </p:cNvPr>
          <p:cNvSpPr/>
          <p:nvPr/>
        </p:nvSpPr>
        <p:spPr>
          <a:xfrm rot="3122176">
            <a:off x="6685019" y="2495970"/>
            <a:ext cx="91124" cy="93872"/>
          </a:xfrm>
          <a:prstGeom prst="chevron">
            <a:avLst/>
          </a:prstGeom>
          <a:solidFill>
            <a:srgbClr val="6BFAFD">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TextBox 13">
            <a:extLst>
              <a:ext uri="{FF2B5EF4-FFF2-40B4-BE49-F238E27FC236}">
                <a16:creationId xmlns="" xmlns:p14="http://schemas.microsoft.com/office/powerpoint/2010/main" xmlns:p15="http://schemas.microsoft.com/office/powerpoint/2012/main" xmlns:a16="http://schemas.microsoft.com/office/drawing/2014/main" id="{434FAD8F-5A59-4B0A-943E-B4AADA0A0578}"/>
              </a:ext>
            </a:extLst>
          </p:cNvPr>
          <p:cNvSpPr txBox="1"/>
          <p:nvPr/>
        </p:nvSpPr>
        <p:spPr>
          <a:xfrm>
            <a:off x="4163263" y="966600"/>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5" name="TextBox 13">
            <a:extLst>
              <a:ext uri="{FF2B5EF4-FFF2-40B4-BE49-F238E27FC236}">
                <a16:creationId xmlns="" xmlns:p14="http://schemas.microsoft.com/office/powerpoint/2010/main" xmlns:p15="http://schemas.microsoft.com/office/powerpoint/2012/main" xmlns:a16="http://schemas.microsoft.com/office/drawing/2014/main" id="{DAC04BCD-C6CB-4A9F-B5AC-3F9380B49720}"/>
              </a:ext>
            </a:extLst>
          </p:cNvPr>
          <p:cNvSpPr txBox="1"/>
          <p:nvPr/>
        </p:nvSpPr>
        <p:spPr>
          <a:xfrm>
            <a:off x="4182768" y="1156361"/>
            <a:ext cx="3787166" cy="340478"/>
          </a:xfrm>
          <a:prstGeom prst="rect">
            <a:avLst/>
          </a:prstGeom>
          <a:noFill/>
        </p:spPr>
        <p:txBody>
          <a:bodyPr wrap="square" lIns="0" tIns="0" rIns="0" bIns="0" rtlCol="0" anchor="ctr" anchorCtr="0">
            <a:spAutoFit/>
          </a:bodyPr>
          <a:lstStyle/>
          <a:p>
            <a:pPr defTabSz="1216817">
              <a:lnSpc>
                <a:spcPct val="15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sp>
        <p:nvSpPr>
          <p:cNvPr id="26" name="TextBox 13">
            <a:extLst>
              <a:ext uri="{FF2B5EF4-FFF2-40B4-BE49-F238E27FC236}">
                <a16:creationId xmlns="" xmlns:p14="http://schemas.microsoft.com/office/powerpoint/2010/main" xmlns:p15="http://schemas.microsoft.com/office/powerpoint/2012/main" xmlns:a16="http://schemas.microsoft.com/office/drawing/2014/main" id="{B76106AC-22A5-4F2A-A0CC-650FC4EF3DE1}"/>
              </a:ext>
            </a:extLst>
          </p:cNvPr>
          <p:cNvSpPr txBox="1"/>
          <p:nvPr/>
        </p:nvSpPr>
        <p:spPr>
          <a:xfrm>
            <a:off x="299110" y="2653075"/>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7" name="TextBox 13">
            <a:extLst>
              <a:ext uri="{FF2B5EF4-FFF2-40B4-BE49-F238E27FC236}">
                <a16:creationId xmlns="" xmlns:p14="http://schemas.microsoft.com/office/powerpoint/2010/main" xmlns:p15="http://schemas.microsoft.com/office/powerpoint/2012/main" xmlns:a16="http://schemas.microsoft.com/office/drawing/2014/main" id="{85B1802E-5587-4C30-8C14-33544B3AB13D}"/>
              </a:ext>
            </a:extLst>
          </p:cNvPr>
          <p:cNvSpPr txBox="1"/>
          <p:nvPr/>
        </p:nvSpPr>
        <p:spPr>
          <a:xfrm>
            <a:off x="318616" y="2844318"/>
            <a:ext cx="2242800" cy="423577"/>
          </a:xfrm>
          <a:prstGeom prst="rect">
            <a:avLst/>
          </a:prstGeom>
          <a:noFill/>
        </p:spPr>
        <p:txBody>
          <a:bodyPr wrap="square" lIns="0" tIns="0" rIns="0" bIns="0" rtlCol="0" anchor="ctr" anchorCtr="0">
            <a:spAutoFit/>
          </a:bodyPr>
          <a:lstStyle/>
          <a:p>
            <a:pP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28" name="iconfont-11117-5304720">
            <a:extLst>
              <a:ext uri="{FF2B5EF4-FFF2-40B4-BE49-F238E27FC236}">
                <a16:creationId xmlns="" xmlns:p14="http://schemas.microsoft.com/office/powerpoint/2010/main" xmlns:p15="http://schemas.microsoft.com/office/powerpoint/2012/main" xmlns:a16="http://schemas.microsoft.com/office/drawing/2014/main" id="{8333365E-AB5F-4897-BDAB-2693B089065D}"/>
              </a:ext>
            </a:extLst>
          </p:cNvPr>
          <p:cNvSpPr>
            <a:spLocks noChangeAspect="1"/>
          </p:cNvSpPr>
          <p:nvPr/>
        </p:nvSpPr>
        <p:spPr bwMode="auto">
          <a:xfrm>
            <a:off x="2993760" y="1441026"/>
            <a:ext cx="477492" cy="496447"/>
          </a:xfrm>
          <a:custGeom>
            <a:avLst/>
            <a:gdLst>
              <a:gd name="connsiteX0" fmla="*/ 353010 w 401970"/>
              <a:gd name="connsiteY0" fmla="*/ 334988 h 403627"/>
              <a:gd name="connsiteX1" fmla="*/ 365960 w 401970"/>
              <a:gd name="connsiteY1" fmla="*/ 338830 h 403627"/>
              <a:gd name="connsiteX2" fmla="*/ 400361 w 401970"/>
              <a:gd name="connsiteY2" fmla="*/ 390148 h 403627"/>
              <a:gd name="connsiteX3" fmla="*/ 400836 w 401970"/>
              <a:gd name="connsiteY3" fmla="*/ 399687 h 403627"/>
              <a:gd name="connsiteX4" fmla="*/ 392937 w 401970"/>
              <a:gd name="connsiteY4" fmla="*/ 403614 h 403627"/>
              <a:gd name="connsiteX5" fmla="*/ 9039 w 401970"/>
              <a:gd name="connsiteY5" fmla="*/ 403614 h 403627"/>
              <a:gd name="connsiteX6" fmla="*/ 1614 w 401970"/>
              <a:gd name="connsiteY6" fmla="*/ 389673 h 403627"/>
              <a:gd name="connsiteX7" fmla="*/ 32951 w 401970"/>
              <a:gd name="connsiteY7" fmla="*/ 342930 h 403627"/>
              <a:gd name="connsiteX8" fmla="*/ 45426 w 401970"/>
              <a:gd name="connsiteY8" fmla="*/ 340427 h 403627"/>
              <a:gd name="connsiteX9" fmla="*/ 47800 w 401970"/>
              <a:gd name="connsiteY9" fmla="*/ 352900 h 403627"/>
              <a:gd name="connsiteX10" fmla="*/ 25786 w 401970"/>
              <a:gd name="connsiteY10" fmla="*/ 385703 h 403627"/>
              <a:gd name="connsiteX11" fmla="*/ 376146 w 401970"/>
              <a:gd name="connsiteY11" fmla="*/ 385703 h 403627"/>
              <a:gd name="connsiteX12" fmla="*/ 350982 w 401970"/>
              <a:gd name="connsiteY12" fmla="*/ 348368 h 403627"/>
              <a:gd name="connsiteX13" fmla="*/ 353010 w 401970"/>
              <a:gd name="connsiteY13" fmla="*/ 334988 h 403627"/>
              <a:gd name="connsiteX14" fmla="*/ 353485 w 401970"/>
              <a:gd name="connsiteY14" fmla="*/ 264895 h 403627"/>
              <a:gd name="connsiteX15" fmla="*/ 365960 w 401970"/>
              <a:gd name="connsiteY15" fmla="*/ 267269 h 403627"/>
              <a:gd name="connsiteX16" fmla="*/ 400361 w 401970"/>
              <a:gd name="connsiteY16" fmla="*/ 318630 h 403627"/>
              <a:gd name="connsiteX17" fmla="*/ 400836 w 401970"/>
              <a:gd name="connsiteY17" fmla="*/ 328169 h 403627"/>
              <a:gd name="connsiteX18" fmla="*/ 392937 w 401970"/>
              <a:gd name="connsiteY18" fmla="*/ 333003 h 403627"/>
              <a:gd name="connsiteX19" fmla="*/ 9039 w 401970"/>
              <a:gd name="connsiteY19" fmla="*/ 333003 h 403627"/>
              <a:gd name="connsiteX20" fmla="*/ 1614 w 401970"/>
              <a:gd name="connsiteY20" fmla="*/ 319105 h 403627"/>
              <a:gd name="connsiteX21" fmla="*/ 35973 w 401970"/>
              <a:gd name="connsiteY21" fmla="*/ 267787 h 403627"/>
              <a:gd name="connsiteX22" fmla="*/ 47584 w 401970"/>
              <a:gd name="connsiteY22" fmla="*/ 266017 h 403627"/>
              <a:gd name="connsiteX23" fmla="*/ 50951 w 401970"/>
              <a:gd name="connsiteY23" fmla="*/ 277282 h 403627"/>
              <a:gd name="connsiteX24" fmla="*/ 25786 w 401970"/>
              <a:gd name="connsiteY24" fmla="*/ 314616 h 403627"/>
              <a:gd name="connsiteX25" fmla="*/ 376146 w 401970"/>
              <a:gd name="connsiteY25" fmla="*/ 314616 h 403627"/>
              <a:gd name="connsiteX26" fmla="*/ 350982 w 401970"/>
              <a:gd name="connsiteY26" fmla="*/ 277282 h 403627"/>
              <a:gd name="connsiteX27" fmla="*/ 353485 w 401970"/>
              <a:gd name="connsiteY27" fmla="*/ 264895 h 403627"/>
              <a:gd name="connsiteX28" fmla="*/ 259883 w 401970"/>
              <a:gd name="connsiteY28" fmla="*/ 158891 h 403627"/>
              <a:gd name="connsiteX29" fmla="*/ 277653 w 401970"/>
              <a:gd name="connsiteY29" fmla="*/ 158891 h 403627"/>
              <a:gd name="connsiteX30" fmla="*/ 277490 w 401970"/>
              <a:gd name="connsiteY30" fmla="*/ 159232 h 403627"/>
              <a:gd name="connsiteX31" fmla="*/ 276323 w 401970"/>
              <a:gd name="connsiteY31" fmla="*/ 207726 h 403627"/>
              <a:gd name="connsiteX32" fmla="*/ 268813 w 401970"/>
              <a:gd name="connsiteY32" fmla="*/ 217908 h 403627"/>
              <a:gd name="connsiteX33" fmla="*/ 267475 w 401970"/>
              <a:gd name="connsiteY33" fmla="*/ 218038 h 403627"/>
              <a:gd name="connsiteX34" fmla="*/ 258627 w 401970"/>
              <a:gd name="connsiteY34" fmla="*/ 210401 h 403627"/>
              <a:gd name="connsiteX35" fmla="*/ 256835 w 401970"/>
              <a:gd name="connsiteY35" fmla="*/ 178375 h 403627"/>
              <a:gd name="connsiteX36" fmla="*/ 192030 w 401970"/>
              <a:gd name="connsiteY36" fmla="*/ 158891 h 403627"/>
              <a:gd name="connsiteX37" fmla="*/ 209941 w 401970"/>
              <a:gd name="connsiteY37" fmla="*/ 158891 h 403627"/>
              <a:gd name="connsiteX38" fmla="*/ 209941 w 401970"/>
              <a:gd name="connsiteY38" fmla="*/ 222093 h 403627"/>
              <a:gd name="connsiteX39" fmla="*/ 201007 w 401970"/>
              <a:gd name="connsiteY39" fmla="*/ 231068 h 403627"/>
              <a:gd name="connsiteX40" fmla="*/ 192030 w 401970"/>
              <a:gd name="connsiteY40" fmla="*/ 222093 h 403627"/>
              <a:gd name="connsiteX41" fmla="*/ 129625 w 401970"/>
              <a:gd name="connsiteY41" fmla="*/ 158891 h 403627"/>
              <a:gd name="connsiteX42" fmla="*/ 147715 w 401970"/>
              <a:gd name="connsiteY42" fmla="*/ 158891 h 403627"/>
              <a:gd name="connsiteX43" fmla="*/ 150864 w 401970"/>
              <a:gd name="connsiteY43" fmla="*/ 179011 h 403627"/>
              <a:gd name="connsiteX44" fmla="*/ 149084 w 401970"/>
              <a:gd name="connsiteY44" fmla="*/ 211048 h 403627"/>
              <a:gd name="connsiteX45" fmla="*/ 140236 w 401970"/>
              <a:gd name="connsiteY45" fmla="*/ 218599 h 403627"/>
              <a:gd name="connsiteX46" fmla="*/ 138898 w 401970"/>
              <a:gd name="connsiteY46" fmla="*/ 218599 h 403627"/>
              <a:gd name="connsiteX47" fmla="*/ 131345 w 401970"/>
              <a:gd name="connsiteY47" fmla="*/ 208502 h 403627"/>
              <a:gd name="connsiteX48" fmla="*/ 130184 w 401970"/>
              <a:gd name="connsiteY48" fmla="*/ 160062 h 403627"/>
              <a:gd name="connsiteX49" fmla="*/ 209941 w 401970"/>
              <a:gd name="connsiteY49" fmla="*/ 140807 h 403627"/>
              <a:gd name="connsiteX50" fmla="*/ 266958 w 401970"/>
              <a:gd name="connsiteY50" fmla="*/ 140807 h 403627"/>
              <a:gd name="connsiteX51" fmla="*/ 260897 w 401970"/>
              <a:gd name="connsiteY51" fmla="*/ 152407 h 403627"/>
              <a:gd name="connsiteX52" fmla="*/ 259883 w 401970"/>
              <a:gd name="connsiteY52" fmla="*/ 158891 h 403627"/>
              <a:gd name="connsiteX53" fmla="*/ 209941 w 401970"/>
              <a:gd name="connsiteY53" fmla="*/ 158891 h 403627"/>
              <a:gd name="connsiteX54" fmla="*/ 140424 w 401970"/>
              <a:gd name="connsiteY54" fmla="*/ 140807 h 403627"/>
              <a:gd name="connsiteX55" fmla="*/ 192030 w 401970"/>
              <a:gd name="connsiteY55" fmla="*/ 140807 h 403627"/>
              <a:gd name="connsiteX56" fmla="*/ 192030 w 401970"/>
              <a:gd name="connsiteY56" fmla="*/ 158891 h 403627"/>
              <a:gd name="connsiteX57" fmla="*/ 147715 w 401970"/>
              <a:gd name="connsiteY57" fmla="*/ 158891 h 403627"/>
              <a:gd name="connsiteX58" fmla="*/ 146795 w 401970"/>
              <a:gd name="connsiteY58" fmla="*/ 153018 h 403627"/>
              <a:gd name="connsiteX59" fmla="*/ 77885 w 401970"/>
              <a:gd name="connsiteY59" fmla="*/ 140807 h 403627"/>
              <a:gd name="connsiteX60" fmla="*/ 120993 w 401970"/>
              <a:gd name="connsiteY60" fmla="*/ 140807 h 403627"/>
              <a:gd name="connsiteX61" fmla="*/ 129625 w 401970"/>
              <a:gd name="connsiteY61" fmla="*/ 158891 h 403627"/>
              <a:gd name="connsiteX62" fmla="*/ 82676 w 401970"/>
              <a:gd name="connsiteY62" fmla="*/ 158891 h 403627"/>
              <a:gd name="connsiteX63" fmla="*/ 25786 w 401970"/>
              <a:gd name="connsiteY63" fmla="*/ 243573 h 403627"/>
              <a:gd name="connsiteX64" fmla="*/ 376060 w 401970"/>
              <a:gd name="connsiteY64" fmla="*/ 243573 h 403627"/>
              <a:gd name="connsiteX65" fmla="*/ 318911 w 401970"/>
              <a:gd name="connsiteY65" fmla="*/ 158891 h 403627"/>
              <a:gd name="connsiteX66" fmla="*/ 277653 w 401970"/>
              <a:gd name="connsiteY66" fmla="*/ 158891 h 403627"/>
              <a:gd name="connsiteX67" fmla="*/ 286281 w 401970"/>
              <a:gd name="connsiteY67" fmla="*/ 140807 h 403627"/>
              <a:gd name="connsiteX68" fmla="*/ 324048 w 401970"/>
              <a:gd name="connsiteY68" fmla="*/ 140807 h 403627"/>
              <a:gd name="connsiteX69" fmla="*/ 331472 w 401970"/>
              <a:gd name="connsiteY69" fmla="*/ 144778 h 403627"/>
              <a:gd name="connsiteX70" fmla="*/ 400361 w 401970"/>
              <a:gd name="connsiteY70" fmla="*/ 247371 h 403627"/>
              <a:gd name="connsiteX71" fmla="*/ 400836 w 401970"/>
              <a:gd name="connsiteY71" fmla="*/ 256910 h 403627"/>
              <a:gd name="connsiteX72" fmla="*/ 392937 w 401970"/>
              <a:gd name="connsiteY72" fmla="*/ 261269 h 403627"/>
              <a:gd name="connsiteX73" fmla="*/ 9039 w 401970"/>
              <a:gd name="connsiteY73" fmla="*/ 261269 h 403627"/>
              <a:gd name="connsiteX74" fmla="*/ 1614 w 401970"/>
              <a:gd name="connsiteY74" fmla="*/ 247371 h 403627"/>
              <a:gd name="connsiteX75" fmla="*/ 70461 w 401970"/>
              <a:gd name="connsiteY75" fmla="*/ 144778 h 403627"/>
              <a:gd name="connsiteX76" fmla="*/ 77885 w 401970"/>
              <a:gd name="connsiteY76" fmla="*/ 140807 h 403627"/>
              <a:gd name="connsiteX77" fmla="*/ 192030 w 401970"/>
              <a:gd name="connsiteY77" fmla="*/ 95405 h 403627"/>
              <a:gd name="connsiteX78" fmla="*/ 200988 w 401970"/>
              <a:gd name="connsiteY78" fmla="*/ 98121 h 403627"/>
              <a:gd name="connsiteX79" fmla="*/ 209941 w 401970"/>
              <a:gd name="connsiteY79" fmla="*/ 96316 h 403627"/>
              <a:gd name="connsiteX80" fmla="*/ 209941 w 401970"/>
              <a:gd name="connsiteY80" fmla="*/ 140807 h 403627"/>
              <a:gd name="connsiteX81" fmla="*/ 192030 w 401970"/>
              <a:gd name="connsiteY81" fmla="*/ 140807 h 403627"/>
              <a:gd name="connsiteX82" fmla="*/ 306580 w 401970"/>
              <a:gd name="connsiteY82" fmla="*/ 95337 h 403627"/>
              <a:gd name="connsiteX83" fmla="*/ 307343 w 401970"/>
              <a:gd name="connsiteY83" fmla="*/ 102998 h 403627"/>
              <a:gd name="connsiteX84" fmla="*/ 314244 w 401970"/>
              <a:gd name="connsiteY84" fmla="*/ 111419 h 403627"/>
              <a:gd name="connsiteX85" fmla="*/ 308552 w 401970"/>
              <a:gd name="connsiteY85" fmla="*/ 114279 h 403627"/>
              <a:gd name="connsiteX86" fmla="*/ 291710 w 401970"/>
              <a:gd name="connsiteY86" fmla="*/ 129430 h 403627"/>
              <a:gd name="connsiteX87" fmla="*/ 286281 w 401970"/>
              <a:gd name="connsiteY87" fmla="*/ 140807 h 403627"/>
              <a:gd name="connsiteX88" fmla="*/ 266958 w 401970"/>
              <a:gd name="connsiteY88" fmla="*/ 140807 h 403627"/>
              <a:gd name="connsiteX89" fmla="*/ 279700 w 401970"/>
              <a:gd name="connsiteY89" fmla="*/ 116422 h 403627"/>
              <a:gd name="connsiteX90" fmla="*/ 301272 w 401970"/>
              <a:gd name="connsiteY90" fmla="*/ 98000 h 403627"/>
              <a:gd name="connsiteX91" fmla="*/ 95824 w 401970"/>
              <a:gd name="connsiteY91" fmla="*/ 93386 h 403627"/>
              <a:gd name="connsiteX92" fmla="*/ 127989 w 401970"/>
              <a:gd name="connsiteY92" fmla="*/ 116977 h 403627"/>
              <a:gd name="connsiteX93" fmla="*/ 140424 w 401970"/>
              <a:gd name="connsiteY93" fmla="*/ 140807 h 403627"/>
              <a:gd name="connsiteX94" fmla="*/ 120993 w 401970"/>
              <a:gd name="connsiteY94" fmla="*/ 140807 h 403627"/>
              <a:gd name="connsiteX95" fmla="*/ 115937 w 401970"/>
              <a:gd name="connsiteY95" fmla="*/ 130212 h 403627"/>
              <a:gd name="connsiteX96" fmla="*/ 90040 w 401970"/>
              <a:gd name="connsiteY96" fmla="*/ 110429 h 403627"/>
              <a:gd name="connsiteX97" fmla="*/ 88297 w 401970"/>
              <a:gd name="connsiteY97" fmla="*/ 106401 h 403627"/>
              <a:gd name="connsiteX98" fmla="*/ 93069 w 401970"/>
              <a:gd name="connsiteY98" fmla="*/ 94908 h 403627"/>
              <a:gd name="connsiteX99" fmla="*/ 346061 w 401970"/>
              <a:gd name="connsiteY99" fmla="*/ 62987 h 403627"/>
              <a:gd name="connsiteX100" fmla="*/ 323875 w 401970"/>
              <a:gd name="connsiteY100" fmla="*/ 77792 h 403627"/>
              <a:gd name="connsiteX101" fmla="*/ 329055 w 401970"/>
              <a:gd name="connsiteY101" fmla="*/ 103947 h 403627"/>
              <a:gd name="connsiteX102" fmla="*/ 355255 w 401970"/>
              <a:gd name="connsiteY102" fmla="*/ 109170 h 403627"/>
              <a:gd name="connsiteX103" fmla="*/ 370060 w 401970"/>
              <a:gd name="connsiteY103" fmla="*/ 86985 h 403627"/>
              <a:gd name="connsiteX104" fmla="*/ 346061 w 401970"/>
              <a:gd name="connsiteY104" fmla="*/ 62987 h 403627"/>
              <a:gd name="connsiteX105" fmla="*/ 54447 w 401970"/>
              <a:gd name="connsiteY105" fmla="*/ 62987 h 403627"/>
              <a:gd name="connsiteX106" fmla="*/ 32304 w 401970"/>
              <a:gd name="connsiteY106" fmla="*/ 77792 h 403627"/>
              <a:gd name="connsiteX107" fmla="*/ 37483 w 401970"/>
              <a:gd name="connsiteY107" fmla="*/ 103947 h 403627"/>
              <a:gd name="connsiteX108" fmla="*/ 63641 w 401970"/>
              <a:gd name="connsiteY108" fmla="*/ 109170 h 403627"/>
              <a:gd name="connsiteX109" fmla="*/ 78489 w 401970"/>
              <a:gd name="connsiteY109" fmla="*/ 86985 h 403627"/>
              <a:gd name="connsiteX110" fmla="*/ 54447 w 401970"/>
              <a:gd name="connsiteY110" fmla="*/ 62987 h 403627"/>
              <a:gd name="connsiteX111" fmla="*/ 337865 w 401970"/>
              <a:gd name="connsiteY111" fmla="*/ 45874 h 403627"/>
              <a:gd name="connsiteX112" fmla="*/ 362075 w 401970"/>
              <a:gd name="connsiteY112" fmla="*/ 48270 h 403627"/>
              <a:gd name="connsiteX113" fmla="*/ 387973 w 401970"/>
              <a:gd name="connsiteY113" fmla="*/ 86985 h 403627"/>
              <a:gd name="connsiteX114" fmla="*/ 346061 w 401970"/>
              <a:gd name="connsiteY114" fmla="*/ 128894 h 403627"/>
              <a:gd name="connsiteX115" fmla="*/ 322769 w 401970"/>
              <a:gd name="connsiteY115" fmla="*/ 121821 h 403627"/>
              <a:gd name="connsiteX116" fmla="*/ 314244 w 401970"/>
              <a:gd name="connsiteY116" fmla="*/ 111419 h 403627"/>
              <a:gd name="connsiteX117" fmla="*/ 317585 w 401970"/>
              <a:gd name="connsiteY117" fmla="*/ 109739 h 403627"/>
              <a:gd name="connsiteX118" fmla="*/ 323239 w 401970"/>
              <a:gd name="connsiteY118" fmla="*/ 98391 h 403627"/>
              <a:gd name="connsiteX119" fmla="*/ 311845 w 401970"/>
              <a:gd name="connsiteY119" fmla="*/ 92696 h 403627"/>
              <a:gd name="connsiteX120" fmla="*/ 306580 w 401970"/>
              <a:gd name="connsiteY120" fmla="*/ 95337 h 403627"/>
              <a:gd name="connsiteX121" fmla="*/ 304932 w 401970"/>
              <a:gd name="connsiteY121" fmla="*/ 78806 h 403627"/>
              <a:gd name="connsiteX122" fmla="*/ 316408 w 401970"/>
              <a:gd name="connsiteY122" fmla="*/ 57333 h 403627"/>
              <a:gd name="connsiteX123" fmla="*/ 337865 w 401970"/>
              <a:gd name="connsiteY123" fmla="*/ 45874 h 403627"/>
              <a:gd name="connsiteX124" fmla="*/ 46294 w 401970"/>
              <a:gd name="connsiteY124" fmla="*/ 45874 h 403627"/>
              <a:gd name="connsiteX125" fmla="*/ 70504 w 401970"/>
              <a:gd name="connsiteY125" fmla="*/ 48270 h 403627"/>
              <a:gd name="connsiteX126" fmla="*/ 96359 w 401970"/>
              <a:gd name="connsiteY126" fmla="*/ 86985 h 403627"/>
              <a:gd name="connsiteX127" fmla="*/ 93069 w 401970"/>
              <a:gd name="connsiteY127" fmla="*/ 94908 h 403627"/>
              <a:gd name="connsiteX128" fmla="*/ 85206 w 401970"/>
              <a:gd name="connsiteY128" fmla="*/ 99254 h 403627"/>
              <a:gd name="connsiteX129" fmla="*/ 88297 w 401970"/>
              <a:gd name="connsiteY129" fmla="*/ 106401 h 403627"/>
              <a:gd name="connsiteX130" fmla="*/ 84063 w 401970"/>
              <a:gd name="connsiteY130" fmla="*/ 116599 h 403627"/>
              <a:gd name="connsiteX131" fmla="*/ 54447 w 401970"/>
              <a:gd name="connsiteY131" fmla="*/ 128894 h 403627"/>
              <a:gd name="connsiteX132" fmla="*/ 15729 w 401970"/>
              <a:gd name="connsiteY132" fmla="*/ 102998 h 403627"/>
              <a:gd name="connsiteX133" fmla="*/ 24837 w 401970"/>
              <a:gd name="connsiteY133" fmla="*/ 57333 h 403627"/>
              <a:gd name="connsiteX134" fmla="*/ 46294 w 401970"/>
              <a:gd name="connsiteY134" fmla="*/ 45874 h 403627"/>
              <a:gd name="connsiteX135" fmla="*/ 200988 w 401970"/>
              <a:gd name="connsiteY135" fmla="*/ 18014 h 403627"/>
              <a:gd name="connsiteX136" fmla="*/ 172112 w 401970"/>
              <a:gd name="connsiteY136" fmla="*/ 37177 h 403627"/>
              <a:gd name="connsiteX137" fmla="*/ 178802 w 401970"/>
              <a:gd name="connsiteY137" fmla="*/ 71145 h 403627"/>
              <a:gd name="connsiteX138" fmla="*/ 212772 w 401970"/>
              <a:gd name="connsiteY138" fmla="*/ 77964 h 403627"/>
              <a:gd name="connsiteX139" fmla="*/ 232023 w 401970"/>
              <a:gd name="connsiteY139" fmla="*/ 49176 h 403627"/>
              <a:gd name="connsiteX140" fmla="*/ 200988 w 401970"/>
              <a:gd name="connsiteY140" fmla="*/ 18014 h 403627"/>
              <a:gd name="connsiteX141" fmla="*/ 191449 w 401970"/>
              <a:gd name="connsiteY141" fmla="*/ 933 h 403627"/>
              <a:gd name="connsiteX142" fmla="*/ 219807 w 401970"/>
              <a:gd name="connsiteY142" fmla="*/ 3771 h 403627"/>
              <a:gd name="connsiteX143" fmla="*/ 250022 w 401970"/>
              <a:gd name="connsiteY143" fmla="*/ 49176 h 403627"/>
              <a:gd name="connsiteX144" fmla="*/ 220043 w 401970"/>
              <a:gd name="connsiteY144" fmla="*/ 94279 h 403627"/>
              <a:gd name="connsiteX145" fmla="*/ 209941 w 401970"/>
              <a:gd name="connsiteY145" fmla="*/ 96316 h 403627"/>
              <a:gd name="connsiteX146" fmla="*/ 209941 w 401970"/>
              <a:gd name="connsiteY146" fmla="*/ 88813 h 403627"/>
              <a:gd name="connsiteX147" fmla="*/ 201007 w 401970"/>
              <a:gd name="connsiteY147" fmla="*/ 79838 h 403627"/>
              <a:gd name="connsiteX148" fmla="*/ 192030 w 401970"/>
              <a:gd name="connsiteY148" fmla="*/ 88813 h 403627"/>
              <a:gd name="connsiteX149" fmla="*/ 192030 w 401970"/>
              <a:gd name="connsiteY149" fmla="*/ 95405 h 403627"/>
              <a:gd name="connsiteX150" fmla="*/ 173709 w 401970"/>
              <a:gd name="connsiteY150" fmla="*/ 89850 h 403627"/>
              <a:gd name="connsiteX151" fmla="*/ 155623 w 401970"/>
              <a:gd name="connsiteY151" fmla="*/ 67821 h 403627"/>
              <a:gd name="connsiteX152" fmla="*/ 166328 w 401970"/>
              <a:gd name="connsiteY152" fmla="*/ 14345 h 403627"/>
              <a:gd name="connsiteX153" fmla="*/ 191449 w 401970"/>
              <a:gd name="connsiteY153" fmla="*/ 933 h 40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01970" h="403627">
                <a:moveTo>
                  <a:pt x="353010" y="334988"/>
                </a:moveTo>
                <a:cubicBezTo>
                  <a:pt x="357586" y="332053"/>
                  <a:pt x="363715" y="333866"/>
                  <a:pt x="365960" y="338830"/>
                </a:cubicBezTo>
                <a:lnTo>
                  <a:pt x="400361" y="390148"/>
                </a:lnTo>
                <a:cubicBezTo>
                  <a:pt x="402303" y="392997"/>
                  <a:pt x="402519" y="396709"/>
                  <a:pt x="400836" y="399687"/>
                </a:cubicBezTo>
                <a:cubicBezTo>
                  <a:pt x="399066" y="402320"/>
                  <a:pt x="396045" y="403787"/>
                  <a:pt x="392937" y="403614"/>
                </a:cubicBezTo>
                <a:lnTo>
                  <a:pt x="9039" y="403614"/>
                </a:lnTo>
                <a:cubicBezTo>
                  <a:pt x="1917" y="403571"/>
                  <a:pt x="-2357" y="395630"/>
                  <a:pt x="1614" y="389673"/>
                </a:cubicBezTo>
                <a:lnTo>
                  <a:pt x="32951" y="342930"/>
                </a:lnTo>
                <a:cubicBezTo>
                  <a:pt x="35843" y="339045"/>
                  <a:pt x="41239" y="337966"/>
                  <a:pt x="45426" y="340427"/>
                </a:cubicBezTo>
                <a:cubicBezTo>
                  <a:pt x="49267" y="343405"/>
                  <a:pt x="50303" y="348757"/>
                  <a:pt x="47800" y="352900"/>
                </a:cubicBezTo>
                <a:lnTo>
                  <a:pt x="25786" y="385703"/>
                </a:lnTo>
                <a:lnTo>
                  <a:pt x="376146" y="385703"/>
                </a:lnTo>
                <a:lnTo>
                  <a:pt x="350982" y="348368"/>
                </a:lnTo>
                <a:cubicBezTo>
                  <a:pt x="347442" y="344225"/>
                  <a:pt x="348392" y="337880"/>
                  <a:pt x="353010" y="334988"/>
                </a:cubicBezTo>
                <a:close/>
                <a:moveTo>
                  <a:pt x="353485" y="264895"/>
                </a:moveTo>
                <a:cubicBezTo>
                  <a:pt x="357629" y="262391"/>
                  <a:pt x="363024" y="263427"/>
                  <a:pt x="365960" y="267269"/>
                </a:cubicBezTo>
                <a:lnTo>
                  <a:pt x="400361" y="318630"/>
                </a:lnTo>
                <a:cubicBezTo>
                  <a:pt x="402217" y="321479"/>
                  <a:pt x="402390" y="325104"/>
                  <a:pt x="400836" y="328169"/>
                </a:cubicBezTo>
                <a:cubicBezTo>
                  <a:pt x="399282" y="331104"/>
                  <a:pt x="396261" y="333003"/>
                  <a:pt x="392937" y="333003"/>
                </a:cubicBezTo>
                <a:lnTo>
                  <a:pt x="9039" y="333003"/>
                </a:lnTo>
                <a:cubicBezTo>
                  <a:pt x="1787" y="333132"/>
                  <a:pt x="-2529" y="325018"/>
                  <a:pt x="1614" y="319105"/>
                </a:cubicBezTo>
                <a:lnTo>
                  <a:pt x="35973" y="267787"/>
                </a:lnTo>
                <a:cubicBezTo>
                  <a:pt x="38865" y="264377"/>
                  <a:pt x="43829" y="263643"/>
                  <a:pt x="47584" y="266017"/>
                </a:cubicBezTo>
                <a:cubicBezTo>
                  <a:pt x="51339" y="268434"/>
                  <a:pt x="52807" y="273225"/>
                  <a:pt x="50951" y="277282"/>
                </a:cubicBezTo>
                <a:lnTo>
                  <a:pt x="25786" y="314616"/>
                </a:lnTo>
                <a:lnTo>
                  <a:pt x="376146" y="314616"/>
                </a:lnTo>
                <a:lnTo>
                  <a:pt x="350982" y="277282"/>
                </a:lnTo>
                <a:cubicBezTo>
                  <a:pt x="348262" y="273182"/>
                  <a:pt x="349385" y="267657"/>
                  <a:pt x="353485" y="264895"/>
                </a:cubicBezTo>
                <a:close/>
                <a:moveTo>
                  <a:pt x="259883" y="158891"/>
                </a:moveTo>
                <a:lnTo>
                  <a:pt x="277653" y="158891"/>
                </a:lnTo>
                <a:lnTo>
                  <a:pt x="277490" y="159232"/>
                </a:lnTo>
                <a:cubicBezTo>
                  <a:pt x="274346" y="172057"/>
                  <a:pt x="273377" y="187997"/>
                  <a:pt x="276323" y="207726"/>
                </a:cubicBezTo>
                <a:cubicBezTo>
                  <a:pt x="277143" y="212644"/>
                  <a:pt x="273734" y="217218"/>
                  <a:pt x="268813" y="217908"/>
                </a:cubicBezTo>
                <a:lnTo>
                  <a:pt x="267475" y="218038"/>
                </a:lnTo>
                <a:cubicBezTo>
                  <a:pt x="263030" y="218038"/>
                  <a:pt x="259275" y="214758"/>
                  <a:pt x="258627" y="210401"/>
                </a:cubicBezTo>
                <a:cubicBezTo>
                  <a:pt x="256863" y="198654"/>
                  <a:pt x="256361" y="188010"/>
                  <a:pt x="256835" y="178375"/>
                </a:cubicBezTo>
                <a:close/>
                <a:moveTo>
                  <a:pt x="192030" y="158891"/>
                </a:moveTo>
                <a:lnTo>
                  <a:pt x="209941" y="158891"/>
                </a:lnTo>
                <a:lnTo>
                  <a:pt x="209941" y="222093"/>
                </a:lnTo>
                <a:cubicBezTo>
                  <a:pt x="209941" y="227055"/>
                  <a:pt x="205927" y="231068"/>
                  <a:pt x="201007" y="231068"/>
                </a:cubicBezTo>
                <a:cubicBezTo>
                  <a:pt x="196044" y="231068"/>
                  <a:pt x="192030" y="227055"/>
                  <a:pt x="192030" y="222093"/>
                </a:cubicBezTo>
                <a:close/>
                <a:moveTo>
                  <a:pt x="129625" y="158891"/>
                </a:moveTo>
                <a:lnTo>
                  <a:pt x="147715" y="158891"/>
                </a:lnTo>
                <a:lnTo>
                  <a:pt x="150864" y="179011"/>
                </a:lnTo>
                <a:cubicBezTo>
                  <a:pt x="151341" y="188653"/>
                  <a:pt x="150843" y="199301"/>
                  <a:pt x="149084" y="211048"/>
                </a:cubicBezTo>
                <a:cubicBezTo>
                  <a:pt x="148178" y="215276"/>
                  <a:pt x="144552" y="218383"/>
                  <a:pt x="140236" y="218599"/>
                </a:cubicBezTo>
                <a:lnTo>
                  <a:pt x="138898" y="218599"/>
                </a:lnTo>
                <a:cubicBezTo>
                  <a:pt x="133978" y="217951"/>
                  <a:pt x="130568" y="213378"/>
                  <a:pt x="131345" y="208502"/>
                </a:cubicBezTo>
                <a:cubicBezTo>
                  <a:pt x="134302" y="188816"/>
                  <a:pt x="133333" y="172890"/>
                  <a:pt x="130184" y="160062"/>
                </a:cubicBezTo>
                <a:close/>
                <a:moveTo>
                  <a:pt x="209941" y="140807"/>
                </a:moveTo>
                <a:lnTo>
                  <a:pt x="266958" y="140807"/>
                </a:lnTo>
                <a:lnTo>
                  <a:pt x="260897" y="152407"/>
                </a:lnTo>
                <a:lnTo>
                  <a:pt x="259883" y="158891"/>
                </a:lnTo>
                <a:lnTo>
                  <a:pt x="209941" y="158891"/>
                </a:lnTo>
                <a:close/>
                <a:moveTo>
                  <a:pt x="140424" y="140807"/>
                </a:moveTo>
                <a:lnTo>
                  <a:pt x="192030" y="140807"/>
                </a:lnTo>
                <a:lnTo>
                  <a:pt x="192030" y="158891"/>
                </a:lnTo>
                <a:lnTo>
                  <a:pt x="147715" y="158891"/>
                </a:lnTo>
                <a:lnTo>
                  <a:pt x="146795" y="153018"/>
                </a:lnTo>
                <a:close/>
                <a:moveTo>
                  <a:pt x="77885" y="140807"/>
                </a:moveTo>
                <a:lnTo>
                  <a:pt x="120993" y="140807"/>
                </a:lnTo>
                <a:lnTo>
                  <a:pt x="129625" y="158891"/>
                </a:lnTo>
                <a:lnTo>
                  <a:pt x="82676" y="158891"/>
                </a:lnTo>
                <a:lnTo>
                  <a:pt x="25786" y="243573"/>
                </a:lnTo>
                <a:lnTo>
                  <a:pt x="376060" y="243573"/>
                </a:lnTo>
                <a:lnTo>
                  <a:pt x="318911" y="158891"/>
                </a:lnTo>
                <a:lnTo>
                  <a:pt x="277653" y="158891"/>
                </a:lnTo>
                <a:lnTo>
                  <a:pt x="286281" y="140807"/>
                </a:lnTo>
                <a:lnTo>
                  <a:pt x="324048" y="140807"/>
                </a:lnTo>
                <a:cubicBezTo>
                  <a:pt x="327026" y="140807"/>
                  <a:pt x="329832" y="142317"/>
                  <a:pt x="331472" y="144778"/>
                </a:cubicBezTo>
                <a:lnTo>
                  <a:pt x="400361" y="247371"/>
                </a:lnTo>
                <a:cubicBezTo>
                  <a:pt x="402303" y="250220"/>
                  <a:pt x="402519" y="253889"/>
                  <a:pt x="400836" y="256910"/>
                </a:cubicBezTo>
                <a:cubicBezTo>
                  <a:pt x="399196" y="259715"/>
                  <a:pt x="396174" y="261399"/>
                  <a:pt x="392937" y="261269"/>
                </a:cubicBezTo>
                <a:lnTo>
                  <a:pt x="9039" y="261269"/>
                </a:lnTo>
                <a:cubicBezTo>
                  <a:pt x="1917" y="261269"/>
                  <a:pt x="-2357" y="253328"/>
                  <a:pt x="1614" y="247371"/>
                </a:cubicBezTo>
                <a:lnTo>
                  <a:pt x="70461" y="144778"/>
                </a:lnTo>
                <a:cubicBezTo>
                  <a:pt x="72101" y="142317"/>
                  <a:pt x="74906" y="140807"/>
                  <a:pt x="77885" y="140807"/>
                </a:cubicBezTo>
                <a:close/>
                <a:moveTo>
                  <a:pt x="192030" y="95405"/>
                </a:moveTo>
                <a:lnTo>
                  <a:pt x="200988" y="98121"/>
                </a:lnTo>
                <a:lnTo>
                  <a:pt x="209941" y="96316"/>
                </a:lnTo>
                <a:lnTo>
                  <a:pt x="209941" y="140807"/>
                </a:lnTo>
                <a:lnTo>
                  <a:pt x="192030" y="140807"/>
                </a:lnTo>
                <a:close/>
                <a:moveTo>
                  <a:pt x="306580" y="95337"/>
                </a:moveTo>
                <a:lnTo>
                  <a:pt x="307343" y="102998"/>
                </a:lnTo>
                <a:lnTo>
                  <a:pt x="314244" y="111419"/>
                </a:lnTo>
                <a:lnTo>
                  <a:pt x="308552" y="114279"/>
                </a:lnTo>
                <a:cubicBezTo>
                  <a:pt x="303660" y="117337"/>
                  <a:pt x="297467" y="122162"/>
                  <a:pt x="291710" y="129430"/>
                </a:cubicBezTo>
                <a:lnTo>
                  <a:pt x="286281" y="140807"/>
                </a:lnTo>
                <a:lnTo>
                  <a:pt x="266958" y="140807"/>
                </a:lnTo>
                <a:lnTo>
                  <a:pt x="279700" y="116422"/>
                </a:lnTo>
                <a:cubicBezTo>
                  <a:pt x="287194" y="107601"/>
                  <a:pt x="295149" y="101707"/>
                  <a:pt x="301272" y="98000"/>
                </a:cubicBezTo>
                <a:close/>
                <a:moveTo>
                  <a:pt x="95824" y="93386"/>
                </a:moveTo>
                <a:cubicBezTo>
                  <a:pt x="96169" y="93386"/>
                  <a:pt x="113002" y="99308"/>
                  <a:pt x="127989" y="116977"/>
                </a:cubicBezTo>
                <a:lnTo>
                  <a:pt x="140424" y="140807"/>
                </a:lnTo>
                <a:lnTo>
                  <a:pt x="120993" y="140807"/>
                </a:lnTo>
                <a:lnTo>
                  <a:pt x="115937" y="130212"/>
                </a:lnTo>
                <a:cubicBezTo>
                  <a:pt x="104402" y="115629"/>
                  <a:pt x="91119" y="110796"/>
                  <a:pt x="90040" y="110429"/>
                </a:cubicBezTo>
                <a:lnTo>
                  <a:pt x="88297" y="106401"/>
                </a:lnTo>
                <a:lnTo>
                  <a:pt x="93069" y="94908"/>
                </a:lnTo>
                <a:close/>
                <a:moveTo>
                  <a:pt x="346061" y="62987"/>
                </a:moveTo>
                <a:cubicBezTo>
                  <a:pt x="336349" y="62987"/>
                  <a:pt x="327587" y="68814"/>
                  <a:pt x="323875" y="77792"/>
                </a:cubicBezTo>
                <a:cubicBezTo>
                  <a:pt x="320163" y="86769"/>
                  <a:pt x="322192" y="97085"/>
                  <a:pt x="329055" y="103947"/>
                </a:cubicBezTo>
                <a:cubicBezTo>
                  <a:pt x="335961" y="110810"/>
                  <a:pt x="346277" y="112882"/>
                  <a:pt x="355255" y="109170"/>
                </a:cubicBezTo>
                <a:cubicBezTo>
                  <a:pt x="364190" y="105458"/>
                  <a:pt x="370060" y="96696"/>
                  <a:pt x="370060" y="86985"/>
                </a:cubicBezTo>
                <a:cubicBezTo>
                  <a:pt x="370060" y="73735"/>
                  <a:pt x="359312" y="62987"/>
                  <a:pt x="346061" y="62987"/>
                </a:cubicBezTo>
                <a:close/>
                <a:moveTo>
                  <a:pt x="54447" y="62987"/>
                </a:moveTo>
                <a:cubicBezTo>
                  <a:pt x="44735" y="62987"/>
                  <a:pt x="36016" y="68814"/>
                  <a:pt x="32304" y="77792"/>
                </a:cubicBezTo>
                <a:cubicBezTo>
                  <a:pt x="28592" y="86769"/>
                  <a:pt x="30620" y="97085"/>
                  <a:pt x="37483" y="103947"/>
                </a:cubicBezTo>
                <a:cubicBezTo>
                  <a:pt x="44347" y="110810"/>
                  <a:pt x="54663" y="112882"/>
                  <a:pt x="63641" y="109170"/>
                </a:cubicBezTo>
                <a:cubicBezTo>
                  <a:pt x="72619" y="105458"/>
                  <a:pt x="78489" y="96696"/>
                  <a:pt x="78489" y="86985"/>
                </a:cubicBezTo>
                <a:cubicBezTo>
                  <a:pt x="78489" y="73735"/>
                  <a:pt x="67741" y="62987"/>
                  <a:pt x="54447" y="62987"/>
                </a:cubicBezTo>
                <a:close/>
                <a:moveTo>
                  <a:pt x="337865" y="45874"/>
                </a:moveTo>
                <a:cubicBezTo>
                  <a:pt x="345824" y="44288"/>
                  <a:pt x="354241" y="45011"/>
                  <a:pt x="362075" y="48270"/>
                </a:cubicBezTo>
                <a:cubicBezTo>
                  <a:pt x="377743" y="54744"/>
                  <a:pt x="387973" y="70023"/>
                  <a:pt x="387973" y="86985"/>
                </a:cubicBezTo>
                <a:cubicBezTo>
                  <a:pt x="387930" y="110119"/>
                  <a:pt x="369197" y="128851"/>
                  <a:pt x="346061" y="128894"/>
                </a:cubicBezTo>
                <a:cubicBezTo>
                  <a:pt x="337579" y="128894"/>
                  <a:pt x="329519" y="126337"/>
                  <a:pt x="322769" y="121821"/>
                </a:cubicBezTo>
                <a:lnTo>
                  <a:pt x="314244" y="111419"/>
                </a:lnTo>
                <a:lnTo>
                  <a:pt x="317585" y="109739"/>
                </a:lnTo>
                <a:cubicBezTo>
                  <a:pt x="322290" y="108186"/>
                  <a:pt x="324836" y="103094"/>
                  <a:pt x="323239" y="98391"/>
                </a:cubicBezTo>
                <a:cubicBezTo>
                  <a:pt x="321685" y="93645"/>
                  <a:pt x="316592" y="91142"/>
                  <a:pt x="311845" y="92696"/>
                </a:cubicBezTo>
                <a:lnTo>
                  <a:pt x="306580" y="95337"/>
                </a:lnTo>
                <a:lnTo>
                  <a:pt x="304932" y="78806"/>
                </a:lnTo>
                <a:cubicBezTo>
                  <a:pt x="306512" y="70843"/>
                  <a:pt x="310408" y="63333"/>
                  <a:pt x="316408" y="57333"/>
                </a:cubicBezTo>
                <a:cubicBezTo>
                  <a:pt x="322407" y="51356"/>
                  <a:pt x="329907" y="47460"/>
                  <a:pt x="337865" y="45874"/>
                </a:cubicBezTo>
                <a:close/>
                <a:moveTo>
                  <a:pt x="46294" y="45874"/>
                </a:moveTo>
                <a:cubicBezTo>
                  <a:pt x="54253" y="44288"/>
                  <a:pt x="62670" y="45011"/>
                  <a:pt x="70504" y="48270"/>
                </a:cubicBezTo>
                <a:cubicBezTo>
                  <a:pt x="86173" y="54744"/>
                  <a:pt x="96359" y="70023"/>
                  <a:pt x="96359" y="86985"/>
                </a:cubicBezTo>
                <a:lnTo>
                  <a:pt x="93069" y="94908"/>
                </a:lnTo>
                <a:lnTo>
                  <a:pt x="85206" y="99254"/>
                </a:lnTo>
                <a:lnTo>
                  <a:pt x="88297" y="106401"/>
                </a:lnTo>
                <a:lnTo>
                  <a:pt x="84063" y="116599"/>
                </a:lnTo>
                <a:cubicBezTo>
                  <a:pt x="76482" y="124179"/>
                  <a:pt x="66015" y="128873"/>
                  <a:pt x="54447" y="128894"/>
                </a:cubicBezTo>
                <a:cubicBezTo>
                  <a:pt x="37527" y="128894"/>
                  <a:pt x="22247" y="118665"/>
                  <a:pt x="15729" y="102998"/>
                </a:cubicBezTo>
                <a:cubicBezTo>
                  <a:pt x="9254" y="87373"/>
                  <a:pt x="12837" y="69332"/>
                  <a:pt x="24837" y="57333"/>
                </a:cubicBezTo>
                <a:cubicBezTo>
                  <a:pt x="30837" y="51356"/>
                  <a:pt x="38336" y="47460"/>
                  <a:pt x="46294" y="45874"/>
                </a:cubicBezTo>
                <a:close/>
                <a:moveTo>
                  <a:pt x="200988" y="18014"/>
                </a:moveTo>
                <a:cubicBezTo>
                  <a:pt x="188384" y="17970"/>
                  <a:pt x="176989" y="25524"/>
                  <a:pt x="172112" y="37177"/>
                </a:cubicBezTo>
                <a:cubicBezTo>
                  <a:pt x="167277" y="48831"/>
                  <a:pt x="169910" y="62211"/>
                  <a:pt x="178802" y="71145"/>
                </a:cubicBezTo>
                <a:cubicBezTo>
                  <a:pt x="187737" y="80079"/>
                  <a:pt x="201117" y="82755"/>
                  <a:pt x="212772" y="77964"/>
                </a:cubicBezTo>
                <a:cubicBezTo>
                  <a:pt x="224426" y="73130"/>
                  <a:pt x="232023" y="61779"/>
                  <a:pt x="232023" y="49176"/>
                </a:cubicBezTo>
                <a:cubicBezTo>
                  <a:pt x="231980" y="31998"/>
                  <a:pt x="218124" y="18100"/>
                  <a:pt x="200988" y="18014"/>
                </a:cubicBezTo>
                <a:close/>
                <a:moveTo>
                  <a:pt x="191449" y="933"/>
                </a:moveTo>
                <a:cubicBezTo>
                  <a:pt x="200772" y="-912"/>
                  <a:pt x="210635" y="-49"/>
                  <a:pt x="219807" y="3771"/>
                </a:cubicBezTo>
                <a:cubicBezTo>
                  <a:pt x="238152" y="11410"/>
                  <a:pt x="250065" y="29322"/>
                  <a:pt x="250022" y="49176"/>
                </a:cubicBezTo>
                <a:cubicBezTo>
                  <a:pt x="249990" y="69473"/>
                  <a:pt x="237623" y="86856"/>
                  <a:pt x="220043" y="94279"/>
                </a:cubicBezTo>
                <a:lnTo>
                  <a:pt x="209941" y="96316"/>
                </a:lnTo>
                <a:lnTo>
                  <a:pt x="209941" y="88813"/>
                </a:lnTo>
                <a:cubicBezTo>
                  <a:pt x="209941" y="83851"/>
                  <a:pt x="205927" y="79838"/>
                  <a:pt x="201007" y="79838"/>
                </a:cubicBezTo>
                <a:cubicBezTo>
                  <a:pt x="196044" y="79838"/>
                  <a:pt x="192030" y="83851"/>
                  <a:pt x="192030" y="88813"/>
                </a:cubicBezTo>
                <a:lnTo>
                  <a:pt x="192030" y="95405"/>
                </a:lnTo>
                <a:lnTo>
                  <a:pt x="173709" y="89850"/>
                </a:lnTo>
                <a:cubicBezTo>
                  <a:pt x="165799" y="84568"/>
                  <a:pt x="159421" y="76993"/>
                  <a:pt x="155623" y="67821"/>
                </a:cubicBezTo>
                <a:cubicBezTo>
                  <a:pt x="148069" y="49478"/>
                  <a:pt x="152256" y="28372"/>
                  <a:pt x="166328" y="14345"/>
                </a:cubicBezTo>
                <a:cubicBezTo>
                  <a:pt x="173342" y="7332"/>
                  <a:pt x="182126" y="2778"/>
                  <a:pt x="191449" y="933"/>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a:p>
        </p:txBody>
      </p:sp>
      <p:sp>
        <p:nvSpPr>
          <p:cNvPr id="32" name="iconfont-11117-5304720">
            <a:extLst>
              <a:ext uri="{FF2B5EF4-FFF2-40B4-BE49-F238E27FC236}">
                <a16:creationId xmlns="" xmlns:p14="http://schemas.microsoft.com/office/powerpoint/2010/main" xmlns:p15="http://schemas.microsoft.com/office/powerpoint/2012/main" xmlns:a16="http://schemas.microsoft.com/office/drawing/2014/main" id="{DF13BF39-6F4D-416B-B2F5-F08462BB695D}"/>
              </a:ext>
            </a:extLst>
          </p:cNvPr>
          <p:cNvSpPr>
            <a:spLocks noChangeAspect="1"/>
          </p:cNvSpPr>
          <p:nvPr/>
        </p:nvSpPr>
        <p:spPr bwMode="auto">
          <a:xfrm>
            <a:off x="3917646" y="1954793"/>
            <a:ext cx="496447" cy="446842"/>
          </a:xfrm>
          <a:custGeom>
            <a:avLst/>
            <a:gdLst>
              <a:gd name="T0" fmla="*/ 56 w 12800"/>
              <a:gd name="T1" fmla="*/ 0 h 11520"/>
              <a:gd name="T2" fmla="*/ 0 w 12800"/>
              <a:gd name="T3" fmla="*/ 11464 h 11520"/>
              <a:gd name="T4" fmla="*/ 2337 w 12800"/>
              <a:gd name="T5" fmla="*/ 11520 h 11520"/>
              <a:gd name="T6" fmla="*/ 4424 w 12800"/>
              <a:gd name="T7" fmla="*/ 9322 h 11520"/>
              <a:gd name="T8" fmla="*/ 6706 w 12800"/>
              <a:gd name="T9" fmla="*/ 11520 h 11520"/>
              <a:gd name="T10" fmla="*/ 6762 w 12800"/>
              <a:gd name="T11" fmla="*/ 83 h 11520"/>
              <a:gd name="T12" fmla="*/ 2894 w 12800"/>
              <a:gd name="T13" fmla="*/ 7652 h 11520"/>
              <a:gd name="T14" fmla="*/ 1280 w 12800"/>
              <a:gd name="T15" fmla="*/ 6066 h 11520"/>
              <a:gd name="T16" fmla="*/ 2894 w 12800"/>
              <a:gd name="T17" fmla="*/ 7652 h 11520"/>
              <a:gd name="T18" fmla="*/ 1280 w 12800"/>
              <a:gd name="T19" fmla="*/ 5287 h 11520"/>
              <a:gd name="T20" fmla="*/ 2894 w 12800"/>
              <a:gd name="T21" fmla="*/ 3701 h 11520"/>
              <a:gd name="T22" fmla="*/ 2894 w 12800"/>
              <a:gd name="T23" fmla="*/ 2922 h 11520"/>
              <a:gd name="T24" fmla="*/ 1280 w 12800"/>
              <a:gd name="T25" fmla="*/ 1336 h 11520"/>
              <a:gd name="T26" fmla="*/ 2894 w 12800"/>
              <a:gd name="T27" fmla="*/ 2922 h 11520"/>
              <a:gd name="T28" fmla="*/ 3840 w 12800"/>
              <a:gd name="T29" fmla="*/ 7652 h 11520"/>
              <a:gd name="T30" fmla="*/ 5454 w 12800"/>
              <a:gd name="T31" fmla="*/ 6066 h 11520"/>
              <a:gd name="T32" fmla="*/ 5454 w 12800"/>
              <a:gd name="T33" fmla="*/ 5287 h 11520"/>
              <a:gd name="T34" fmla="*/ 3840 w 12800"/>
              <a:gd name="T35" fmla="*/ 3701 h 11520"/>
              <a:gd name="T36" fmla="*/ 5454 w 12800"/>
              <a:gd name="T37" fmla="*/ 5287 h 11520"/>
              <a:gd name="T38" fmla="*/ 3840 w 12800"/>
              <a:gd name="T39" fmla="*/ 2922 h 11520"/>
              <a:gd name="T40" fmla="*/ 5454 w 12800"/>
              <a:gd name="T41" fmla="*/ 1336 h 11520"/>
              <a:gd name="T42" fmla="*/ 12466 w 12800"/>
              <a:gd name="T43" fmla="*/ 3701 h 11520"/>
              <a:gd name="T44" fmla="*/ 7763 w 12800"/>
              <a:gd name="T45" fmla="*/ 4035 h 11520"/>
              <a:gd name="T46" fmla="*/ 7791 w 12800"/>
              <a:gd name="T47" fmla="*/ 11492 h 11520"/>
              <a:gd name="T48" fmla="*/ 9544 w 12800"/>
              <a:gd name="T49" fmla="*/ 10045 h 11520"/>
              <a:gd name="T50" fmla="*/ 11019 w 12800"/>
              <a:gd name="T51" fmla="*/ 11492 h 11520"/>
              <a:gd name="T52" fmla="*/ 12772 w 12800"/>
              <a:gd name="T53" fmla="*/ 11464 h 11520"/>
              <a:gd name="T54" fmla="*/ 12466 w 12800"/>
              <a:gd name="T55" fmla="*/ 3701 h 11520"/>
              <a:gd name="T56" fmla="*/ 8403 w 12800"/>
              <a:gd name="T57" fmla="*/ 8821 h 11520"/>
              <a:gd name="T58" fmla="*/ 12104 w 12800"/>
              <a:gd name="T59" fmla="*/ 8042 h 11520"/>
              <a:gd name="T60" fmla="*/ 12104 w 12800"/>
              <a:gd name="T61" fmla="*/ 7263 h 11520"/>
              <a:gd name="T62" fmla="*/ 8403 w 12800"/>
              <a:gd name="T63" fmla="*/ 6483 h 11520"/>
              <a:gd name="T64" fmla="*/ 12104 w 12800"/>
              <a:gd name="T65" fmla="*/ 7263 h 11520"/>
              <a:gd name="T66" fmla="*/ 8403 w 12800"/>
              <a:gd name="T67" fmla="*/ 5677 h 11520"/>
              <a:gd name="T68" fmla="*/ 12104 w 12800"/>
              <a:gd name="T69" fmla="*/ 4897 h 11520"/>
              <a:gd name="T70" fmla="*/ 12104 w 12800"/>
              <a:gd name="T71" fmla="*/ 5677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1520">
                <a:moveTo>
                  <a:pt x="6706" y="0"/>
                </a:moveTo>
                <a:lnTo>
                  <a:pt x="56" y="0"/>
                </a:lnTo>
                <a:cubicBezTo>
                  <a:pt x="28" y="0"/>
                  <a:pt x="0" y="28"/>
                  <a:pt x="0" y="83"/>
                </a:cubicBezTo>
                <a:lnTo>
                  <a:pt x="0" y="11464"/>
                </a:lnTo>
                <a:cubicBezTo>
                  <a:pt x="0" y="11492"/>
                  <a:pt x="28" y="11520"/>
                  <a:pt x="56" y="11520"/>
                </a:cubicBezTo>
                <a:lnTo>
                  <a:pt x="2337" y="11520"/>
                </a:lnTo>
                <a:lnTo>
                  <a:pt x="2337" y="9322"/>
                </a:lnTo>
                <a:lnTo>
                  <a:pt x="4424" y="9322"/>
                </a:lnTo>
                <a:lnTo>
                  <a:pt x="4424" y="11520"/>
                </a:lnTo>
                <a:lnTo>
                  <a:pt x="6706" y="11520"/>
                </a:lnTo>
                <a:cubicBezTo>
                  <a:pt x="6734" y="11520"/>
                  <a:pt x="6762" y="11492"/>
                  <a:pt x="6762" y="11464"/>
                </a:cubicBezTo>
                <a:lnTo>
                  <a:pt x="6762" y="83"/>
                </a:lnTo>
                <a:cubicBezTo>
                  <a:pt x="6762" y="28"/>
                  <a:pt x="6734" y="0"/>
                  <a:pt x="6706" y="0"/>
                </a:cubicBezTo>
                <a:close/>
                <a:moveTo>
                  <a:pt x="2894" y="7652"/>
                </a:moveTo>
                <a:lnTo>
                  <a:pt x="1280" y="7652"/>
                </a:lnTo>
                <a:lnTo>
                  <a:pt x="1280" y="6066"/>
                </a:lnTo>
                <a:lnTo>
                  <a:pt x="2894" y="6066"/>
                </a:lnTo>
                <a:lnTo>
                  <a:pt x="2894" y="7652"/>
                </a:lnTo>
                <a:close/>
                <a:moveTo>
                  <a:pt x="2894" y="5287"/>
                </a:moveTo>
                <a:lnTo>
                  <a:pt x="1280" y="5287"/>
                </a:lnTo>
                <a:lnTo>
                  <a:pt x="1280" y="3701"/>
                </a:lnTo>
                <a:lnTo>
                  <a:pt x="2894" y="3701"/>
                </a:lnTo>
                <a:lnTo>
                  <a:pt x="2894" y="5287"/>
                </a:lnTo>
                <a:close/>
                <a:moveTo>
                  <a:pt x="2894" y="2922"/>
                </a:moveTo>
                <a:lnTo>
                  <a:pt x="1280" y="2922"/>
                </a:lnTo>
                <a:lnTo>
                  <a:pt x="1280" y="1336"/>
                </a:lnTo>
                <a:lnTo>
                  <a:pt x="2894" y="1336"/>
                </a:lnTo>
                <a:lnTo>
                  <a:pt x="2894" y="2922"/>
                </a:lnTo>
                <a:close/>
                <a:moveTo>
                  <a:pt x="5454" y="7652"/>
                </a:moveTo>
                <a:lnTo>
                  <a:pt x="3840" y="7652"/>
                </a:lnTo>
                <a:lnTo>
                  <a:pt x="3840" y="6066"/>
                </a:lnTo>
                <a:lnTo>
                  <a:pt x="5454" y="6066"/>
                </a:lnTo>
                <a:lnTo>
                  <a:pt x="5454" y="7652"/>
                </a:lnTo>
                <a:close/>
                <a:moveTo>
                  <a:pt x="5454" y="5287"/>
                </a:moveTo>
                <a:lnTo>
                  <a:pt x="3840" y="5287"/>
                </a:lnTo>
                <a:lnTo>
                  <a:pt x="3840" y="3701"/>
                </a:lnTo>
                <a:lnTo>
                  <a:pt x="5454" y="3701"/>
                </a:lnTo>
                <a:lnTo>
                  <a:pt x="5454" y="5287"/>
                </a:lnTo>
                <a:close/>
                <a:moveTo>
                  <a:pt x="5454" y="2922"/>
                </a:moveTo>
                <a:lnTo>
                  <a:pt x="3840" y="2922"/>
                </a:lnTo>
                <a:lnTo>
                  <a:pt x="3840" y="1336"/>
                </a:lnTo>
                <a:lnTo>
                  <a:pt x="5454" y="1336"/>
                </a:lnTo>
                <a:lnTo>
                  <a:pt x="5454" y="2922"/>
                </a:lnTo>
                <a:close/>
                <a:moveTo>
                  <a:pt x="12466" y="3701"/>
                </a:moveTo>
                <a:lnTo>
                  <a:pt x="8097" y="3701"/>
                </a:lnTo>
                <a:cubicBezTo>
                  <a:pt x="7903" y="3701"/>
                  <a:pt x="7763" y="3840"/>
                  <a:pt x="7763" y="4035"/>
                </a:cubicBezTo>
                <a:lnTo>
                  <a:pt x="7763" y="11464"/>
                </a:lnTo>
                <a:cubicBezTo>
                  <a:pt x="7763" y="11492"/>
                  <a:pt x="7791" y="11492"/>
                  <a:pt x="7791" y="11492"/>
                </a:cubicBezTo>
                <a:lnTo>
                  <a:pt x="9544" y="11492"/>
                </a:lnTo>
                <a:lnTo>
                  <a:pt x="9544" y="10045"/>
                </a:lnTo>
                <a:lnTo>
                  <a:pt x="11019" y="10045"/>
                </a:lnTo>
                <a:lnTo>
                  <a:pt x="11019" y="11492"/>
                </a:lnTo>
                <a:lnTo>
                  <a:pt x="12744" y="11492"/>
                </a:lnTo>
                <a:cubicBezTo>
                  <a:pt x="12772" y="11492"/>
                  <a:pt x="12772" y="11464"/>
                  <a:pt x="12772" y="11464"/>
                </a:cubicBezTo>
                <a:lnTo>
                  <a:pt x="12772" y="4035"/>
                </a:lnTo>
                <a:cubicBezTo>
                  <a:pt x="12800" y="3868"/>
                  <a:pt x="12633" y="3701"/>
                  <a:pt x="12466" y="3701"/>
                </a:cubicBezTo>
                <a:close/>
                <a:moveTo>
                  <a:pt x="12104" y="8821"/>
                </a:moveTo>
                <a:lnTo>
                  <a:pt x="8403" y="8821"/>
                </a:lnTo>
                <a:lnTo>
                  <a:pt x="8403" y="8042"/>
                </a:lnTo>
                <a:lnTo>
                  <a:pt x="12104" y="8042"/>
                </a:lnTo>
                <a:lnTo>
                  <a:pt x="12104" y="8821"/>
                </a:lnTo>
                <a:close/>
                <a:moveTo>
                  <a:pt x="12104" y="7263"/>
                </a:moveTo>
                <a:lnTo>
                  <a:pt x="8403" y="7263"/>
                </a:lnTo>
                <a:lnTo>
                  <a:pt x="8403" y="6483"/>
                </a:lnTo>
                <a:lnTo>
                  <a:pt x="12104" y="6483"/>
                </a:lnTo>
                <a:lnTo>
                  <a:pt x="12104" y="7263"/>
                </a:lnTo>
                <a:close/>
                <a:moveTo>
                  <a:pt x="12104" y="5677"/>
                </a:moveTo>
                <a:lnTo>
                  <a:pt x="8403" y="5677"/>
                </a:lnTo>
                <a:lnTo>
                  <a:pt x="8403" y="4897"/>
                </a:lnTo>
                <a:lnTo>
                  <a:pt x="12104" y="4897"/>
                </a:lnTo>
                <a:lnTo>
                  <a:pt x="12104" y="5677"/>
                </a:lnTo>
                <a:close/>
                <a:moveTo>
                  <a:pt x="12104" y="5677"/>
                </a:move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lang="zh-CN" altLang="en-US"/>
          </a:p>
        </p:txBody>
      </p:sp>
      <p:sp>
        <p:nvSpPr>
          <p:cNvPr id="33" name="iconfont-11117-5304720">
            <a:extLst>
              <a:ext uri="{FF2B5EF4-FFF2-40B4-BE49-F238E27FC236}">
                <a16:creationId xmlns="" xmlns:p14="http://schemas.microsoft.com/office/powerpoint/2010/main" xmlns:p15="http://schemas.microsoft.com/office/powerpoint/2012/main" xmlns:a16="http://schemas.microsoft.com/office/drawing/2014/main" id="{8EAE5546-4EA7-4B9B-BF47-D3AE39BCD57F}"/>
              </a:ext>
            </a:extLst>
          </p:cNvPr>
          <p:cNvSpPr>
            <a:spLocks noChangeAspect="1"/>
          </p:cNvSpPr>
          <p:nvPr/>
        </p:nvSpPr>
        <p:spPr bwMode="auto">
          <a:xfrm>
            <a:off x="5844953" y="1950697"/>
            <a:ext cx="495393" cy="496447"/>
          </a:xfrm>
          <a:custGeom>
            <a:avLst/>
            <a:gdLst>
              <a:gd name="T0" fmla="*/ 12123 w 12728"/>
              <a:gd name="T1" fmla="*/ 2794 h 12755"/>
              <a:gd name="T2" fmla="*/ 11574 w 12728"/>
              <a:gd name="T3" fmla="*/ 3342 h 12755"/>
              <a:gd name="T4" fmla="*/ 9386 w 12728"/>
              <a:gd name="T5" fmla="*/ 1151 h 12755"/>
              <a:gd name="T6" fmla="*/ 9932 w 12728"/>
              <a:gd name="T7" fmla="*/ 605 h 12755"/>
              <a:gd name="T8" fmla="*/ 12123 w 12728"/>
              <a:gd name="T9" fmla="*/ 605 h 12755"/>
              <a:gd name="T10" fmla="*/ 12123 w 12728"/>
              <a:gd name="T11" fmla="*/ 2794 h 12755"/>
              <a:gd name="T12" fmla="*/ 10479 w 12728"/>
              <a:gd name="T13" fmla="*/ 4436 h 12755"/>
              <a:gd name="T14" fmla="*/ 7742 w 12728"/>
              <a:gd name="T15" fmla="*/ 7169 h 12755"/>
              <a:gd name="T16" fmla="*/ 3926 w 12728"/>
              <a:gd name="T17" fmla="*/ 8827 h 12755"/>
              <a:gd name="T18" fmla="*/ 5551 w 12728"/>
              <a:gd name="T19" fmla="*/ 4980 h 12755"/>
              <a:gd name="T20" fmla="*/ 8290 w 12728"/>
              <a:gd name="T21" fmla="*/ 2245 h 12755"/>
              <a:gd name="T22" fmla="*/ 10479 w 12728"/>
              <a:gd name="T23" fmla="*/ 4436 h 12755"/>
              <a:gd name="T24" fmla="*/ 4711 w 12728"/>
              <a:gd name="T25" fmla="*/ 1735 h 12755"/>
              <a:gd name="T26" fmla="*/ 2356 w 12728"/>
              <a:gd name="T27" fmla="*/ 1735 h 12755"/>
              <a:gd name="T28" fmla="*/ 1570 w 12728"/>
              <a:gd name="T29" fmla="*/ 2522 h 12755"/>
              <a:gd name="T30" fmla="*/ 1570 w 12728"/>
              <a:gd name="T31" fmla="*/ 10392 h 12755"/>
              <a:gd name="T32" fmla="*/ 2356 w 12728"/>
              <a:gd name="T33" fmla="*/ 11179 h 12755"/>
              <a:gd name="T34" fmla="*/ 10210 w 12728"/>
              <a:gd name="T35" fmla="*/ 11179 h 12755"/>
              <a:gd name="T36" fmla="*/ 10995 w 12728"/>
              <a:gd name="T37" fmla="*/ 10392 h 12755"/>
              <a:gd name="T38" fmla="*/ 10995 w 12728"/>
              <a:gd name="T39" fmla="*/ 7245 h 12755"/>
              <a:gd name="T40" fmla="*/ 11780 w 12728"/>
              <a:gd name="T41" fmla="*/ 6458 h 12755"/>
              <a:gd name="T42" fmla="*/ 12565 w 12728"/>
              <a:gd name="T43" fmla="*/ 7245 h 12755"/>
              <a:gd name="T44" fmla="*/ 12565 w 12728"/>
              <a:gd name="T45" fmla="*/ 11181 h 12755"/>
              <a:gd name="T46" fmla="*/ 10995 w 12728"/>
              <a:gd name="T47" fmla="*/ 12755 h 12755"/>
              <a:gd name="T48" fmla="*/ 1570 w 12728"/>
              <a:gd name="T49" fmla="*/ 12755 h 12755"/>
              <a:gd name="T50" fmla="*/ 0 w 12728"/>
              <a:gd name="T51" fmla="*/ 11181 h 12755"/>
              <a:gd name="T52" fmla="*/ 0 w 12728"/>
              <a:gd name="T53" fmla="*/ 1735 h 12755"/>
              <a:gd name="T54" fmla="*/ 1570 w 12728"/>
              <a:gd name="T55" fmla="*/ 161 h 12755"/>
              <a:gd name="T56" fmla="*/ 4711 w 12728"/>
              <a:gd name="T57" fmla="*/ 161 h 12755"/>
              <a:gd name="T58" fmla="*/ 5496 w 12728"/>
              <a:gd name="T59" fmla="*/ 948 h 12755"/>
              <a:gd name="T60" fmla="*/ 4711 w 12728"/>
              <a:gd name="T61" fmla="*/ 1735 h 12755"/>
              <a:gd name="T62" fmla="*/ 4711 w 12728"/>
              <a:gd name="T63" fmla="*/ 1735 h 1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727" h="12755">
                <a:moveTo>
                  <a:pt x="12123" y="2794"/>
                </a:moveTo>
                <a:lnTo>
                  <a:pt x="11574" y="3342"/>
                </a:lnTo>
                <a:lnTo>
                  <a:pt x="9386" y="1151"/>
                </a:lnTo>
                <a:lnTo>
                  <a:pt x="9932" y="605"/>
                </a:lnTo>
                <a:cubicBezTo>
                  <a:pt x="10537" y="0"/>
                  <a:pt x="11518" y="0"/>
                  <a:pt x="12123" y="605"/>
                </a:cubicBezTo>
                <a:cubicBezTo>
                  <a:pt x="12728" y="1208"/>
                  <a:pt x="12728" y="2189"/>
                  <a:pt x="12123" y="2794"/>
                </a:cubicBezTo>
                <a:close/>
                <a:moveTo>
                  <a:pt x="10479" y="4436"/>
                </a:moveTo>
                <a:lnTo>
                  <a:pt x="7742" y="7169"/>
                </a:lnTo>
                <a:lnTo>
                  <a:pt x="3926" y="8827"/>
                </a:lnTo>
                <a:lnTo>
                  <a:pt x="5551" y="4980"/>
                </a:lnTo>
                <a:lnTo>
                  <a:pt x="8290" y="2245"/>
                </a:lnTo>
                <a:lnTo>
                  <a:pt x="10479" y="4436"/>
                </a:lnTo>
                <a:close/>
                <a:moveTo>
                  <a:pt x="4711" y="1735"/>
                </a:moveTo>
                <a:lnTo>
                  <a:pt x="2356" y="1735"/>
                </a:lnTo>
                <a:cubicBezTo>
                  <a:pt x="1921" y="1735"/>
                  <a:pt x="1570" y="2088"/>
                  <a:pt x="1570" y="2522"/>
                </a:cubicBezTo>
                <a:lnTo>
                  <a:pt x="1570" y="10392"/>
                </a:lnTo>
                <a:cubicBezTo>
                  <a:pt x="1570" y="10826"/>
                  <a:pt x="1921" y="11179"/>
                  <a:pt x="2356" y="11179"/>
                </a:cubicBezTo>
                <a:lnTo>
                  <a:pt x="10210" y="11179"/>
                </a:lnTo>
                <a:cubicBezTo>
                  <a:pt x="10644" y="11179"/>
                  <a:pt x="10995" y="10826"/>
                  <a:pt x="10995" y="10392"/>
                </a:cubicBezTo>
                <a:lnTo>
                  <a:pt x="10995" y="7245"/>
                </a:lnTo>
                <a:cubicBezTo>
                  <a:pt x="10995" y="6811"/>
                  <a:pt x="11346" y="6458"/>
                  <a:pt x="11780" y="6458"/>
                </a:cubicBezTo>
                <a:cubicBezTo>
                  <a:pt x="12214" y="6458"/>
                  <a:pt x="12565" y="6811"/>
                  <a:pt x="12565" y="7245"/>
                </a:cubicBezTo>
                <a:lnTo>
                  <a:pt x="12565" y="11181"/>
                </a:lnTo>
                <a:cubicBezTo>
                  <a:pt x="12565" y="12049"/>
                  <a:pt x="11861" y="12755"/>
                  <a:pt x="10995" y="12755"/>
                </a:cubicBezTo>
                <a:lnTo>
                  <a:pt x="1570" y="12755"/>
                </a:lnTo>
                <a:cubicBezTo>
                  <a:pt x="704" y="12755"/>
                  <a:pt x="0" y="12051"/>
                  <a:pt x="0" y="11181"/>
                </a:cubicBezTo>
                <a:lnTo>
                  <a:pt x="0" y="1735"/>
                </a:lnTo>
                <a:cubicBezTo>
                  <a:pt x="0" y="866"/>
                  <a:pt x="704" y="161"/>
                  <a:pt x="1570" y="161"/>
                </a:cubicBezTo>
                <a:lnTo>
                  <a:pt x="4711" y="161"/>
                </a:lnTo>
                <a:cubicBezTo>
                  <a:pt x="5145" y="161"/>
                  <a:pt x="5496" y="514"/>
                  <a:pt x="5496" y="948"/>
                </a:cubicBezTo>
                <a:cubicBezTo>
                  <a:pt x="5496" y="1384"/>
                  <a:pt x="5145" y="1735"/>
                  <a:pt x="4711" y="1735"/>
                </a:cubicBezTo>
                <a:close/>
                <a:moveTo>
                  <a:pt x="4711" y="1735"/>
                </a:move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lang="zh-CN" altLang="en-US"/>
          </a:p>
        </p:txBody>
      </p:sp>
      <p:sp>
        <p:nvSpPr>
          <p:cNvPr id="34" name="iconfont-11117-5304720">
            <a:extLst>
              <a:ext uri="{FF2B5EF4-FFF2-40B4-BE49-F238E27FC236}">
                <a16:creationId xmlns="" xmlns:p14="http://schemas.microsoft.com/office/powerpoint/2010/main" xmlns:p15="http://schemas.microsoft.com/office/powerpoint/2012/main" xmlns:a16="http://schemas.microsoft.com/office/drawing/2014/main" id="{D4620F11-BAE2-44A6-AC32-9AD7D1C1777D}"/>
              </a:ext>
            </a:extLst>
          </p:cNvPr>
          <p:cNvSpPr>
            <a:spLocks noChangeAspect="1"/>
          </p:cNvSpPr>
          <p:nvPr/>
        </p:nvSpPr>
        <p:spPr bwMode="auto">
          <a:xfrm>
            <a:off x="5844425" y="2975620"/>
            <a:ext cx="496447" cy="460081"/>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3052" h="558878">
                <a:moveTo>
                  <a:pt x="174649" y="543212"/>
                </a:moveTo>
                <a:lnTo>
                  <a:pt x="278182" y="543212"/>
                </a:lnTo>
                <a:lnTo>
                  <a:pt x="278182" y="549259"/>
                </a:lnTo>
                <a:lnTo>
                  <a:pt x="324868" y="549259"/>
                </a:lnTo>
                <a:lnTo>
                  <a:pt x="324868" y="543212"/>
                </a:lnTo>
                <a:lnTo>
                  <a:pt x="428402" y="543212"/>
                </a:lnTo>
                <a:cubicBezTo>
                  <a:pt x="428402" y="551732"/>
                  <a:pt x="423184" y="558878"/>
                  <a:pt x="417143" y="558878"/>
                </a:cubicBezTo>
                <a:lnTo>
                  <a:pt x="185908" y="558878"/>
                </a:lnTo>
                <a:cubicBezTo>
                  <a:pt x="179867" y="558878"/>
                  <a:pt x="174649" y="551732"/>
                  <a:pt x="174649" y="543212"/>
                </a:cubicBezTo>
                <a:close/>
                <a:moveTo>
                  <a:pt x="210913" y="403140"/>
                </a:moveTo>
                <a:lnTo>
                  <a:pt x="392413" y="403140"/>
                </a:lnTo>
                <a:cubicBezTo>
                  <a:pt x="400651" y="403140"/>
                  <a:pt x="407515" y="409993"/>
                  <a:pt x="407515" y="418492"/>
                </a:cubicBezTo>
                <a:lnTo>
                  <a:pt x="407515" y="523485"/>
                </a:lnTo>
                <a:cubicBezTo>
                  <a:pt x="407515" y="531984"/>
                  <a:pt x="400651" y="538837"/>
                  <a:pt x="392413" y="538837"/>
                </a:cubicBezTo>
                <a:lnTo>
                  <a:pt x="210913" y="538837"/>
                </a:lnTo>
                <a:cubicBezTo>
                  <a:pt x="202401" y="538837"/>
                  <a:pt x="195537" y="531984"/>
                  <a:pt x="195537" y="523485"/>
                </a:cubicBezTo>
                <a:lnTo>
                  <a:pt x="195537" y="418492"/>
                </a:lnTo>
                <a:cubicBezTo>
                  <a:pt x="195537" y="409993"/>
                  <a:pt x="202401" y="403140"/>
                  <a:pt x="210913" y="403140"/>
                </a:cubicBezTo>
                <a:close/>
                <a:moveTo>
                  <a:pt x="505311" y="368845"/>
                </a:moveTo>
                <a:lnTo>
                  <a:pt x="517668" y="368845"/>
                </a:lnTo>
                <a:cubicBezTo>
                  <a:pt x="497897" y="416277"/>
                  <a:pt x="463024" y="455484"/>
                  <a:pt x="419088" y="481256"/>
                </a:cubicBezTo>
                <a:lnTo>
                  <a:pt x="419088" y="467822"/>
                </a:lnTo>
                <a:cubicBezTo>
                  <a:pt x="456983" y="444243"/>
                  <a:pt x="487188" y="409971"/>
                  <a:pt x="505311" y="368845"/>
                </a:cubicBezTo>
                <a:close/>
                <a:moveTo>
                  <a:pt x="85384" y="368845"/>
                </a:moveTo>
                <a:lnTo>
                  <a:pt x="97741" y="368845"/>
                </a:lnTo>
                <a:cubicBezTo>
                  <a:pt x="115864" y="409971"/>
                  <a:pt x="146344" y="444243"/>
                  <a:pt x="183964" y="467822"/>
                </a:cubicBezTo>
                <a:lnTo>
                  <a:pt x="183964" y="481256"/>
                </a:lnTo>
                <a:cubicBezTo>
                  <a:pt x="140028" y="455484"/>
                  <a:pt x="105155" y="416277"/>
                  <a:pt x="85384" y="368845"/>
                </a:cubicBezTo>
                <a:close/>
                <a:moveTo>
                  <a:pt x="349581" y="341678"/>
                </a:moveTo>
                <a:lnTo>
                  <a:pt x="452837" y="341678"/>
                </a:lnTo>
                <a:lnTo>
                  <a:pt x="452837" y="347725"/>
                </a:lnTo>
                <a:lnTo>
                  <a:pt x="499796" y="347725"/>
                </a:lnTo>
                <a:lnTo>
                  <a:pt x="499796" y="341678"/>
                </a:lnTo>
                <a:lnTo>
                  <a:pt x="603052" y="341678"/>
                </a:lnTo>
                <a:cubicBezTo>
                  <a:pt x="603052" y="350473"/>
                  <a:pt x="598109" y="357344"/>
                  <a:pt x="591793" y="357344"/>
                </a:cubicBezTo>
                <a:lnTo>
                  <a:pt x="360841" y="357344"/>
                </a:lnTo>
                <a:cubicBezTo>
                  <a:pt x="354524" y="357344"/>
                  <a:pt x="349581" y="350473"/>
                  <a:pt x="349581" y="341678"/>
                </a:cubicBezTo>
                <a:close/>
                <a:moveTo>
                  <a:pt x="0" y="341678"/>
                </a:moveTo>
                <a:lnTo>
                  <a:pt x="103256" y="341678"/>
                </a:lnTo>
                <a:lnTo>
                  <a:pt x="103256" y="347725"/>
                </a:lnTo>
                <a:lnTo>
                  <a:pt x="150215" y="347725"/>
                </a:lnTo>
                <a:lnTo>
                  <a:pt x="150215" y="341678"/>
                </a:lnTo>
                <a:lnTo>
                  <a:pt x="253471" y="341678"/>
                </a:lnTo>
                <a:cubicBezTo>
                  <a:pt x="253471" y="350473"/>
                  <a:pt x="248528" y="357344"/>
                  <a:pt x="242486" y="357344"/>
                </a:cubicBezTo>
                <a:lnTo>
                  <a:pt x="11259" y="357344"/>
                </a:lnTo>
                <a:cubicBezTo>
                  <a:pt x="4943" y="357344"/>
                  <a:pt x="0" y="350473"/>
                  <a:pt x="0" y="341678"/>
                </a:cubicBezTo>
                <a:close/>
                <a:moveTo>
                  <a:pt x="385564" y="201535"/>
                </a:moveTo>
                <a:lnTo>
                  <a:pt x="567070" y="201535"/>
                </a:lnTo>
                <a:cubicBezTo>
                  <a:pt x="575582" y="201535"/>
                  <a:pt x="582447" y="208392"/>
                  <a:pt x="582447" y="216896"/>
                </a:cubicBezTo>
                <a:lnTo>
                  <a:pt x="582447" y="322224"/>
                </a:lnTo>
                <a:cubicBezTo>
                  <a:pt x="582447" y="330453"/>
                  <a:pt x="575582" y="337585"/>
                  <a:pt x="567070" y="337585"/>
                </a:cubicBezTo>
                <a:lnTo>
                  <a:pt x="385564" y="337585"/>
                </a:lnTo>
                <a:cubicBezTo>
                  <a:pt x="377051" y="337585"/>
                  <a:pt x="370186" y="330453"/>
                  <a:pt x="370186" y="322224"/>
                </a:cubicBezTo>
                <a:lnTo>
                  <a:pt x="370186" y="216896"/>
                </a:lnTo>
                <a:cubicBezTo>
                  <a:pt x="370186" y="208392"/>
                  <a:pt x="377051" y="201535"/>
                  <a:pt x="385564" y="201535"/>
                </a:cubicBezTo>
                <a:close/>
                <a:moveTo>
                  <a:pt x="35982" y="201535"/>
                </a:moveTo>
                <a:lnTo>
                  <a:pt x="217489" y="201535"/>
                </a:lnTo>
                <a:cubicBezTo>
                  <a:pt x="226001" y="201535"/>
                  <a:pt x="232866" y="208392"/>
                  <a:pt x="232866" y="216896"/>
                </a:cubicBezTo>
                <a:lnTo>
                  <a:pt x="232866" y="322224"/>
                </a:lnTo>
                <a:cubicBezTo>
                  <a:pt x="232866" y="330453"/>
                  <a:pt x="226001" y="337585"/>
                  <a:pt x="217489" y="337585"/>
                </a:cubicBezTo>
                <a:lnTo>
                  <a:pt x="35982" y="337585"/>
                </a:lnTo>
                <a:cubicBezTo>
                  <a:pt x="27470" y="337585"/>
                  <a:pt x="20605" y="330453"/>
                  <a:pt x="20605" y="322224"/>
                </a:cubicBezTo>
                <a:lnTo>
                  <a:pt x="20605" y="216896"/>
                </a:lnTo>
                <a:cubicBezTo>
                  <a:pt x="20605" y="208392"/>
                  <a:pt x="27470" y="201535"/>
                  <a:pt x="35982" y="201535"/>
                </a:cubicBezTo>
                <a:close/>
                <a:moveTo>
                  <a:pt x="174649" y="140143"/>
                </a:moveTo>
                <a:lnTo>
                  <a:pt x="278182" y="140143"/>
                </a:lnTo>
                <a:lnTo>
                  <a:pt x="278182" y="146439"/>
                </a:lnTo>
                <a:lnTo>
                  <a:pt x="324868" y="146439"/>
                </a:lnTo>
                <a:lnTo>
                  <a:pt x="324868" y="140143"/>
                </a:lnTo>
                <a:lnTo>
                  <a:pt x="428402" y="140143"/>
                </a:lnTo>
                <a:cubicBezTo>
                  <a:pt x="428402" y="148903"/>
                  <a:pt x="423184" y="156020"/>
                  <a:pt x="417143" y="156020"/>
                </a:cubicBezTo>
                <a:lnTo>
                  <a:pt x="185908" y="156020"/>
                </a:lnTo>
                <a:cubicBezTo>
                  <a:pt x="179867" y="156020"/>
                  <a:pt x="174649" y="148903"/>
                  <a:pt x="174649" y="140143"/>
                </a:cubicBezTo>
                <a:close/>
                <a:moveTo>
                  <a:pt x="419088" y="77622"/>
                </a:moveTo>
                <a:cubicBezTo>
                  <a:pt x="463024" y="103394"/>
                  <a:pt x="497897" y="142875"/>
                  <a:pt x="517668" y="190033"/>
                </a:cubicBezTo>
                <a:lnTo>
                  <a:pt x="505311" y="190033"/>
                </a:lnTo>
                <a:cubicBezTo>
                  <a:pt x="487188" y="149181"/>
                  <a:pt x="456983" y="114635"/>
                  <a:pt x="419088" y="91056"/>
                </a:cubicBezTo>
                <a:close/>
                <a:moveTo>
                  <a:pt x="184034" y="77622"/>
                </a:moveTo>
                <a:lnTo>
                  <a:pt x="184034" y="91056"/>
                </a:lnTo>
                <a:cubicBezTo>
                  <a:pt x="146387" y="114635"/>
                  <a:pt x="115886" y="149181"/>
                  <a:pt x="97749" y="190033"/>
                </a:cubicBezTo>
                <a:lnTo>
                  <a:pt x="85384" y="190033"/>
                </a:lnTo>
                <a:cubicBezTo>
                  <a:pt x="105169" y="142875"/>
                  <a:pt x="140067" y="103394"/>
                  <a:pt x="184034" y="77622"/>
                </a:cubicBezTo>
                <a:close/>
                <a:moveTo>
                  <a:pt x="210913" y="0"/>
                </a:moveTo>
                <a:lnTo>
                  <a:pt x="392413" y="0"/>
                </a:lnTo>
                <a:cubicBezTo>
                  <a:pt x="400651" y="0"/>
                  <a:pt x="407515" y="6854"/>
                  <a:pt x="407515" y="15353"/>
                </a:cubicBezTo>
                <a:lnTo>
                  <a:pt x="407515" y="120627"/>
                </a:lnTo>
                <a:cubicBezTo>
                  <a:pt x="407515" y="129126"/>
                  <a:pt x="400651" y="135980"/>
                  <a:pt x="392413" y="135980"/>
                </a:cubicBezTo>
                <a:lnTo>
                  <a:pt x="210913" y="135980"/>
                </a:lnTo>
                <a:cubicBezTo>
                  <a:pt x="202401" y="135980"/>
                  <a:pt x="195537" y="129126"/>
                  <a:pt x="195537" y="120627"/>
                </a:cubicBezTo>
                <a:lnTo>
                  <a:pt x="195537" y="15353"/>
                </a:lnTo>
                <a:cubicBezTo>
                  <a:pt x="195537" y="6854"/>
                  <a:pt x="202401" y="0"/>
                  <a:pt x="210913" y="0"/>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lang="zh-CN" altLang="en-US"/>
          </a:p>
        </p:txBody>
      </p:sp>
    </p:spTree>
    <p:custDataLst>
      <p:tags r:id="rId1"/>
    </p:custDataLst>
    <p:extLst>
      <p:ext uri="{BB962C8B-B14F-4D97-AF65-F5344CB8AC3E}">
        <p14:creationId xmlns:p14="http://schemas.microsoft.com/office/powerpoint/2010/main" val="1537045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0" fill="hold" grpId="1" nodeType="withEffec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fltVal val="0"/>
                                          </p:val>
                                        </p:tav>
                                        <p:tav tm="100000">
                                          <p:val>
                                            <p:strVal val="#ppt_h"/>
                                          </p:val>
                                        </p:tav>
                                      </p:tavLst>
                                    </p:anim>
                                    <p:animEffect transition="in" filter="fade">
                                      <p:cBhvr>
                                        <p:cTn id="14" dur="500"/>
                                        <p:tgtEl>
                                          <p:spTgt spid="42"/>
                                        </p:tgtEl>
                                      </p:cBhvr>
                                    </p:animEffect>
                                  </p:childTnLst>
                                </p:cTn>
                              </p:par>
                              <p:par>
                                <p:cTn id="15" presetID="53" presetClass="entr" presetSubtype="0" fill="hold" grpId="2" nodeType="withEffect">
                                  <p:childTnLst>
                                    <p:set>
                                      <p:cBhvr>
                                        <p:cTn id="16" dur="1" fill="hold">
                                          <p:stCondLst>
                                            <p:cond delay="0"/>
                                          </p:stCondLst>
                                        </p:cTn>
                                        <p:tgtEl>
                                          <p:spTgt spid="43"/>
                                        </p:tgtEl>
                                        <p:attrNameLst>
                                          <p:attrName>style.visibility</p:attrName>
                                        </p:attrNameLst>
                                      </p:cBhvr>
                                      <p:to>
                                        <p:strVal val="visible"/>
                                      </p:to>
                                    </p:set>
                                    <p:anim calcmode="lin" valueType="num">
                                      <p:cBhvr>
                                        <p:cTn id="17" dur="500" fill="hold"/>
                                        <p:tgtEl>
                                          <p:spTgt spid="43"/>
                                        </p:tgtEl>
                                        <p:attrNameLst>
                                          <p:attrName>ppt_w</p:attrName>
                                        </p:attrNameLst>
                                      </p:cBhvr>
                                      <p:tavLst>
                                        <p:tav tm="0">
                                          <p:val>
                                            <p:fltVal val="0"/>
                                          </p:val>
                                        </p:tav>
                                        <p:tav tm="100000">
                                          <p:val>
                                            <p:strVal val="#ppt_w"/>
                                          </p:val>
                                        </p:tav>
                                      </p:tavLst>
                                    </p:anim>
                                    <p:anim calcmode="lin" valueType="num">
                                      <p:cBhvr>
                                        <p:cTn id="18" dur="500" fill="hold"/>
                                        <p:tgtEl>
                                          <p:spTgt spid="43"/>
                                        </p:tgtEl>
                                        <p:attrNameLst>
                                          <p:attrName>ppt_h</p:attrName>
                                        </p:attrNameLst>
                                      </p:cBhvr>
                                      <p:tavLst>
                                        <p:tav tm="0">
                                          <p:val>
                                            <p:fltVal val="0"/>
                                          </p:val>
                                        </p:tav>
                                        <p:tav tm="100000">
                                          <p:val>
                                            <p:strVal val="#ppt_h"/>
                                          </p:val>
                                        </p:tav>
                                      </p:tavLst>
                                    </p:anim>
                                    <p:animEffect transition="in" filter="fade">
                                      <p:cBhvr>
                                        <p:cTn id="19" dur="500"/>
                                        <p:tgtEl>
                                          <p:spTgt spid="43"/>
                                        </p:tgtEl>
                                      </p:cBhvr>
                                    </p:animEffect>
                                  </p:childTnLst>
                                </p:cTn>
                              </p:par>
                              <p:par>
                                <p:cTn id="20" presetID="53" presetClass="entr" presetSubtype="0" fill="hold" grpId="3" nodeType="withEffect">
                                  <p:childTnLst>
                                    <p:set>
                                      <p:cBhvr>
                                        <p:cTn id="21" dur="1" fill="hold">
                                          <p:stCondLst>
                                            <p:cond delay="0"/>
                                          </p:stCondLst>
                                        </p:cTn>
                                        <p:tgtEl>
                                          <p:spTgt spid="44"/>
                                        </p:tgtEl>
                                        <p:attrNameLst>
                                          <p:attrName>style.visibility</p:attrName>
                                        </p:attrNameLst>
                                      </p:cBhvr>
                                      <p:to>
                                        <p:strVal val="visible"/>
                                      </p:to>
                                    </p:set>
                                    <p:anim calcmode="lin" valueType="num">
                                      <p:cBhvr>
                                        <p:cTn id="22" dur="500" fill="hold"/>
                                        <p:tgtEl>
                                          <p:spTgt spid="44"/>
                                        </p:tgtEl>
                                        <p:attrNameLst>
                                          <p:attrName>ppt_w</p:attrName>
                                        </p:attrNameLst>
                                      </p:cBhvr>
                                      <p:tavLst>
                                        <p:tav tm="0">
                                          <p:val>
                                            <p:fltVal val="0"/>
                                          </p:val>
                                        </p:tav>
                                        <p:tav tm="100000">
                                          <p:val>
                                            <p:strVal val="#ppt_w"/>
                                          </p:val>
                                        </p:tav>
                                      </p:tavLst>
                                    </p:anim>
                                    <p:anim calcmode="lin" valueType="num">
                                      <p:cBhvr>
                                        <p:cTn id="23" dur="500" fill="hold"/>
                                        <p:tgtEl>
                                          <p:spTgt spid="44"/>
                                        </p:tgtEl>
                                        <p:attrNameLst>
                                          <p:attrName>ppt_h</p:attrName>
                                        </p:attrNameLst>
                                      </p:cBhvr>
                                      <p:tavLst>
                                        <p:tav tm="0">
                                          <p:val>
                                            <p:fltVal val="0"/>
                                          </p:val>
                                        </p:tav>
                                        <p:tav tm="100000">
                                          <p:val>
                                            <p:strVal val="#ppt_h"/>
                                          </p:val>
                                        </p:tav>
                                      </p:tavLst>
                                    </p:anim>
                                    <p:animEffect transition="in" filter="fade">
                                      <p:cBhvr>
                                        <p:cTn id="24" dur="500"/>
                                        <p:tgtEl>
                                          <p:spTgt spid="44"/>
                                        </p:tgtEl>
                                      </p:cBhvr>
                                    </p:animEffect>
                                  </p:childTnLst>
                                </p:cTn>
                              </p:par>
                              <p:par>
                                <p:cTn id="25" presetID="53" presetClass="entr" presetSubtype="0" fill="hold" grpId="4" nodeType="withEffec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0" fill="hold" nodeType="withEffect">
                                  <p:childTnLst>
                                    <p:set>
                                      <p:cBhvr>
                                        <p:cTn id="31" dur="1" fill="hold">
                                          <p:stCondLst>
                                            <p:cond delay="0"/>
                                          </p:stCondLst>
                                        </p:cTn>
                                        <p:tgtEl>
                                          <p:spTgt spid="47"/>
                                        </p:tgtEl>
                                        <p:attrNameLst>
                                          <p:attrName>style.visibility</p:attrName>
                                        </p:attrNameLst>
                                      </p:cBhvr>
                                      <p:to>
                                        <p:strVal val="visible"/>
                                      </p:to>
                                    </p:set>
                                    <p:anim calcmode="lin" valueType="num">
                                      <p:cBhvr>
                                        <p:cTn id="32" dur="500" fill="hold"/>
                                        <p:tgtEl>
                                          <p:spTgt spid="47"/>
                                        </p:tgtEl>
                                        <p:attrNameLst>
                                          <p:attrName>ppt_w</p:attrName>
                                        </p:attrNameLst>
                                      </p:cBhvr>
                                      <p:tavLst>
                                        <p:tav tm="0">
                                          <p:val>
                                            <p:fltVal val="0"/>
                                          </p:val>
                                        </p:tav>
                                        <p:tav tm="100000">
                                          <p:val>
                                            <p:strVal val="#ppt_w"/>
                                          </p:val>
                                        </p:tav>
                                      </p:tavLst>
                                    </p:anim>
                                    <p:anim calcmode="lin" valueType="num">
                                      <p:cBhvr>
                                        <p:cTn id="33" dur="500" fill="hold"/>
                                        <p:tgtEl>
                                          <p:spTgt spid="47"/>
                                        </p:tgtEl>
                                        <p:attrNameLst>
                                          <p:attrName>ppt_h</p:attrName>
                                        </p:attrNameLst>
                                      </p:cBhvr>
                                      <p:tavLst>
                                        <p:tav tm="0">
                                          <p:val>
                                            <p:fltVal val="0"/>
                                          </p:val>
                                        </p:tav>
                                        <p:tav tm="100000">
                                          <p:val>
                                            <p:strVal val="#ppt_h"/>
                                          </p:val>
                                        </p:tav>
                                      </p:tavLst>
                                    </p:anim>
                                    <p:animEffect transition="in" filter="fade">
                                      <p:cBhvr>
                                        <p:cTn id="34" dur="500"/>
                                        <p:tgtEl>
                                          <p:spTgt spid="47"/>
                                        </p:tgtEl>
                                      </p:cBhvr>
                                    </p:animEffect>
                                  </p:childTnLst>
                                </p:cTn>
                              </p:par>
                              <p:par>
                                <p:cTn id="35" presetID="53" presetClass="entr" presetSubtype="0" fill="hold" nodeType="withEffect">
                                  <p:childTnLst>
                                    <p:set>
                                      <p:cBhvr>
                                        <p:cTn id="36" dur="1" fill="hold">
                                          <p:stCondLst>
                                            <p:cond delay="0"/>
                                          </p:stCondLst>
                                        </p:cTn>
                                        <p:tgtEl>
                                          <p:spTgt spid="48"/>
                                        </p:tgtEl>
                                        <p:attrNameLst>
                                          <p:attrName>style.visibility</p:attrName>
                                        </p:attrNameLst>
                                      </p:cBhvr>
                                      <p:to>
                                        <p:strVal val="visible"/>
                                      </p:to>
                                    </p:set>
                                    <p:anim calcmode="lin" valueType="num">
                                      <p:cBhvr>
                                        <p:cTn id="37" dur="500" fill="hold"/>
                                        <p:tgtEl>
                                          <p:spTgt spid="48"/>
                                        </p:tgtEl>
                                        <p:attrNameLst>
                                          <p:attrName>ppt_w</p:attrName>
                                        </p:attrNameLst>
                                      </p:cBhvr>
                                      <p:tavLst>
                                        <p:tav tm="0">
                                          <p:val>
                                            <p:fltVal val="0"/>
                                          </p:val>
                                        </p:tav>
                                        <p:tav tm="100000">
                                          <p:val>
                                            <p:strVal val="#ppt_w"/>
                                          </p:val>
                                        </p:tav>
                                      </p:tavLst>
                                    </p:anim>
                                    <p:anim calcmode="lin" valueType="num">
                                      <p:cBhvr>
                                        <p:cTn id="38" dur="500" fill="hold"/>
                                        <p:tgtEl>
                                          <p:spTgt spid="48"/>
                                        </p:tgtEl>
                                        <p:attrNameLst>
                                          <p:attrName>ppt_h</p:attrName>
                                        </p:attrNameLst>
                                      </p:cBhvr>
                                      <p:tavLst>
                                        <p:tav tm="0">
                                          <p:val>
                                            <p:fltVal val="0"/>
                                          </p:val>
                                        </p:tav>
                                        <p:tav tm="100000">
                                          <p:val>
                                            <p:strVal val="#ppt_h"/>
                                          </p:val>
                                        </p:tav>
                                      </p:tavLst>
                                    </p:anim>
                                    <p:animEffect transition="in" filter="fade">
                                      <p:cBhvr>
                                        <p:cTn id="39" dur="500"/>
                                        <p:tgtEl>
                                          <p:spTgt spid="48"/>
                                        </p:tgtEl>
                                      </p:cBhvr>
                                    </p:animEffect>
                                  </p:childTnLst>
                                </p:cTn>
                              </p:par>
                              <p:par>
                                <p:cTn id="40" presetID="53" presetClass="entr" presetSubtype="0" fill="hold" grpId="5" nodeType="withEffect">
                                  <p:childTnLst>
                                    <p:set>
                                      <p:cBhvr>
                                        <p:cTn id="41" dur="1" fill="hold">
                                          <p:stCondLst>
                                            <p:cond delay="0"/>
                                          </p:stCondLst>
                                        </p:cTn>
                                        <p:tgtEl>
                                          <p:spTgt spid="53"/>
                                        </p:tgtEl>
                                        <p:attrNameLst>
                                          <p:attrName>style.visibility</p:attrName>
                                        </p:attrNameLst>
                                      </p:cBhvr>
                                      <p:to>
                                        <p:strVal val="visible"/>
                                      </p:to>
                                    </p:set>
                                    <p:anim calcmode="lin" valueType="num">
                                      <p:cBhvr>
                                        <p:cTn id="42" dur="500" fill="hold"/>
                                        <p:tgtEl>
                                          <p:spTgt spid="53"/>
                                        </p:tgtEl>
                                        <p:attrNameLst>
                                          <p:attrName>ppt_w</p:attrName>
                                        </p:attrNameLst>
                                      </p:cBhvr>
                                      <p:tavLst>
                                        <p:tav tm="0">
                                          <p:val>
                                            <p:fltVal val="0"/>
                                          </p:val>
                                        </p:tav>
                                        <p:tav tm="100000">
                                          <p:val>
                                            <p:strVal val="#ppt_w"/>
                                          </p:val>
                                        </p:tav>
                                      </p:tavLst>
                                    </p:anim>
                                    <p:anim calcmode="lin" valueType="num">
                                      <p:cBhvr>
                                        <p:cTn id="43" dur="500" fill="hold"/>
                                        <p:tgtEl>
                                          <p:spTgt spid="53"/>
                                        </p:tgtEl>
                                        <p:attrNameLst>
                                          <p:attrName>ppt_h</p:attrName>
                                        </p:attrNameLst>
                                      </p:cBhvr>
                                      <p:tavLst>
                                        <p:tav tm="0">
                                          <p:val>
                                            <p:fltVal val="0"/>
                                          </p:val>
                                        </p:tav>
                                        <p:tav tm="100000">
                                          <p:val>
                                            <p:strVal val="#ppt_h"/>
                                          </p:val>
                                        </p:tav>
                                      </p:tavLst>
                                    </p:anim>
                                    <p:animEffect transition="in" filter="fade">
                                      <p:cBhvr>
                                        <p:cTn id="44" dur="500"/>
                                        <p:tgtEl>
                                          <p:spTgt spid="53"/>
                                        </p:tgtEl>
                                      </p:cBhvr>
                                    </p:animEffect>
                                  </p:childTnLst>
                                </p:cTn>
                              </p:par>
                              <p:par>
                                <p:cTn id="45" presetID="53" presetClass="entr" presetSubtype="0" fill="hold" grpId="6" nodeType="withEffect">
                                  <p:childTnLst>
                                    <p:set>
                                      <p:cBhvr>
                                        <p:cTn id="46" dur="1" fill="hold">
                                          <p:stCondLst>
                                            <p:cond delay="0"/>
                                          </p:stCondLst>
                                        </p:cTn>
                                        <p:tgtEl>
                                          <p:spTgt spid="54"/>
                                        </p:tgtEl>
                                        <p:attrNameLst>
                                          <p:attrName>style.visibility</p:attrName>
                                        </p:attrNameLst>
                                      </p:cBhvr>
                                      <p:to>
                                        <p:strVal val="visible"/>
                                      </p:to>
                                    </p:set>
                                    <p:anim calcmode="lin" valueType="num">
                                      <p:cBhvr>
                                        <p:cTn id="47" dur="500" fill="hold"/>
                                        <p:tgtEl>
                                          <p:spTgt spid="54"/>
                                        </p:tgtEl>
                                        <p:attrNameLst>
                                          <p:attrName>ppt_w</p:attrName>
                                        </p:attrNameLst>
                                      </p:cBhvr>
                                      <p:tavLst>
                                        <p:tav tm="0">
                                          <p:val>
                                            <p:fltVal val="0"/>
                                          </p:val>
                                        </p:tav>
                                        <p:tav tm="100000">
                                          <p:val>
                                            <p:strVal val="#ppt_w"/>
                                          </p:val>
                                        </p:tav>
                                      </p:tavLst>
                                    </p:anim>
                                    <p:anim calcmode="lin" valueType="num">
                                      <p:cBhvr>
                                        <p:cTn id="48" dur="500" fill="hold"/>
                                        <p:tgtEl>
                                          <p:spTgt spid="54"/>
                                        </p:tgtEl>
                                        <p:attrNameLst>
                                          <p:attrName>ppt_h</p:attrName>
                                        </p:attrNameLst>
                                      </p:cBhvr>
                                      <p:tavLst>
                                        <p:tav tm="0">
                                          <p:val>
                                            <p:fltVal val="0"/>
                                          </p:val>
                                        </p:tav>
                                        <p:tav tm="100000">
                                          <p:val>
                                            <p:strVal val="#ppt_h"/>
                                          </p:val>
                                        </p:tav>
                                      </p:tavLst>
                                    </p:anim>
                                    <p:animEffect transition="in" filter="fade">
                                      <p:cBhvr>
                                        <p:cTn id="49" dur="500"/>
                                        <p:tgtEl>
                                          <p:spTgt spid="54"/>
                                        </p:tgtEl>
                                      </p:cBhvr>
                                    </p:animEffect>
                                  </p:childTnLst>
                                </p:cTn>
                              </p:par>
                              <p:par>
                                <p:cTn id="50" presetID="53" presetClass="entr" presetSubtype="0" fill="hold" grpId="7" nodeType="withEffec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0" fill="hold" grpId="8" nodeType="withEffec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ppt_w</p:attrName>
                                        </p:attrNameLst>
                                      </p:cBhvr>
                                      <p:tavLst>
                                        <p:tav tm="0">
                                          <p:val>
                                            <p:fltVal val="0"/>
                                          </p:val>
                                        </p:tav>
                                        <p:tav tm="100000">
                                          <p:val>
                                            <p:strVal val="#ppt_w"/>
                                          </p:val>
                                        </p:tav>
                                      </p:tavLst>
                                    </p:anim>
                                    <p:anim calcmode="lin" valueType="num">
                                      <p:cBhvr>
                                        <p:cTn id="58" dur="500" fill="hold"/>
                                        <p:tgtEl>
                                          <p:spTgt spid="23"/>
                                        </p:tgtEl>
                                        <p:attrNameLst>
                                          <p:attrName>ppt_h</p:attrName>
                                        </p:attrNameLst>
                                      </p:cBhvr>
                                      <p:tavLst>
                                        <p:tav tm="0">
                                          <p:val>
                                            <p:fltVal val="0"/>
                                          </p:val>
                                        </p:tav>
                                        <p:tav tm="100000">
                                          <p:val>
                                            <p:strVal val="#ppt_h"/>
                                          </p:val>
                                        </p:tav>
                                      </p:tavLst>
                                    </p:anim>
                                    <p:animEffect transition="in" filter="fade">
                                      <p:cBhvr>
                                        <p:cTn id="59" dur="500"/>
                                        <p:tgtEl>
                                          <p:spTgt spid="23"/>
                                        </p:tgtEl>
                                      </p:cBhvr>
                                    </p:animEffect>
                                  </p:childTnLst>
                                </p:cTn>
                              </p:par>
                              <p:par>
                                <p:cTn id="60" presetID="53" presetClass="entr" presetSubtype="0" fill="hold" grpId="9" nodeType="withEffect">
                                  <p:childTnLst>
                                    <p:set>
                                      <p:cBhvr>
                                        <p:cTn id="61" dur="1" fill="hold">
                                          <p:stCondLst>
                                            <p:cond delay="0"/>
                                          </p:stCondLst>
                                        </p:cTn>
                                        <p:tgtEl>
                                          <p:spTgt spid="24"/>
                                        </p:tgtEl>
                                        <p:attrNameLst>
                                          <p:attrName>style.visibility</p:attrName>
                                        </p:attrNameLst>
                                      </p:cBhvr>
                                      <p:to>
                                        <p:strVal val="visible"/>
                                      </p:to>
                                    </p:set>
                                    <p:anim calcmode="lin" valueType="num">
                                      <p:cBhvr>
                                        <p:cTn id="62" dur="500" fill="hold"/>
                                        <p:tgtEl>
                                          <p:spTgt spid="24"/>
                                        </p:tgtEl>
                                        <p:attrNameLst>
                                          <p:attrName>ppt_w</p:attrName>
                                        </p:attrNameLst>
                                      </p:cBhvr>
                                      <p:tavLst>
                                        <p:tav tm="0">
                                          <p:val>
                                            <p:fltVal val="0"/>
                                          </p:val>
                                        </p:tav>
                                        <p:tav tm="100000">
                                          <p:val>
                                            <p:strVal val="#ppt_w"/>
                                          </p:val>
                                        </p:tav>
                                      </p:tavLst>
                                    </p:anim>
                                    <p:anim calcmode="lin" valueType="num">
                                      <p:cBhvr>
                                        <p:cTn id="63" dur="500" fill="hold"/>
                                        <p:tgtEl>
                                          <p:spTgt spid="24"/>
                                        </p:tgtEl>
                                        <p:attrNameLst>
                                          <p:attrName>ppt_h</p:attrName>
                                        </p:attrNameLst>
                                      </p:cBhvr>
                                      <p:tavLst>
                                        <p:tav tm="0">
                                          <p:val>
                                            <p:fltVal val="0"/>
                                          </p:val>
                                        </p:tav>
                                        <p:tav tm="100000">
                                          <p:val>
                                            <p:strVal val="#ppt_h"/>
                                          </p:val>
                                        </p:tav>
                                      </p:tavLst>
                                    </p:anim>
                                    <p:animEffect transition="in" filter="fade">
                                      <p:cBhvr>
                                        <p:cTn id="64" dur="500"/>
                                        <p:tgtEl>
                                          <p:spTgt spid="24"/>
                                        </p:tgtEl>
                                      </p:cBhvr>
                                    </p:animEffect>
                                  </p:childTnLst>
                                </p:cTn>
                              </p:par>
                              <p:par>
                                <p:cTn id="65" presetID="53" presetClass="entr" presetSubtype="0" fill="hold" grpId="10" nodeType="withEffect">
                                  <p:childTnLst>
                                    <p:set>
                                      <p:cBhvr>
                                        <p:cTn id="66" dur="1" fill="hold">
                                          <p:stCondLst>
                                            <p:cond delay="0"/>
                                          </p:stCondLst>
                                        </p:cTn>
                                        <p:tgtEl>
                                          <p:spTgt spid="25"/>
                                        </p:tgtEl>
                                        <p:attrNameLst>
                                          <p:attrName>style.visibility</p:attrName>
                                        </p:attrNameLst>
                                      </p:cBhvr>
                                      <p:to>
                                        <p:strVal val="visible"/>
                                      </p:to>
                                    </p:set>
                                    <p:anim calcmode="lin" valueType="num">
                                      <p:cBhvr>
                                        <p:cTn id="67" dur="500" fill="hold"/>
                                        <p:tgtEl>
                                          <p:spTgt spid="25"/>
                                        </p:tgtEl>
                                        <p:attrNameLst>
                                          <p:attrName>ppt_w</p:attrName>
                                        </p:attrNameLst>
                                      </p:cBhvr>
                                      <p:tavLst>
                                        <p:tav tm="0">
                                          <p:val>
                                            <p:fltVal val="0"/>
                                          </p:val>
                                        </p:tav>
                                        <p:tav tm="100000">
                                          <p:val>
                                            <p:strVal val="#ppt_w"/>
                                          </p:val>
                                        </p:tav>
                                      </p:tavLst>
                                    </p:anim>
                                    <p:anim calcmode="lin" valueType="num">
                                      <p:cBhvr>
                                        <p:cTn id="68" dur="500" fill="hold"/>
                                        <p:tgtEl>
                                          <p:spTgt spid="25"/>
                                        </p:tgtEl>
                                        <p:attrNameLst>
                                          <p:attrName>ppt_h</p:attrName>
                                        </p:attrNameLst>
                                      </p:cBhvr>
                                      <p:tavLst>
                                        <p:tav tm="0">
                                          <p:val>
                                            <p:fltVal val="0"/>
                                          </p:val>
                                        </p:tav>
                                        <p:tav tm="100000">
                                          <p:val>
                                            <p:strVal val="#ppt_h"/>
                                          </p:val>
                                        </p:tav>
                                      </p:tavLst>
                                    </p:anim>
                                    <p:animEffect transition="in" filter="fade">
                                      <p:cBhvr>
                                        <p:cTn id="69" dur="500"/>
                                        <p:tgtEl>
                                          <p:spTgt spid="25"/>
                                        </p:tgtEl>
                                      </p:cBhvr>
                                    </p:animEffect>
                                  </p:childTnLst>
                                </p:cTn>
                              </p:par>
                              <p:par>
                                <p:cTn id="70" presetID="53" presetClass="entr" presetSubtype="0" fill="hold" grpId="11" nodeType="withEffect">
                                  <p:childTnLst>
                                    <p:set>
                                      <p:cBhvr>
                                        <p:cTn id="71" dur="1" fill="hold">
                                          <p:stCondLst>
                                            <p:cond delay="0"/>
                                          </p:stCondLst>
                                        </p:cTn>
                                        <p:tgtEl>
                                          <p:spTgt spid="26"/>
                                        </p:tgtEl>
                                        <p:attrNameLst>
                                          <p:attrName>style.visibility</p:attrName>
                                        </p:attrNameLst>
                                      </p:cBhvr>
                                      <p:to>
                                        <p:strVal val="visible"/>
                                      </p:to>
                                    </p:set>
                                    <p:anim calcmode="lin" valueType="num">
                                      <p:cBhvr>
                                        <p:cTn id="72" dur="500" fill="hold"/>
                                        <p:tgtEl>
                                          <p:spTgt spid="26"/>
                                        </p:tgtEl>
                                        <p:attrNameLst>
                                          <p:attrName>ppt_w</p:attrName>
                                        </p:attrNameLst>
                                      </p:cBhvr>
                                      <p:tavLst>
                                        <p:tav tm="0">
                                          <p:val>
                                            <p:fltVal val="0"/>
                                          </p:val>
                                        </p:tav>
                                        <p:tav tm="100000">
                                          <p:val>
                                            <p:strVal val="#ppt_w"/>
                                          </p:val>
                                        </p:tav>
                                      </p:tavLst>
                                    </p:anim>
                                    <p:anim calcmode="lin" valueType="num">
                                      <p:cBhvr>
                                        <p:cTn id="73" dur="500" fill="hold"/>
                                        <p:tgtEl>
                                          <p:spTgt spid="26"/>
                                        </p:tgtEl>
                                        <p:attrNameLst>
                                          <p:attrName>ppt_h</p:attrName>
                                        </p:attrNameLst>
                                      </p:cBhvr>
                                      <p:tavLst>
                                        <p:tav tm="0">
                                          <p:val>
                                            <p:fltVal val="0"/>
                                          </p:val>
                                        </p:tav>
                                        <p:tav tm="100000">
                                          <p:val>
                                            <p:strVal val="#ppt_h"/>
                                          </p:val>
                                        </p:tav>
                                      </p:tavLst>
                                    </p:anim>
                                    <p:animEffect transition="in" filter="fade">
                                      <p:cBhvr>
                                        <p:cTn id="74" dur="500"/>
                                        <p:tgtEl>
                                          <p:spTgt spid="26"/>
                                        </p:tgtEl>
                                      </p:cBhvr>
                                    </p:animEffect>
                                  </p:childTnLst>
                                </p:cTn>
                              </p:par>
                              <p:par>
                                <p:cTn id="75" presetID="53" presetClass="entr" presetSubtype="0" fill="hold" grpId="12" nodeType="withEffect">
                                  <p:childTnLst>
                                    <p:set>
                                      <p:cBhvr>
                                        <p:cTn id="76" dur="1" fill="hold">
                                          <p:stCondLst>
                                            <p:cond delay="0"/>
                                          </p:stCondLst>
                                        </p:cTn>
                                        <p:tgtEl>
                                          <p:spTgt spid="27"/>
                                        </p:tgtEl>
                                        <p:attrNameLst>
                                          <p:attrName>style.visibility</p:attrName>
                                        </p:attrNameLst>
                                      </p:cBhvr>
                                      <p:to>
                                        <p:strVal val="visible"/>
                                      </p:to>
                                    </p:set>
                                    <p:anim calcmode="lin" valueType="num">
                                      <p:cBhvr>
                                        <p:cTn id="77" dur="500" fill="hold"/>
                                        <p:tgtEl>
                                          <p:spTgt spid="27"/>
                                        </p:tgtEl>
                                        <p:attrNameLst>
                                          <p:attrName>ppt_w</p:attrName>
                                        </p:attrNameLst>
                                      </p:cBhvr>
                                      <p:tavLst>
                                        <p:tav tm="0">
                                          <p:val>
                                            <p:fltVal val="0"/>
                                          </p:val>
                                        </p:tav>
                                        <p:tav tm="100000">
                                          <p:val>
                                            <p:strVal val="#ppt_w"/>
                                          </p:val>
                                        </p:tav>
                                      </p:tavLst>
                                    </p:anim>
                                    <p:anim calcmode="lin" valueType="num">
                                      <p:cBhvr>
                                        <p:cTn id="78" dur="500" fill="hold"/>
                                        <p:tgtEl>
                                          <p:spTgt spid="27"/>
                                        </p:tgtEl>
                                        <p:attrNameLst>
                                          <p:attrName>ppt_h</p:attrName>
                                        </p:attrNameLst>
                                      </p:cBhvr>
                                      <p:tavLst>
                                        <p:tav tm="0">
                                          <p:val>
                                            <p:fltVal val="0"/>
                                          </p:val>
                                        </p:tav>
                                        <p:tav tm="100000">
                                          <p:val>
                                            <p:strVal val="#ppt_h"/>
                                          </p:val>
                                        </p:tav>
                                      </p:tavLst>
                                    </p:anim>
                                    <p:animEffect transition="in" filter="fade">
                                      <p:cBhvr>
                                        <p:cTn id="79" dur="500"/>
                                        <p:tgtEl>
                                          <p:spTgt spid="27"/>
                                        </p:tgtEl>
                                      </p:cBhvr>
                                    </p:animEffect>
                                  </p:childTnLst>
                                </p:cTn>
                              </p:par>
                              <p:par>
                                <p:cTn id="80" presetID="53" presetClass="entr" presetSubtype="0" fill="hold" nodeType="withEffect">
                                  <p:childTnLst>
                                    <p:set>
                                      <p:cBhvr>
                                        <p:cTn id="81" dur="1" fill="hold">
                                          <p:stCondLst>
                                            <p:cond delay="0"/>
                                          </p:stCondLst>
                                        </p:cTn>
                                        <p:tgtEl>
                                          <p:spTgt spid="28"/>
                                        </p:tgtEl>
                                        <p:attrNameLst>
                                          <p:attrName>style.visibility</p:attrName>
                                        </p:attrNameLst>
                                      </p:cBhvr>
                                      <p:to>
                                        <p:strVal val="visible"/>
                                      </p:to>
                                    </p:set>
                                    <p:anim calcmode="lin" valueType="num">
                                      <p:cBhvr>
                                        <p:cTn id="82" dur="500" fill="hold"/>
                                        <p:tgtEl>
                                          <p:spTgt spid="28"/>
                                        </p:tgtEl>
                                        <p:attrNameLst>
                                          <p:attrName>ppt_w</p:attrName>
                                        </p:attrNameLst>
                                      </p:cBhvr>
                                      <p:tavLst>
                                        <p:tav tm="0">
                                          <p:val>
                                            <p:fltVal val="0"/>
                                          </p:val>
                                        </p:tav>
                                        <p:tav tm="100000">
                                          <p:val>
                                            <p:strVal val="#ppt_w"/>
                                          </p:val>
                                        </p:tav>
                                      </p:tavLst>
                                    </p:anim>
                                    <p:anim calcmode="lin" valueType="num">
                                      <p:cBhvr>
                                        <p:cTn id="83" dur="500" fill="hold"/>
                                        <p:tgtEl>
                                          <p:spTgt spid="28"/>
                                        </p:tgtEl>
                                        <p:attrNameLst>
                                          <p:attrName>ppt_h</p:attrName>
                                        </p:attrNameLst>
                                      </p:cBhvr>
                                      <p:tavLst>
                                        <p:tav tm="0">
                                          <p:val>
                                            <p:fltVal val="0"/>
                                          </p:val>
                                        </p:tav>
                                        <p:tav tm="100000">
                                          <p:val>
                                            <p:strVal val="#ppt_h"/>
                                          </p:val>
                                        </p:tav>
                                      </p:tavLst>
                                    </p:anim>
                                    <p:animEffect transition="in" filter="fade">
                                      <p:cBhvr>
                                        <p:cTn id="84" dur="500"/>
                                        <p:tgtEl>
                                          <p:spTgt spid="28"/>
                                        </p:tgtEl>
                                      </p:cBhvr>
                                    </p:animEffect>
                                  </p:childTnLst>
                                </p:cTn>
                              </p:par>
                              <p:par>
                                <p:cTn id="85" presetID="53" presetClass="entr" presetSubtype="0" fill="hold" grpId="13" nodeType="withEffect">
                                  <p:childTnLst>
                                    <p:set>
                                      <p:cBhvr>
                                        <p:cTn id="86" dur="1" fill="hold">
                                          <p:stCondLst>
                                            <p:cond delay="0"/>
                                          </p:stCondLst>
                                        </p:cTn>
                                        <p:tgtEl>
                                          <p:spTgt spid="32"/>
                                        </p:tgtEl>
                                        <p:attrNameLst>
                                          <p:attrName>style.visibility</p:attrName>
                                        </p:attrNameLst>
                                      </p:cBhvr>
                                      <p:to>
                                        <p:strVal val="visible"/>
                                      </p:to>
                                    </p:set>
                                    <p:anim calcmode="lin" valueType="num">
                                      <p:cBhvr>
                                        <p:cTn id="87" dur="500" fill="hold"/>
                                        <p:tgtEl>
                                          <p:spTgt spid="32"/>
                                        </p:tgtEl>
                                        <p:attrNameLst>
                                          <p:attrName>ppt_w</p:attrName>
                                        </p:attrNameLst>
                                      </p:cBhvr>
                                      <p:tavLst>
                                        <p:tav tm="0">
                                          <p:val>
                                            <p:fltVal val="0"/>
                                          </p:val>
                                        </p:tav>
                                        <p:tav tm="100000">
                                          <p:val>
                                            <p:strVal val="#ppt_w"/>
                                          </p:val>
                                        </p:tav>
                                      </p:tavLst>
                                    </p:anim>
                                    <p:anim calcmode="lin" valueType="num">
                                      <p:cBhvr>
                                        <p:cTn id="88" dur="500" fill="hold"/>
                                        <p:tgtEl>
                                          <p:spTgt spid="32"/>
                                        </p:tgtEl>
                                        <p:attrNameLst>
                                          <p:attrName>ppt_h</p:attrName>
                                        </p:attrNameLst>
                                      </p:cBhvr>
                                      <p:tavLst>
                                        <p:tav tm="0">
                                          <p:val>
                                            <p:fltVal val="0"/>
                                          </p:val>
                                        </p:tav>
                                        <p:tav tm="100000">
                                          <p:val>
                                            <p:strVal val="#ppt_h"/>
                                          </p:val>
                                        </p:tav>
                                      </p:tavLst>
                                    </p:anim>
                                    <p:animEffect transition="in" filter="fade">
                                      <p:cBhvr>
                                        <p:cTn id="89" dur="500"/>
                                        <p:tgtEl>
                                          <p:spTgt spid="32"/>
                                        </p:tgtEl>
                                      </p:cBhvr>
                                    </p:animEffect>
                                  </p:childTnLst>
                                </p:cTn>
                              </p:par>
                              <p:par>
                                <p:cTn id="90" presetID="53" presetClass="entr" presetSubtype="0" fill="hold" grpId="14" nodeType="withEffect">
                                  <p:childTnLst>
                                    <p:set>
                                      <p:cBhvr>
                                        <p:cTn id="91" dur="1" fill="hold">
                                          <p:stCondLst>
                                            <p:cond delay="0"/>
                                          </p:stCondLst>
                                        </p:cTn>
                                        <p:tgtEl>
                                          <p:spTgt spid="33"/>
                                        </p:tgtEl>
                                        <p:attrNameLst>
                                          <p:attrName>style.visibility</p:attrName>
                                        </p:attrNameLst>
                                      </p:cBhvr>
                                      <p:to>
                                        <p:strVal val="visible"/>
                                      </p:to>
                                    </p:set>
                                    <p:anim calcmode="lin" valueType="num">
                                      <p:cBhvr>
                                        <p:cTn id="92" dur="500" fill="hold"/>
                                        <p:tgtEl>
                                          <p:spTgt spid="33"/>
                                        </p:tgtEl>
                                        <p:attrNameLst>
                                          <p:attrName>ppt_w</p:attrName>
                                        </p:attrNameLst>
                                      </p:cBhvr>
                                      <p:tavLst>
                                        <p:tav tm="0">
                                          <p:val>
                                            <p:fltVal val="0"/>
                                          </p:val>
                                        </p:tav>
                                        <p:tav tm="100000">
                                          <p:val>
                                            <p:strVal val="#ppt_w"/>
                                          </p:val>
                                        </p:tav>
                                      </p:tavLst>
                                    </p:anim>
                                    <p:anim calcmode="lin" valueType="num">
                                      <p:cBhvr>
                                        <p:cTn id="93" dur="500" fill="hold"/>
                                        <p:tgtEl>
                                          <p:spTgt spid="33"/>
                                        </p:tgtEl>
                                        <p:attrNameLst>
                                          <p:attrName>ppt_h</p:attrName>
                                        </p:attrNameLst>
                                      </p:cBhvr>
                                      <p:tavLst>
                                        <p:tav tm="0">
                                          <p:val>
                                            <p:fltVal val="0"/>
                                          </p:val>
                                        </p:tav>
                                        <p:tav tm="100000">
                                          <p:val>
                                            <p:strVal val="#ppt_h"/>
                                          </p:val>
                                        </p:tav>
                                      </p:tavLst>
                                    </p:anim>
                                    <p:animEffect transition="in" filter="fade">
                                      <p:cBhvr>
                                        <p:cTn id="94" dur="500"/>
                                        <p:tgtEl>
                                          <p:spTgt spid="33"/>
                                        </p:tgtEl>
                                      </p:cBhvr>
                                    </p:animEffect>
                                  </p:childTnLst>
                                </p:cTn>
                              </p:par>
                              <p:par>
                                <p:cTn id="95" presetID="53" presetClass="entr" presetSubtype="0" fill="hold" grpId="15" nodeType="withEffect">
                                  <p:childTnLst>
                                    <p:set>
                                      <p:cBhvr>
                                        <p:cTn id="96" dur="1" fill="hold">
                                          <p:stCondLst>
                                            <p:cond delay="0"/>
                                          </p:stCondLst>
                                        </p:cTn>
                                        <p:tgtEl>
                                          <p:spTgt spid="34"/>
                                        </p:tgtEl>
                                        <p:attrNameLst>
                                          <p:attrName>style.visibility</p:attrName>
                                        </p:attrNameLst>
                                      </p:cBhvr>
                                      <p:to>
                                        <p:strVal val="visible"/>
                                      </p:to>
                                    </p:set>
                                    <p:anim calcmode="lin" valueType="num">
                                      <p:cBhvr>
                                        <p:cTn id="97" dur="500" fill="hold"/>
                                        <p:tgtEl>
                                          <p:spTgt spid="34"/>
                                        </p:tgtEl>
                                        <p:attrNameLst>
                                          <p:attrName>ppt_w</p:attrName>
                                        </p:attrNameLst>
                                      </p:cBhvr>
                                      <p:tavLst>
                                        <p:tav tm="0">
                                          <p:val>
                                            <p:fltVal val="0"/>
                                          </p:val>
                                        </p:tav>
                                        <p:tav tm="100000">
                                          <p:val>
                                            <p:strVal val="#ppt_w"/>
                                          </p:val>
                                        </p:tav>
                                      </p:tavLst>
                                    </p:anim>
                                    <p:anim calcmode="lin" valueType="num">
                                      <p:cBhvr>
                                        <p:cTn id="98" dur="500" fill="hold"/>
                                        <p:tgtEl>
                                          <p:spTgt spid="34"/>
                                        </p:tgtEl>
                                        <p:attrNameLst>
                                          <p:attrName>ppt_h</p:attrName>
                                        </p:attrNameLst>
                                      </p:cBhvr>
                                      <p:tavLst>
                                        <p:tav tm="0">
                                          <p:val>
                                            <p:fltVal val="0"/>
                                          </p:val>
                                        </p:tav>
                                        <p:tav tm="100000">
                                          <p:val>
                                            <p:strVal val="#ppt_h"/>
                                          </p:val>
                                        </p:tav>
                                      </p:tavLst>
                                    </p:anim>
                                    <p:animEffect transition="in" filter="fade">
                                      <p:cBhvr>
                                        <p:cTn id="9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1" animBg="1"/>
      <p:bldP spid="43" grpId="2" animBg="1"/>
      <p:bldP spid="44" grpId="3" animBg="1"/>
      <p:bldP spid="45" grpId="4" animBg="1"/>
      <p:bldP spid="53" grpId="5" animBg="1"/>
      <p:bldP spid="54" grpId="6" animBg="1"/>
      <p:bldP spid="55" grpId="7" animBg="1"/>
      <p:bldP spid="23" grpId="8" animBg="1"/>
      <p:bldP spid="24" grpId="9"/>
      <p:bldP spid="25" grpId="10"/>
      <p:bldP spid="26" grpId="11"/>
      <p:bldP spid="27" grpId="12"/>
      <p:bldP spid="32" grpId="13" animBg="1"/>
      <p:bldP spid="33" grpId="14" animBg="1"/>
      <p:bldP spid="34" grpId="15"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27" name="îṣḷíďê">
            <a:extLst>
              <a:ext uri="{FF2B5EF4-FFF2-40B4-BE49-F238E27FC236}">
                <a16:creationId xmlns="" xmlns:p14="http://schemas.microsoft.com/office/powerpoint/2010/main" xmlns:p15="http://schemas.microsoft.com/office/powerpoint/2012/main" xmlns:a16="http://schemas.microsoft.com/office/drawing/2014/main" id="{EE332155-6B7D-4D66-971D-F421244CFB1F}"/>
              </a:ext>
            </a:extLst>
          </p:cNvPr>
          <p:cNvSpPr/>
          <p:nvPr/>
        </p:nvSpPr>
        <p:spPr>
          <a:xfrm>
            <a:off x="3339801" y="1420758"/>
            <a:ext cx="1545814" cy="1547164"/>
          </a:xfrm>
          <a:prstGeom prst="ellipse">
            <a:avLst/>
          </a:prstGeom>
          <a:solidFill>
            <a:srgbClr val="6BFAFD">
              <a:alpha val="3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nvGrpSpPr>
          <p:cNvPr id="29" name="îSļiḍê">
            <a:extLst>
              <a:ext uri="{FF2B5EF4-FFF2-40B4-BE49-F238E27FC236}">
                <a16:creationId xmlns="" xmlns:p14="http://schemas.microsoft.com/office/powerpoint/2010/main" xmlns:p15="http://schemas.microsoft.com/office/powerpoint/2012/main" xmlns:a16="http://schemas.microsoft.com/office/drawing/2014/main" id="{6FCFF9E6-01D5-4064-9AD6-E36ABAB54672}"/>
              </a:ext>
            </a:extLst>
          </p:cNvPr>
          <p:cNvGrpSpPr/>
          <p:nvPr/>
        </p:nvGrpSpPr>
        <p:grpSpPr>
          <a:xfrm>
            <a:off x="3208968" y="1269276"/>
            <a:ext cx="1796216" cy="1769034"/>
            <a:chOff x="8809631" y="1360739"/>
            <a:chExt cx="4002716" cy="3942145"/>
          </a:xfrm>
        </p:grpSpPr>
        <p:sp>
          <p:nvSpPr>
            <p:cNvPr id="122" name="iṡ1îḑe">
              <a:extLst>
                <a:ext uri="{FF2B5EF4-FFF2-40B4-BE49-F238E27FC236}">
                  <a16:creationId xmlns="" xmlns:p14="http://schemas.microsoft.com/office/powerpoint/2010/main" xmlns:p15="http://schemas.microsoft.com/office/powerpoint/2012/main" xmlns:a16="http://schemas.microsoft.com/office/drawing/2014/main" id="{D90FACBC-6992-4FD2-B277-DEBF39CD9D21}"/>
                </a:ext>
              </a:extLst>
            </p:cNvPr>
            <p:cNvSpPr/>
            <p:nvPr/>
          </p:nvSpPr>
          <p:spPr bwMode="auto">
            <a:xfrm>
              <a:off x="11732169" y="2341648"/>
              <a:ext cx="482883" cy="1179447"/>
            </a:xfrm>
            <a:custGeom>
              <a:avLst/>
              <a:gdLst>
                <a:gd name="T0" fmla="*/ 7 w 287"/>
                <a:gd name="T1" fmla="*/ 417 h 701"/>
                <a:gd name="T2" fmla="*/ 230 w 287"/>
                <a:gd name="T3" fmla="*/ 701 h 701"/>
                <a:gd name="T4" fmla="*/ 287 w 287"/>
                <a:gd name="T5" fmla="*/ 310 h 701"/>
                <a:gd name="T6" fmla="*/ 0 w 287"/>
                <a:gd name="T7" fmla="*/ 0 h 701"/>
              </a:gdLst>
              <a:ahLst/>
              <a:cxnLst>
                <a:cxn ang="0">
                  <a:pos x="T0" y="T1"/>
                </a:cxn>
                <a:cxn ang="0">
                  <a:pos x="T2" y="T3"/>
                </a:cxn>
                <a:cxn ang="0">
                  <a:pos x="T4" y="T5"/>
                </a:cxn>
                <a:cxn ang="0">
                  <a:pos x="T6" y="T7"/>
                </a:cxn>
              </a:cxnLst>
              <a:rect l="0" t="0" r="r" b="b"/>
              <a:pathLst>
                <a:path w="287" h="701">
                  <a:moveTo>
                    <a:pt x="7" y="417"/>
                  </a:moveTo>
                  <a:lnTo>
                    <a:pt x="230" y="701"/>
                  </a:lnTo>
                  <a:lnTo>
                    <a:pt x="287" y="310"/>
                  </a:lnTo>
                  <a:lnTo>
                    <a:pt x="0" y="0"/>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3" name="iṧļïḍe">
              <a:extLst>
                <a:ext uri="{FF2B5EF4-FFF2-40B4-BE49-F238E27FC236}">
                  <a16:creationId xmlns="" xmlns:p14="http://schemas.microsoft.com/office/powerpoint/2010/main" xmlns:p15="http://schemas.microsoft.com/office/powerpoint/2012/main" xmlns:a16="http://schemas.microsoft.com/office/drawing/2014/main" id="{DC053ED7-BC13-45A4-8282-D7FF1A99D102}"/>
                </a:ext>
              </a:extLst>
            </p:cNvPr>
            <p:cNvSpPr/>
            <p:nvPr/>
          </p:nvSpPr>
          <p:spPr bwMode="auto">
            <a:xfrm>
              <a:off x="10424851" y="1360739"/>
              <a:ext cx="1467158" cy="3428976"/>
            </a:xfrm>
            <a:custGeom>
              <a:avLst/>
              <a:gdLst>
                <a:gd name="T0" fmla="*/ 853 w 872"/>
                <a:gd name="T1" fmla="*/ 2038 h 2038"/>
                <a:gd name="T2" fmla="*/ 500 w 872"/>
                <a:gd name="T3" fmla="*/ 1597 h 2038"/>
                <a:gd name="T4" fmla="*/ 265 w 872"/>
                <a:gd name="T5" fmla="*/ 1723 h 2038"/>
                <a:gd name="T6" fmla="*/ 225 w 872"/>
                <a:gd name="T7" fmla="*/ 1758 h 2038"/>
                <a:gd name="T8" fmla="*/ 242 w 872"/>
                <a:gd name="T9" fmla="*/ 2023 h 2038"/>
                <a:gd name="T10" fmla="*/ 872 w 872"/>
                <a:gd name="T11" fmla="*/ 2023 h 2038"/>
                <a:gd name="T12" fmla="*/ 493 w 872"/>
                <a:gd name="T13" fmla="*/ 1173 h 2038"/>
                <a:gd name="T14" fmla="*/ 749 w 872"/>
                <a:gd name="T15" fmla="*/ 533 h 2038"/>
                <a:gd name="T16" fmla="*/ 772 w 872"/>
                <a:gd name="T17" fmla="*/ 986 h 2038"/>
                <a:gd name="T18" fmla="*/ 498 w 872"/>
                <a:gd name="T19" fmla="*/ 1133 h 2038"/>
                <a:gd name="T20" fmla="*/ 443 w 872"/>
                <a:gd name="T21" fmla="*/ 796 h 2038"/>
                <a:gd name="T22" fmla="*/ 725 w 872"/>
                <a:gd name="T23" fmla="*/ 536 h 2038"/>
                <a:gd name="T24" fmla="*/ 0 w 872"/>
                <a:gd name="T25" fmla="*/ 0 h 2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2" h="2038">
                  <a:moveTo>
                    <a:pt x="853" y="2038"/>
                  </a:moveTo>
                  <a:lnTo>
                    <a:pt x="500" y="1597"/>
                  </a:lnTo>
                  <a:lnTo>
                    <a:pt x="265" y="1723"/>
                  </a:lnTo>
                  <a:lnTo>
                    <a:pt x="225" y="1758"/>
                  </a:lnTo>
                  <a:lnTo>
                    <a:pt x="242" y="2023"/>
                  </a:lnTo>
                  <a:lnTo>
                    <a:pt x="872" y="2023"/>
                  </a:lnTo>
                  <a:lnTo>
                    <a:pt x="493" y="1173"/>
                  </a:lnTo>
                  <a:lnTo>
                    <a:pt x="749" y="533"/>
                  </a:lnTo>
                  <a:lnTo>
                    <a:pt x="772" y="986"/>
                  </a:lnTo>
                  <a:lnTo>
                    <a:pt x="498" y="1133"/>
                  </a:lnTo>
                  <a:lnTo>
                    <a:pt x="443" y="796"/>
                  </a:lnTo>
                  <a:lnTo>
                    <a:pt x="725" y="536"/>
                  </a:lnTo>
                  <a:lnTo>
                    <a:pt x="0" y="0"/>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4" name="iṡ1idé">
              <a:extLst>
                <a:ext uri="{FF2B5EF4-FFF2-40B4-BE49-F238E27FC236}">
                  <a16:creationId xmlns="" xmlns:p14="http://schemas.microsoft.com/office/powerpoint/2010/main" xmlns:p15="http://schemas.microsoft.com/office/powerpoint/2012/main" xmlns:a16="http://schemas.microsoft.com/office/drawing/2014/main" id="{40A7C536-9AC5-4D52-9B75-D1C7F32D6751}"/>
                </a:ext>
              </a:extLst>
            </p:cNvPr>
            <p:cNvSpPr/>
            <p:nvPr/>
          </p:nvSpPr>
          <p:spPr bwMode="auto">
            <a:xfrm flipH="1">
              <a:off x="9798953" y="2074128"/>
              <a:ext cx="1033068" cy="713389"/>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5" name="işľiďê">
              <a:extLst>
                <a:ext uri="{FF2B5EF4-FFF2-40B4-BE49-F238E27FC236}">
                  <a16:creationId xmlns="" xmlns:p14="http://schemas.microsoft.com/office/powerpoint/2010/main" xmlns:p15="http://schemas.microsoft.com/office/powerpoint/2012/main" xmlns:a16="http://schemas.microsoft.com/office/drawing/2014/main" id="{A4EC94AC-A4FD-4484-ADDC-DC96ACAF0DA1}"/>
                </a:ext>
              </a:extLst>
            </p:cNvPr>
            <p:cNvSpPr/>
            <p:nvPr/>
          </p:nvSpPr>
          <p:spPr bwMode="auto">
            <a:xfrm>
              <a:off x="8809631" y="1392707"/>
              <a:ext cx="3923638" cy="3834464"/>
            </a:xfrm>
            <a:custGeom>
              <a:avLst/>
              <a:gdLst>
                <a:gd name="T0" fmla="*/ 974 w 2332"/>
                <a:gd name="T1" fmla="*/ 0 h 2279"/>
                <a:gd name="T2" fmla="*/ 1581 w 2332"/>
                <a:gd name="T3" fmla="*/ 81 h 2279"/>
                <a:gd name="T4" fmla="*/ 2059 w 2332"/>
                <a:gd name="T5" fmla="*/ 360 h 2279"/>
                <a:gd name="T6" fmla="*/ 2332 w 2332"/>
                <a:gd name="T7" fmla="*/ 820 h 2279"/>
                <a:gd name="T8" fmla="*/ 2249 w 2332"/>
                <a:gd name="T9" fmla="*/ 1718 h 2279"/>
                <a:gd name="T10" fmla="*/ 1652 w 2332"/>
                <a:gd name="T11" fmla="*/ 2279 h 2279"/>
                <a:gd name="T12" fmla="*/ 714 w 2332"/>
                <a:gd name="T13" fmla="*/ 2279 h 2279"/>
                <a:gd name="T14" fmla="*/ 57 w 2332"/>
                <a:gd name="T15" fmla="*/ 1649 h 2279"/>
                <a:gd name="T16" fmla="*/ 0 w 2332"/>
                <a:gd name="T17" fmla="*/ 967 h 2279"/>
                <a:gd name="T18" fmla="*/ 221 w 2332"/>
                <a:gd name="T19" fmla="*/ 448 h 2279"/>
                <a:gd name="T20" fmla="*/ 974 w 2332"/>
                <a:gd name="T21" fmla="*/ 0 h 2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32" h="2279">
                  <a:moveTo>
                    <a:pt x="974" y="0"/>
                  </a:moveTo>
                  <a:lnTo>
                    <a:pt x="1581" y="81"/>
                  </a:lnTo>
                  <a:lnTo>
                    <a:pt x="2059" y="360"/>
                  </a:lnTo>
                  <a:lnTo>
                    <a:pt x="2332" y="820"/>
                  </a:lnTo>
                  <a:lnTo>
                    <a:pt x="2249" y="1718"/>
                  </a:lnTo>
                  <a:lnTo>
                    <a:pt x="1652" y="2279"/>
                  </a:lnTo>
                  <a:lnTo>
                    <a:pt x="714" y="2279"/>
                  </a:lnTo>
                  <a:lnTo>
                    <a:pt x="57" y="1649"/>
                  </a:lnTo>
                  <a:lnTo>
                    <a:pt x="0" y="967"/>
                  </a:lnTo>
                  <a:lnTo>
                    <a:pt x="221" y="448"/>
                  </a:lnTo>
                  <a:lnTo>
                    <a:pt x="974" y="0"/>
                  </a:lnTo>
                  <a:close/>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6" name="ïsľide">
              <a:extLst>
                <a:ext uri="{FF2B5EF4-FFF2-40B4-BE49-F238E27FC236}">
                  <a16:creationId xmlns="" xmlns:p14="http://schemas.microsoft.com/office/powerpoint/2010/main" xmlns:p15="http://schemas.microsoft.com/office/powerpoint/2012/main" xmlns:a16="http://schemas.microsoft.com/office/drawing/2014/main" id="{45701A75-2641-4F02-A89B-3F0CA6798117}"/>
                </a:ext>
              </a:extLst>
            </p:cNvPr>
            <p:cNvSpPr/>
            <p:nvPr/>
          </p:nvSpPr>
          <p:spPr bwMode="auto">
            <a:xfrm>
              <a:off x="9181468" y="1820067"/>
              <a:ext cx="3630879" cy="3407104"/>
            </a:xfrm>
            <a:custGeom>
              <a:avLst/>
              <a:gdLst>
                <a:gd name="T0" fmla="*/ 0 w 2158"/>
                <a:gd name="T1" fmla="*/ 194 h 2025"/>
                <a:gd name="T2" fmla="*/ 651 w 2158"/>
                <a:gd name="T3" fmla="*/ 0 h 2025"/>
                <a:gd name="T4" fmla="*/ 981 w 2158"/>
                <a:gd name="T5" fmla="*/ 151 h 2025"/>
                <a:gd name="T6" fmla="*/ 1452 w 2158"/>
                <a:gd name="T7" fmla="*/ 284 h 2025"/>
                <a:gd name="T8" fmla="*/ 2158 w 2158"/>
                <a:gd name="T9" fmla="*/ 578 h 2025"/>
                <a:gd name="T10" fmla="*/ 1746 w 2158"/>
                <a:gd name="T11" fmla="*/ 966 h 2025"/>
                <a:gd name="T12" fmla="*/ 2059 w 2158"/>
                <a:gd name="T13" fmla="*/ 1464 h 2025"/>
                <a:gd name="T14" fmla="*/ 1618 w 2158"/>
                <a:gd name="T15" fmla="*/ 1724 h 2025"/>
                <a:gd name="T16" fmla="*/ 528 w 2158"/>
                <a:gd name="T17" fmla="*/ 2025 h 2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8" h="2025">
                  <a:moveTo>
                    <a:pt x="0" y="194"/>
                  </a:moveTo>
                  <a:lnTo>
                    <a:pt x="651" y="0"/>
                  </a:lnTo>
                  <a:lnTo>
                    <a:pt x="981" y="151"/>
                  </a:lnTo>
                  <a:lnTo>
                    <a:pt x="1452" y="284"/>
                  </a:lnTo>
                  <a:lnTo>
                    <a:pt x="2158" y="578"/>
                  </a:lnTo>
                  <a:lnTo>
                    <a:pt x="1746" y="966"/>
                  </a:lnTo>
                  <a:lnTo>
                    <a:pt x="2059" y="1464"/>
                  </a:lnTo>
                  <a:lnTo>
                    <a:pt x="1618" y="1724"/>
                  </a:lnTo>
                  <a:lnTo>
                    <a:pt x="528" y="2025"/>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7" name="î$lîḋè">
              <a:extLst>
                <a:ext uri="{FF2B5EF4-FFF2-40B4-BE49-F238E27FC236}">
                  <a16:creationId xmlns="" xmlns:p14="http://schemas.microsoft.com/office/powerpoint/2010/main" xmlns:p15="http://schemas.microsoft.com/office/powerpoint/2012/main" xmlns:a16="http://schemas.microsoft.com/office/drawing/2014/main" id="{CBD407E0-0EE4-43FB-8A6A-74A2E2FB90AC}"/>
                </a:ext>
              </a:extLst>
            </p:cNvPr>
            <p:cNvSpPr/>
            <p:nvPr/>
          </p:nvSpPr>
          <p:spPr bwMode="auto">
            <a:xfrm>
              <a:off x="9181468" y="1397754"/>
              <a:ext cx="2937681" cy="3873162"/>
            </a:xfrm>
            <a:custGeom>
              <a:avLst/>
              <a:gdLst>
                <a:gd name="T0" fmla="*/ 0 w 1746"/>
                <a:gd name="T1" fmla="*/ 469 h 2302"/>
                <a:gd name="T2" fmla="*/ 192 w 1746"/>
                <a:gd name="T3" fmla="*/ 739 h 2302"/>
                <a:gd name="T4" fmla="*/ 945 w 1746"/>
                <a:gd name="T5" fmla="*/ 417 h 2302"/>
                <a:gd name="T6" fmla="*/ 888 w 1746"/>
                <a:gd name="T7" fmla="*/ 739 h 2302"/>
                <a:gd name="T8" fmla="*/ 981 w 1746"/>
                <a:gd name="T9" fmla="*/ 1729 h 2302"/>
                <a:gd name="T10" fmla="*/ 1618 w 1746"/>
                <a:gd name="T11" fmla="*/ 1975 h 2302"/>
                <a:gd name="T12" fmla="*/ 1746 w 1746"/>
                <a:gd name="T13" fmla="*/ 1236 h 2302"/>
                <a:gd name="T14" fmla="*/ 1452 w 1746"/>
                <a:gd name="T15" fmla="*/ 535 h 2302"/>
                <a:gd name="T16" fmla="*/ 898 w 1746"/>
                <a:gd name="T17" fmla="*/ 753 h 2302"/>
                <a:gd name="T18" fmla="*/ 1220 w 1746"/>
                <a:gd name="T19" fmla="*/ 1137 h 2302"/>
                <a:gd name="T20" fmla="*/ 950 w 1746"/>
                <a:gd name="T21" fmla="*/ 1717 h 2302"/>
                <a:gd name="T22" fmla="*/ 945 w 1746"/>
                <a:gd name="T23" fmla="*/ 1729 h 2302"/>
                <a:gd name="T24" fmla="*/ 481 w 1746"/>
                <a:gd name="T25" fmla="*/ 2302 h 2302"/>
                <a:gd name="T26" fmla="*/ 239 w 1746"/>
                <a:gd name="T27" fmla="*/ 1137 h 2302"/>
                <a:gd name="T28" fmla="*/ 945 w 1746"/>
                <a:gd name="T29" fmla="*/ 398 h 2302"/>
                <a:gd name="T30" fmla="*/ 774 w 1746"/>
                <a:gd name="T31" fmla="*/ 0 h 2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46" h="2302">
                  <a:moveTo>
                    <a:pt x="0" y="469"/>
                  </a:moveTo>
                  <a:lnTo>
                    <a:pt x="192" y="739"/>
                  </a:lnTo>
                  <a:lnTo>
                    <a:pt x="945" y="417"/>
                  </a:lnTo>
                  <a:lnTo>
                    <a:pt x="888" y="739"/>
                  </a:lnTo>
                  <a:lnTo>
                    <a:pt x="981" y="1729"/>
                  </a:lnTo>
                  <a:lnTo>
                    <a:pt x="1618" y="1975"/>
                  </a:lnTo>
                  <a:lnTo>
                    <a:pt x="1746" y="1236"/>
                  </a:lnTo>
                  <a:lnTo>
                    <a:pt x="1452" y="535"/>
                  </a:lnTo>
                  <a:lnTo>
                    <a:pt x="898" y="753"/>
                  </a:lnTo>
                  <a:lnTo>
                    <a:pt x="1220" y="1137"/>
                  </a:lnTo>
                  <a:lnTo>
                    <a:pt x="950" y="1717"/>
                  </a:lnTo>
                  <a:lnTo>
                    <a:pt x="945" y="1729"/>
                  </a:lnTo>
                  <a:lnTo>
                    <a:pt x="481" y="2302"/>
                  </a:lnTo>
                  <a:lnTo>
                    <a:pt x="239" y="1137"/>
                  </a:lnTo>
                  <a:lnTo>
                    <a:pt x="945" y="398"/>
                  </a:lnTo>
                  <a:lnTo>
                    <a:pt x="774" y="0"/>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8" name="îṡ1iďé">
              <a:extLst>
                <a:ext uri="{FF2B5EF4-FFF2-40B4-BE49-F238E27FC236}">
                  <a16:creationId xmlns="" xmlns:p14="http://schemas.microsoft.com/office/powerpoint/2010/main" xmlns:p15="http://schemas.microsoft.com/office/powerpoint/2012/main" xmlns:a16="http://schemas.microsoft.com/office/drawing/2014/main" id="{28C1F05D-0B50-40A2-AB44-7E2EEDA8C4BC}"/>
                </a:ext>
              </a:extLst>
            </p:cNvPr>
            <p:cNvSpPr/>
            <p:nvPr/>
          </p:nvSpPr>
          <p:spPr bwMode="auto">
            <a:xfrm>
              <a:off x="8809631" y="2664692"/>
              <a:ext cx="1918073" cy="1845725"/>
            </a:xfrm>
            <a:custGeom>
              <a:avLst/>
              <a:gdLst>
                <a:gd name="T0" fmla="*/ 469 w 1140"/>
                <a:gd name="T1" fmla="*/ 327 h 1097"/>
                <a:gd name="T2" fmla="*/ 588 w 1140"/>
                <a:gd name="T3" fmla="*/ 52 h 1097"/>
                <a:gd name="T4" fmla="*/ 389 w 1140"/>
                <a:gd name="T5" fmla="*/ 0 h 1097"/>
                <a:gd name="T6" fmla="*/ 0 w 1140"/>
                <a:gd name="T7" fmla="*/ 211 h 1097"/>
                <a:gd name="T8" fmla="*/ 263 w 1140"/>
                <a:gd name="T9" fmla="*/ 453 h 1097"/>
                <a:gd name="T10" fmla="*/ 71 w 1140"/>
                <a:gd name="T11" fmla="*/ 905 h 1097"/>
                <a:gd name="T12" fmla="*/ 541 w 1140"/>
                <a:gd name="T13" fmla="*/ 948 h 1097"/>
                <a:gd name="T14" fmla="*/ 770 w 1140"/>
                <a:gd name="T15" fmla="*/ 1097 h 1097"/>
                <a:gd name="T16" fmla="*/ 1140 w 1140"/>
                <a:gd name="T17" fmla="*/ 983 h 1097"/>
                <a:gd name="T18" fmla="*/ 541 w 1140"/>
                <a:gd name="T19" fmla="*/ 917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0" h="1097">
                  <a:moveTo>
                    <a:pt x="469" y="327"/>
                  </a:moveTo>
                  <a:lnTo>
                    <a:pt x="588" y="52"/>
                  </a:lnTo>
                  <a:lnTo>
                    <a:pt x="389" y="0"/>
                  </a:lnTo>
                  <a:lnTo>
                    <a:pt x="0" y="211"/>
                  </a:lnTo>
                  <a:lnTo>
                    <a:pt x="263" y="453"/>
                  </a:lnTo>
                  <a:lnTo>
                    <a:pt x="71" y="905"/>
                  </a:lnTo>
                  <a:lnTo>
                    <a:pt x="541" y="948"/>
                  </a:lnTo>
                  <a:lnTo>
                    <a:pt x="770" y="1097"/>
                  </a:lnTo>
                  <a:lnTo>
                    <a:pt x="1140" y="983"/>
                  </a:lnTo>
                  <a:lnTo>
                    <a:pt x="541" y="917"/>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29" name="îṥ1iḓè">
              <a:extLst>
                <a:ext uri="{FF2B5EF4-FFF2-40B4-BE49-F238E27FC236}">
                  <a16:creationId xmlns="" xmlns:p14="http://schemas.microsoft.com/office/powerpoint/2010/main" xmlns:p15="http://schemas.microsoft.com/office/powerpoint/2012/main" xmlns:a16="http://schemas.microsoft.com/office/drawing/2014/main" id="{50E63AD1-AD30-4E2E-A2DC-A7C2FAEB5A37}"/>
                </a:ext>
              </a:extLst>
            </p:cNvPr>
            <p:cNvSpPr/>
            <p:nvPr/>
          </p:nvSpPr>
          <p:spPr bwMode="auto">
            <a:xfrm>
              <a:off x="8841599" y="2592344"/>
              <a:ext cx="686468" cy="718436"/>
            </a:xfrm>
            <a:custGeom>
              <a:avLst/>
              <a:gdLst>
                <a:gd name="T0" fmla="*/ 375 w 408"/>
                <a:gd name="T1" fmla="*/ 0 h 427"/>
                <a:gd name="T2" fmla="*/ 408 w 408"/>
                <a:gd name="T3" fmla="*/ 427 h 427"/>
                <a:gd name="T4" fmla="*/ 0 w 408"/>
                <a:gd name="T5" fmla="*/ 275 h 427"/>
              </a:gdLst>
              <a:ahLst/>
              <a:cxnLst>
                <a:cxn ang="0">
                  <a:pos x="T0" y="T1"/>
                </a:cxn>
                <a:cxn ang="0">
                  <a:pos x="T2" y="T3"/>
                </a:cxn>
                <a:cxn ang="0">
                  <a:pos x="T4" y="T5"/>
                </a:cxn>
              </a:cxnLst>
              <a:rect l="0" t="0" r="r" b="b"/>
              <a:pathLst>
                <a:path w="408" h="427">
                  <a:moveTo>
                    <a:pt x="375" y="0"/>
                  </a:moveTo>
                  <a:lnTo>
                    <a:pt x="408" y="427"/>
                  </a:lnTo>
                  <a:lnTo>
                    <a:pt x="0" y="275"/>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0" name="ïṩļiḋê">
              <a:extLst>
                <a:ext uri="{FF2B5EF4-FFF2-40B4-BE49-F238E27FC236}">
                  <a16:creationId xmlns="" xmlns:p14="http://schemas.microsoft.com/office/powerpoint/2010/main" xmlns:p15="http://schemas.microsoft.com/office/powerpoint/2012/main" xmlns:a16="http://schemas.microsoft.com/office/drawing/2014/main" id="{469A0146-4F3F-4336-87DD-97900391F5CB}"/>
                </a:ext>
              </a:extLst>
            </p:cNvPr>
            <p:cNvSpPr/>
            <p:nvPr/>
          </p:nvSpPr>
          <p:spPr bwMode="auto">
            <a:xfrm>
              <a:off x="9528067" y="1392707"/>
              <a:ext cx="2686985" cy="1199637"/>
            </a:xfrm>
            <a:custGeom>
              <a:avLst/>
              <a:gdLst>
                <a:gd name="T0" fmla="*/ 0 w 1597"/>
                <a:gd name="T1" fmla="*/ 713 h 713"/>
                <a:gd name="T2" fmla="*/ 424 w 1597"/>
                <a:gd name="T3" fmla="*/ 261 h 713"/>
                <a:gd name="T4" fmla="*/ 547 w 1597"/>
                <a:gd name="T5" fmla="*/ 0 h 713"/>
                <a:gd name="T6" fmla="*/ 566 w 1597"/>
                <a:gd name="T7" fmla="*/ 10 h 713"/>
                <a:gd name="T8" fmla="*/ 1057 w 1597"/>
                <a:gd name="T9" fmla="*/ 254 h 713"/>
                <a:gd name="T10" fmla="*/ 1154 w 1597"/>
                <a:gd name="T11" fmla="*/ 81 h 713"/>
                <a:gd name="T12" fmla="*/ 1265 w 1597"/>
                <a:gd name="T13" fmla="*/ 500 h 713"/>
                <a:gd name="T14" fmla="*/ 1597 w 1597"/>
                <a:gd name="T15" fmla="*/ 358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6" h="713">
                  <a:moveTo>
                    <a:pt x="0" y="713"/>
                  </a:moveTo>
                  <a:lnTo>
                    <a:pt x="424" y="261"/>
                  </a:lnTo>
                  <a:lnTo>
                    <a:pt x="547" y="0"/>
                  </a:lnTo>
                  <a:lnTo>
                    <a:pt x="566" y="10"/>
                  </a:lnTo>
                  <a:lnTo>
                    <a:pt x="1057" y="254"/>
                  </a:lnTo>
                  <a:lnTo>
                    <a:pt x="1154" y="81"/>
                  </a:lnTo>
                  <a:lnTo>
                    <a:pt x="1265" y="500"/>
                  </a:lnTo>
                  <a:lnTo>
                    <a:pt x="1597" y="358"/>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1" name="îSľíḓè">
              <a:extLst>
                <a:ext uri="{FF2B5EF4-FFF2-40B4-BE49-F238E27FC236}">
                  <a16:creationId xmlns="" xmlns:p14="http://schemas.microsoft.com/office/powerpoint/2010/main" xmlns:p15="http://schemas.microsoft.com/office/powerpoint/2012/main" xmlns:a16="http://schemas.microsoft.com/office/drawing/2014/main" id="{BB1440AC-F276-4DF7-95E3-E8193ABB5C3D}"/>
                </a:ext>
              </a:extLst>
            </p:cNvPr>
            <p:cNvSpPr/>
            <p:nvPr/>
          </p:nvSpPr>
          <p:spPr bwMode="auto">
            <a:xfrm>
              <a:off x="9554988" y="2664692"/>
              <a:ext cx="1277033" cy="1653917"/>
            </a:xfrm>
            <a:custGeom>
              <a:avLst/>
              <a:gdLst>
                <a:gd name="T0" fmla="*/ 0 w 759"/>
                <a:gd name="T1" fmla="*/ 398 h 983"/>
                <a:gd name="T2" fmla="*/ 759 w 759"/>
                <a:gd name="T3" fmla="*/ 983 h 983"/>
                <a:gd name="T4" fmla="*/ 552 w 759"/>
                <a:gd name="T5" fmla="*/ 512 h 983"/>
                <a:gd name="T6" fmla="*/ 759 w 759"/>
                <a:gd name="T7" fmla="*/ 448 h 983"/>
                <a:gd name="T8" fmla="*/ 652 w 759"/>
                <a:gd name="T9" fmla="*/ 0 h 983"/>
                <a:gd name="T10" fmla="*/ 34 w 759"/>
                <a:gd name="T11" fmla="*/ 384 h 983"/>
                <a:gd name="T12" fmla="*/ 541 w 759"/>
                <a:gd name="T13" fmla="*/ 512 h 983"/>
              </a:gdLst>
              <a:ahLst/>
              <a:cxnLst>
                <a:cxn ang="0">
                  <a:pos x="T0" y="T1"/>
                </a:cxn>
                <a:cxn ang="0">
                  <a:pos x="T2" y="T3"/>
                </a:cxn>
                <a:cxn ang="0">
                  <a:pos x="T4" y="T5"/>
                </a:cxn>
                <a:cxn ang="0">
                  <a:pos x="T6" y="T7"/>
                </a:cxn>
                <a:cxn ang="0">
                  <a:pos x="T8" y="T9"/>
                </a:cxn>
                <a:cxn ang="0">
                  <a:pos x="T10" y="T11"/>
                </a:cxn>
                <a:cxn ang="0">
                  <a:pos x="T12" y="T13"/>
                </a:cxn>
              </a:cxnLst>
              <a:rect l="0" t="0" r="r" b="b"/>
              <a:pathLst>
                <a:path w="759" h="983">
                  <a:moveTo>
                    <a:pt x="0" y="398"/>
                  </a:moveTo>
                  <a:lnTo>
                    <a:pt x="759" y="983"/>
                  </a:lnTo>
                  <a:lnTo>
                    <a:pt x="552" y="512"/>
                  </a:lnTo>
                  <a:lnTo>
                    <a:pt x="759" y="448"/>
                  </a:lnTo>
                  <a:lnTo>
                    <a:pt x="652" y="0"/>
                  </a:lnTo>
                  <a:lnTo>
                    <a:pt x="34" y="384"/>
                  </a:lnTo>
                  <a:lnTo>
                    <a:pt x="541" y="512"/>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2" name="îSḷîḋe">
              <a:extLst>
                <a:ext uri="{FF2B5EF4-FFF2-40B4-BE49-F238E27FC236}">
                  <a16:creationId xmlns="" xmlns:p14="http://schemas.microsoft.com/office/powerpoint/2010/main" xmlns:p15="http://schemas.microsoft.com/office/powerpoint/2012/main" xmlns:a16="http://schemas.microsoft.com/office/drawing/2014/main" id="{973C2E46-4D73-4FF6-809F-3BF9EC097999}"/>
                </a:ext>
              </a:extLst>
            </p:cNvPr>
            <p:cNvSpPr/>
            <p:nvPr/>
          </p:nvSpPr>
          <p:spPr bwMode="auto">
            <a:xfrm>
              <a:off x="11309856" y="3334335"/>
              <a:ext cx="780689" cy="489613"/>
            </a:xfrm>
            <a:custGeom>
              <a:avLst/>
              <a:gdLst>
                <a:gd name="T0" fmla="*/ 0 w 464"/>
                <a:gd name="T1" fmla="*/ 0 h 291"/>
                <a:gd name="T2" fmla="*/ 296 w 464"/>
                <a:gd name="T3" fmla="*/ 291 h 291"/>
                <a:gd name="T4" fmla="*/ 464 w 464"/>
                <a:gd name="T5" fmla="*/ 95 h 291"/>
                <a:gd name="T6" fmla="*/ 0 w 464"/>
                <a:gd name="T7" fmla="*/ 0 h 291"/>
              </a:gdLst>
              <a:ahLst/>
              <a:cxnLst>
                <a:cxn ang="0">
                  <a:pos x="T0" y="T1"/>
                </a:cxn>
                <a:cxn ang="0">
                  <a:pos x="T2" y="T3"/>
                </a:cxn>
                <a:cxn ang="0">
                  <a:pos x="T4" y="T5"/>
                </a:cxn>
                <a:cxn ang="0">
                  <a:pos x="T6" y="T7"/>
                </a:cxn>
              </a:cxnLst>
              <a:rect l="0" t="0" r="r" b="b"/>
              <a:pathLst>
                <a:path w="463" h="291">
                  <a:moveTo>
                    <a:pt x="0" y="0"/>
                  </a:moveTo>
                  <a:lnTo>
                    <a:pt x="296" y="291"/>
                  </a:lnTo>
                  <a:lnTo>
                    <a:pt x="464" y="95"/>
                  </a:lnTo>
                  <a:lnTo>
                    <a:pt x="0" y="0"/>
                  </a:lnTo>
                  <a:close/>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3" name="ïṩ1îḍé">
              <a:extLst>
                <a:ext uri="{FF2B5EF4-FFF2-40B4-BE49-F238E27FC236}">
                  <a16:creationId xmlns="" xmlns:p14="http://schemas.microsoft.com/office/powerpoint/2010/main" xmlns:p15="http://schemas.microsoft.com/office/powerpoint/2012/main" xmlns:a16="http://schemas.microsoft.com/office/drawing/2014/main" id="{0245C2FA-726A-44ED-B863-FA38B6DC4E3D}"/>
                </a:ext>
              </a:extLst>
            </p:cNvPr>
            <p:cNvSpPr/>
            <p:nvPr/>
          </p:nvSpPr>
          <p:spPr bwMode="auto">
            <a:xfrm>
              <a:off x="8949280" y="3374716"/>
              <a:ext cx="1196272" cy="1928168"/>
            </a:xfrm>
            <a:custGeom>
              <a:avLst/>
              <a:gdLst>
                <a:gd name="T0" fmla="*/ 711 w 711"/>
                <a:gd name="T1" fmla="*/ 689 h 1146"/>
                <a:gd name="T2" fmla="*/ 628 w 711"/>
                <a:gd name="T3" fmla="*/ 1146 h 1146"/>
                <a:gd name="T4" fmla="*/ 469 w 711"/>
                <a:gd name="T5" fmla="*/ 533 h 1146"/>
                <a:gd name="T6" fmla="*/ 280 w 711"/>
                <a:gd name="T7" fmla="*/ 303 h 1146"/>
                <a:gd name="T8" fmla="*/ 0 w 711"/>
                <a:gd name="T9" fmla="*/ 452 h 1146"/>
                <a:gd name="T10" fmla="*/ 344 w 711"/>
                <a:gd name="T11" fmla="*/ 0 h 1146"/>
                <a:gd name="T12" fmla="*/ 299 w 711"/>
                <a:gd name="T13" fmla="*/ 291 h 1146"/>
              </a:gdLst>
              <a:ahLst/>
              <a:cxnLst>
                <a:cxn ang="0">
                  <a:pos x="T0" y="T1"/>
                </a:cxn>
                <a:cxn ang="0">
                  <a:pos x="T2" y="T3"/>
                </a:cxn>
                <a:cxn ang="0">
                  <a:pos x="T4" y="T5"/>
                </a:cxn>
                <a:cxn ang="0">
                  <a:pos x="T6" y="T7"/>
                </a:cxn>
                <a:cxn ang="0">
                  <a:pos x="T8" y="T9"/>
                </a:cxn>
                <a:cxn ang="0">
                  <a:pos x="T10" y="T11"/>
                </a:cxn>
                <a:cxn ang="0">
                  <a:pos x="T12" y="T13"/>
                </a:cxn>
              </a:cxnLst>
              <a:rect l="0" t="0" r="r" b="b"/>
              <a:pathLst>
                <a:path w="711" h="1146">
                  <a:moveTo>
                    <a:pt x="711" y="689"/>
                  </a:moveTo>
                  <a:lnTo>
                    <a:pt x="628" y="1146"/>
                  </a:lnTo>
                  <a:lnTo>
                    <a:pt x="469" y="533"/>
                  </a:lnTo>
                  <a:lnTo>
                    <a:pt x="280" y="303"/>
                  </a:lnTo>
                  <a:lnTo>
                    <a:pt x="0" y="452"/>
                  </a:lnTo>
                  <a:lnTo>
                    <a:pt x="344" y="0"/>
                  </a:lnTo>
                  <a:lnTo>
                    <a:pt x="299" y="291"/>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4" name="îs1îḍè">
              <a:extLst>
                <a:ext uri="{FF2B5EF4-FFF2-40B4-BE49-F238E27FC236}">
                  <a16:creationId xmlns="" xmlns:p14="http://schemas.microsoft.com/office/powerpoint/2010/main" xmlns:p15="http://schemas.microsoft.com/office/powerpoint/2012/main" xmlns:a16="http://schemas.microsoft.com/office/drawing/2014/main" id="{E9CE1896-EE36-4710-91FF-A4C4CFD7712E}"/>
                </a:ext>
              </a:extLst>
            </p:cNvPr>
            <p:cNvSpPr/>
            <p:nvPr/>
          </p:nvSpPr>
          <p:spPr bwMode="auto">
            <a:xfrm flipH="1" flipV="1">
              <a:off x="9607146" y="3374716"/>
              <a:ext cx="1224875" cy="75713"/>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5" name="îšľidé">
              <a:extLst>
                <a:ext uri="{FF2B5EF4-FFF2-40B4-BE49-F238E27FC236}">
                  <a16:creationId xmlns="" xmlns:p14="http://schemas.microsoft.com/office/powerpoint/2010/main" xmlns:p15="http://schemas.microsoft.com/office/powerpoint/2012/main" xmlns:a16="http://schemas.microsoft.com/office/drawing/2014/main" id="{029512F1-568B-4177-B465-BB95801A0ABA}"/>
                </a:ext>
              </a:extLst>
            </p:cNvPr>
            <p:cNvSpPr/>
            <p:nvPr/>
          </p:nvSpPr>
          <p:spPr bwMode="auto">
            <a:xfrm flipH="1">
              <a:off x="12171307" y="2787516"/>
              <a:ext cx="498026" cy="80761"/>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6" name="îṩḻíde">
              <a:extLst>
                <a:ext uri="{FF2B5EF4-FFF2-40B4-BE49-F238E27FC236}">
                  <a16:creationId xmlns="" xmlns:p14="http://schemas.microsoft.com/office/powerpoint/2010/main" xmlns:p15="http://schemas.microsoft.com/office/powerpoint/2012/main" xmlns:a16="http://schemas.microsoft.com/office/drawing/2014/main" id="{75460E7B-8BF1-49FF-B9D8-AC685C2797EA}"/>
                </a:ext>
              </a:extLst>
            </p:cNvPr>
            <p:cNvSpPr/>
            <p:nvPr/>
          </p:nvSpPr>
          <p:spPr bwMode="auto">
            <a:xfrm>
              <a:off x="11923976" y="3521095"/>
              <a:ext cx="291076" cy="1268620"/>
            </a:xfrm>
            <a:custGeom>
              <a:avLst/>
              <a:gdLst>
                <a:gd name="T0" fmla="*/ 0 w 173"/>
                <a:gd name="T1" fmla="*/ 754 h 754"/>
                <a:gd name="T2" fmla="*/ 173 w 173"/>
                <a:gd name="T3" fmla="*/ 308 h 754"/>
                <a:gd name="T4" fmla="*/ 116 w 173"/>
                <a:gd name="T5" fmla="*/ 0 h 754"/>
              </a:gdLst>
              <a:ahLst/>
              <a:cxnLst>
                <a:cxn ang="0">
                  <a:pos x="T0" y="T1"/>
                </a:cxn>
                <a:cxn ang="0">
                  <a:pos x="T2" y="T3"/>
                </a:cxn>
                <a:cxn ang="0">
                  <a:pos x="T4" y="T5"/>
                </a:cxn>
              </a:cxnLst>
              <a:rect l="0" t="0" r="r" b="b"/>
              <a:pathLst>
                <a:path w="173" h="754">
                  <a:moveTo>
                    <a:pt x="0" y="754"/>
                  </a:moveTo>
                  <a:lnTo>
                    <a:pt x="173" y="308"/>
                  </a:lnTo>
                  <a:lnTo>
                    <a:pt x="116" y="0"/>
                  </a:lnTo>
                </a:path>
              </a:pathLst>
            </a:cu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7" name="ïṡļîḍê">
              <a:extLst>
                <a:ext uri="{FF2B5EF4-FFF2-40B4-BE49-F238E27FC236}">
                  <a16:creationId xmlns="" xmlns:p14="http://schemas.microsoft.com/office/powerpoint/2010/main" xmlns:p15="http://schemas.microsoft.com/office/powerpoint/2012/main" xmlns:a16="http://schemas.microsoft.com/office/drawing/2014/main" id="{51B66460-B426-4EC1-8758-7B05A7FF60A6}"/>
                </a:ext>
              </a:extLst>
            </p:cNvPr>
            <p:cNvSpPr/>
            <p:nvPr/>
          </p:nvSpPr>
          <p:spPr bwMode="auto">
            <a:xfrm flipH="1" flipV="1">
              <a:off x="12215052" y="4039311"/>
              <a:ext cx="454281" cy="279298"/>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8" name="ïSlïḋe">
              <a:extLst>
                <a:ext uri="{FF2B5EF4-FFF2-40B4-BE49-F238E27FC236}">
                  <a16:creationId xmlns="" xmlns:p14="http://schemas.microsoft.com/office/powerpoint/2010/main" xmlns:p15="http://schemas.microsoft.com/office/powerpoint/2012/main" xmlns:a16="http://schemas.microsoft.com/office/drawing/2014/main" id="{1195C9A9-9A31-49DA-BB55-3184CCD5F47E}"/>
                </a:ext>
              </a:extLst>
            </p:cNvPr>
            <p:cNvSpPr/>
            <p:nvPr/>
          </p:nvSpPr>
          <p:spPr bwMode="auto">
            <a:xfrm>
              <a:off x="11819660" y="3852552"/>
              <a:ext cx="72348" cy="937164"/>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39" name="iś1ïḍe">
              <a:extLst>
                <a:ext uri="{FF2B5EF4-FFF2-40B4-BE49-F238E27FC236}">
                  <a16:creationId xmlns="" xmlns:p14="http://schemas.microsoft.com/office/powerpoint/2010/main" xmlns:p15="http://schemas.microsoft.com/office/powerpoint/2012/main" xmlns:a16="http://schemas.microsoft.com/office/drawing/2014/main" id="{CCFE687C-32D1-43F5-92AA-733A1D6A421B}"/>
                </a:ext>
              </a:extLst>
            </p:cNvPr>
            <p:cNvSpPr/>
            <p:nvPr/>
          </p:nvSpPr>
          <p:spPr bwMode="auto">
            <a:xfrm flipH="1">
              <a:off x="9962157" y="4789715"/>
              <a:ext cx="844625" cy="513169"/>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40" name="ïşļiḑê">
              <a:extLst>
                <a:ext uri="{FF2B5EF4-FFF2-40B4-BE49-F238E27FC236}">
                  <a16:creationId xmlns="" xmlns:p14="http://schemas.microsoft.com/office/powerpoint/2010/main" xmlns:p15="http://schemas.microsoft.com/office/powerpoint/2012/main" xmlns:a16="http://schemas.microsoft.com/office/drawing/2014/main" id="{C609AF46-AE76-40B5-AEB8-82849F950702}"/>
                </a:ext>
              </a:extLst>
            </p:cNvPr>
            <p:cNvSpPr/>
            <p:nvPr/>
          </p:nvSpPr>
          <p:spPr bwMode="auto">
            <a:xfrm flipH="1">
              <a:off x="10727704" y="2684882"/>
              <a:ext cx="457646" cy="0"/>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sp>
          <p:nvSpPr>
            <p:cNvPr id="141" name="ïṥḻidê">
              <a:extLst>
                <a:ext uri="{FF2B5EF4-FFF2-40B4-BE49-F238E27FC236}">
                  <a16:creationId xmlns="" xmlns:p14="http://schemas.microsoft.com/office/powerpoint/2010/main" xmlns:p15="http://schemas.microsoft.com/office/powerpoint/2012/main" xmlns:a16="http://schemas.microsoft.com/office/drawing/2014/main" id="{36B0F3C3-17A0-424A-9237-A530D74DA240}"/>
                </a:ext>
              </a:extLst>
            </p:cNvPr>
            <p:cNvSpPr/>
            <p:nvPr/>
          </p:nvSpPr>
          <p:spPr bwMode="auto">
            <a:xfrm flipH="1">
              <a:off x="10870718" y="3310780"/>
              <a:ext cx="314631" cy="99269"/>
            </a:xfrm>
            <a:prstGeom prst="line">
              <a:avLst/>
            </a:prstGeom>
            <a:noFill/>
            <a:ln w="3175" cap="flat" cmpd="sng" algn="ctr">
              <a:solidFill>
                <a:srgbClr val="6BFAFD"/>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algn="ctr"/>
              <a:endParaRPr/>
            </a:p>
          </p:txBody>
        </p:sp>
      </p:grpSp>
      <p:sp>
        <p:nvSpPr>
          <p:cNvPr id="31" name="íṥľïḓê">
            <a:extLst>
              <a:ext uri="{FF2B5EF4-FFF2-40B4-BE49-F238E27FC236}">
                <a16:creationId xmlns="" xmlns:p14="http://schemas.microsoft.com/office/powerpoint/2010/main" xmlns:p15="http://schemas.microsoft.com/office/powerpoint/2012/main" xmlns:a16="http://schemas.microsoft.com/office/drawing/2014/main" id="{E37F9F33-4FCE-475D-B345-24F2C651C923}"/>
              </a:ext>
            </a:extLst>
          </p:cNvPr>
          <p:cNvSpPr/>
          <p:nvPr/>
        </p:nvSpPr>
        <p:spPr bwMode="auto">
          <a:xfrm>
            <a:off x="4300200" y="1465987"/>
            <a:ext cx="61157" cy="61157"/>
          </a:xfrm>
          <a:prstGeom prst="ellipse">
            <a:avLst/>
          </a:prstGeom>
          <a:solidFill>
            <a:srgbClr val="6BFAFD"/>
          </a:solidFill>
          <a:ln w="9525">
            <a:noFill/>
            <a:round/>
          </a:ln>
        </p:spPr>
        <p:txBody>
          <a:bodyPr anchor="ctr"/>
          <a:lstStyle/>
          <a:p>
            <a:pPr algn="ctr"/>
            <a:endParaRPr/>
          </a:p>
        </p:txBody>
      </p:sp>
      <p:sp>
        <p:nvSpPr>
          <p:cNvPr id="32" name="isḷiḓè">
            <a:extLst>
              <a:ext uri="{FF2B5EF4-FFF2-40B4-BE49-F238E27FC236}">
                <a16:creationId xmlns="" xmlns:p14="http://schemas.microsoft.com/office/powerpoint/2010/main" xmlns:p15="http://schemas.microsoft.com/office/powerpoint/2012/main" xmlns:a16="http://schemas.microsoft.com/office/drawing/2014/main" id="{96D23CD9-03AC-4693-B01D-1AC59B50ED06}"/>
              </a:ext>
            </a:extLst>
          </p:cNvPr>
          <p:cNvSpPr/>
          <p:nvPr/>
        </p:nvSpPr>
        <p:spPr bwMode="auto">
          <a:xfrm>
            <a:off x="4708671" y="1911455"/>
            <a:ext cx="60403" cy="61157"/>
          </a:xfrm>
          <a:prstGeom prst="ellipse">
            <a:avLst/>
          </a:prstGeom>
          <a:solidFill>
            <a:srgbClr val="6BFAFD">
              <a:alpha val="51000"/>
            </a:srgbClr>
          </a:solidFill>
          <a:ln w="9525">
            <a:noFill/>
            <a:round/>
          </a:ln>
        </p:spPr>
        <p:txBody>
          <a:bodyPr anchor="ctr"/>
          <a:lstStyle/>
          <a:p>
            <a:pPr algn="ctr"/>
            <a:endParaRPr/>
          </a:p>
        </p:txBody>
      </p:sp>
      <p:sp>
        <p:nvSpPr>
          <p:cNvPr id="33" name="iṧļiḓê">
            <a:extLst>
              <a:ext uri="{FF2B5EF4-FFF2-40B4-BE49-F238E27FC236}">
                <a16:creationId xmlns="" xmlns:p14="http://schemas.microsoft.com/office/powerpoint/2010/main" xmlns:p15="http://schemas.microsoft.com/office/powerpoint/2012/main" xmlns:a16="http://schemas.microsoft.com/office/drawing/2014/main" id="{8C4BEA88-3C55-4305-ABD0-CC32692BB2D7}"/>
              </a:ext>
            </a:extLst>
          </p:cNvPr>
          <p:cNvSpPr/>
          <p:nvPr/>
        </p:nvSpPr>
        <p:spPr bwMode="auto">
          <a:xfrm>
            <a:off x="4491977" y="1992243"/>
            <a:ext cx="60403" cy="60403"/>
          </a:xfrm>
          <a:prstGeom prst="ellipse">
            <a:avLst/>
          </a:prstGeom>
          <a:solidFill>
            <a:srgbClr val="6BFAFD">
              <a:alpha val="51000"/>
            </a:srgbClr>
          </a:solidFill>
          <a:ln w="9525">
            <a:noFill/>
            <a:round/>
          </a:ln>
        </p:spPr>
        <p:txBody>
          <a:bodyPr anchor="ctr"/>
          <a:lstStyle/>
          <a:p>
            <a:pPr algn="ctr"/>
            <a:endParaRPr/>
          </a:p>
        </p:txBody>
      </p:sp>
      <p:sp>
        <p:nvSpPr>
          <p:cNvPr id="34" name="íŝ1îḍe">
            <a:extLst>
              <a:ext uri="{FF2B5EF4-FFF2-40B4-BE49-F238E27FC236}">
                <a16:creationId xmlns="" xmlns:p14="http://schemas.microsoft.com/office/powerpoint/2010/main" xmlns:p15="http://schemas.microsoft.com/office/powerpoint/2012/main" xmlns:a16="http://schemas.microsoft.com/office/drawing/2014/main" id="{85911442-D5BA-4706-935A-CEAAF132F6BC}"/>
              </a:ext>
            </a:extLst>
          </p:cNvPr>
          <p:cNvSpPr/>
          <p:nvPr/>
        </p:nvSpPr>
        <p:spPr bwMode="auto">
          <a:xfrm>
            <a:off x="4246593" y="1841992"/>
            <a:ext cx="61157" cy="60403"/>
          </a:xfrm>
          <a:prstGeom prst="ellipse">
            <a:avLst/>
          </a:prstGeom>
          <a:solidFill>
            <a:srgbClr val="6BFAFD">
              <a:alpha val="51000"/>
            </a:srgbClr>
          </a:solidFill>
          <a:ln w="9525">
            <a:noFill/>
            <a:round/>
          </a:ln>
        </p:spPr>
        <p:txBody>
          <a:bodyPr anchor="ctr"/>
          <a:lstStyle/>
          <a:p>
            <a:pPr algn="ctr"/>
            <a:endParaRPr/>
          </a:p>
        </p:txBody>
      </p:sp>
      <p:sp>
        <p:nvSpPr>
          <p:cNvPr id="35" name="îṧḻïḑê">
            <a:extLst>
              <a:ext uri="{FF2B5EF4-FFF2-40B4-BE49-F238E27FC236}">
                <a16:creationId xmlns="" xmlns:p14="http://schemas.microsoft.com/office/powerpoint/2010/main" xmlns:p15="http://schemas.microsoft.com/office/powerpoint/2012/main" xmlns:a16="http://schemas.microsoft.com/office/drawing/2014/main" id="{CB899078-2A86-47D3-B71D-75B5D4D1D59C}"/>
              </a:ext>
            </a:extLst>
          </p:cNvPr>
          <p:cNvSpPr/>
          <p:nvPr/>
        </p:nvSpPr>
        <p:spPr bwMode="auto">
          <a:xfrm>
            <a:off x="3924950" y="2217242"/>
            <a:ext cx="60403" cy="61157"/>
          </a:xfrm>
          <a:prstGeom prst="ellipse">
            <a:avLst/>
          </a:prstGeom>
          <a:solidFill>
            <a:srgbClr val="6BFAFD">
              <a:alpha val="51000"/>
            </a:srgbClr>
          </a:solidFill>
          <a:ln w="9525">
            <a:noFill/>
            <a:round/>
          </a:ln>
        </p:spPr>
        <p:txBody>
          <a:bodyPr anchor="ctr"/>
          <a:lstStyle/>
          <a:p>
            <a:pPr algn="ctr"/>
            <a:endParaRPr/>
          </a:p>
        </p:txBody>
      </p:sp>
      <p:sp>
        <p:nvSpPr>
          <p:cNvPr id="36" name="ïṧḻîḑé">
            <a:extLst>
              <a:ext uri="{FF2B5EF4-FFF2-40B4-BE49-F238E27FC236}">
                <a16:creationId xmlns="" xmlns:p14="http://schemas.microsoft.com/office/powerpoint/2010/main" xmlns:p15="http://schemas.microsoft.com/office/powerpoint/2012/main" xmlns:a16="http://schemas.microsoft.com/office/drawing/2014/main" id="{58E3833B-E022-46B4-9E29-8FC4D8BCECE4}"/>
              </a:ext>
            </a:extLst>
          </p:cNvPr>
          <p:cNvSpPr/>
          <p:nvPr/>
        </p:nvSpPr>
        <p:spPr bwMode="auto">
          <a:xfrm>
            <a:off x="3624448" y="1877478"/>
            <a:ext cx="60403" cy="61157"/>
          </a:xfrm>
          <a:prstGeom prst="ellipse">
            <a:avLst/>
          </a:prstGeom>
          <a:solidFill>
            <a:srgbClr val="6BFAFD">
              <a:alpha val="51000"/>
            </a:srgbClr>
          </a:solidFill>
          <a:ln w="9525">
            <a:noFill/>
            <a:round/>
          </a:ln>
        </p:spPr>
        <p:txBody>
          <a:bodyPr anchor="ctr"/>
          <a:lstStyle/>
          <a:p>
            <a:pPr algn="ctr"/>
            <a:endParaRPr/>
          </a:p>
        </p:txBody>
      </p:sp>
      <p:sp>
        <p:nvSpPr>
          <p:cNvPr id="37" name="ïśļiḓè">
            <a:extLst>
              <a:ext uri="{FF2B5EF4-FFF2-40B4-BE49-F238E27FC236}">
                <a16:creationId xmlns="" xmlns:p14="http://schemas.microsoft.com/office/powerpoint/2010/main" xmlns:p15="http://schemas.microsoft.com/office/powerpoint/2012/main" xmlns:a16="http://schemas.microsoft.com/office/drawing/2014/main" id="{749DC3B1-7540-4FCA-AAD7-E86C0B13EF11}"/>
              </a:ext>
            </a:extLst>
          </p:cNvPr>
          <p:cNvSpPr/>
          <p:nvPr/>
        </p:nvSpPr>
        <p:spPr bwMode="auto">
          <a:xfrm>
            <a:off x="3360943" y="2174205"/>
            <a:ext cx="61157" cy="61157"/>
          </a:xfrm>
          <a:prstGeom prst="ellipse">
            <a:avLst/>
          </a:prstGeom>
          <a:solidFill>
            <a:srgbClr val="6BFAFD">
              <a:alpha val="51000"/>
            </a:srgbClr>
          </a:solidFill>
          <a:ln w="9525">
            <a:noFill/>
            <a:round/>
          </a:ln>
        </p:spPr>
        <p:txBody>
          <a:bodyPr anchor="ctr"/>
          <a:lstStyle/>
          <a:p>
            <a:pPr algn="ctr"/>
            <a:endParaRPr/>
          </a:p>
        </p:txBody>
      </p:sp>
      <p:sp>
        <p:nvSpPr>
          <p:cNvPr id="48" name="íṧlidé">
            <a:extLst>
              <a:ext uri="{FF2B5EF4-FFF2-40B4-BE49-F238E27FC236}">
                <a16:creationId xmlns="" xmlns:p14="http://schemas.microsoft.com/office/powerpoint/2010/main" xmlns:p15="http://schemas.microsoft.com/office/powerpoint/2012/main" xmlns:a16="http://schemas.microsoft.com/office/drawing/2014/main" id="{F46B8CAA-F444-408C-966C-9C8633C0E337}"/>
              </a:ext>
            </a:extLst>
          </p:cNvPr>
          <p:cNvSpPr/>
          <p:nvPr/>
        </p:nvSpPr>
        <p:spPr bwMode="auto">
          <a:xfrm>
            <a:off x="3465137" y="2372778"/>
            <a:ext cx="60403" cy="61157"/>
          </a:xfrm>
          <a:prstGeom prst="ellipse">
            <a:avLst/>
          </a:prstGeom>
          <a:solidFill>
            <a:srgbClr val="6BFAFD">
              <a:alpha val="51000"/>
            </a:srgbClr>
          </a:solidFill>
          <a:ln w="9525">
            <a:noFill/>
            <a:round/>
          </a:ln>
        </p:spPr>
        <p:txBody>
          <a:bodyPr anchor="ctr"/>
          <a:lstStyle/>
          <a:p>
            <a:pPr algn="ctr"/>
            <a:endParaRPr/>
          </a:p>
        </p:txBody>
      </p:sp>
      <p:sp>
        <p:nvSpPr>
          <p:cNvPr id="49" name="iṧḷiḓè">
            <a:extLst>
              <a:ext uri="{FF2B5EF4-FFF2-40B4-BE49-F238E27FC236}">
                <a16:creationId xmlns="" xmlns:p14="http://schemas.microsoft.com/office/powerpoint/2010/main" xmlns:p15="http://schemas.microsoft.com/office/powerpoint/2012/main" xmlns:a16="http://schemas.microsoft.com/office/drawing/2014/main" id="{7CE77068-F1F1-493C-9D88-74646552BFEC}"/>
              </a:ext>
            </a:extLst>
          </p:cNvPr>
          <p:cNvSpPr/>
          <p:nvPr/>
        </p:nvSpPr>
        <p:spPr bwMode="auto">
          <a:xfrm>
            <a:off x="3772434" y="2650629"/>
            <a:ext cx="61157" cy="60403"/>
          </a:xfrm>
          <a:prstGeom prst="ellipse">
            <a:avLst/>
          </a:prstGeom>
          <a:solidFill>
            <a:srgbClr val="6BFAFD">
              <a:alpha val="51000"/>
            </a:srgbClr>
          </a:solidFill>
          <a:ln w="9525">
            <a:noFill/>
            <a:round/>
          </a:ln>
        </p:spPr>
        <p:txBody>
          <a:bodyPr anchor="ctr"/>
          <a:lstStyle/>
          <a:p>
            <a:pPr algn="ctr"/>
            <a:endParaRPr/>
          </a:p>
        </p:txBody>
      </p:sp>
      <p:sp>
        <p:nvSpPr>
          <p:cNvPr id="50" name="îṣ1íḋê">
            <a:extLst>
              <a:ext uri="{FF2B5EF4-FFF2-40B4-BE49-F238E27FC236}">
                <a16:creationId xmlns="" xmlns:p14="http://schemas.microsoft.com/office/powerpoint/2010/main" xmlns:p15="http://schemas.microsoft.com/office/powerpoint/2012/main" xmlns:a16="http://schemas.microsoft.com/office/drawing/2014/main" id="{D6997BA9-EB73-4A91-88F8-27F70068C3D6}"/>
              </a:ext>
            </a:extLst>
          </p:cNvPr>
          <p:cNvSpPr/>
          <p:nvPr/>
        </p:nvSpPr>
        <p:spPr bwMode="auto">
          <a:xfrm>
            <a:off x="4276794" y="2442995"/>
            <a:ext cx="61157" cy="60403"/>
          </a:xfrm>
          <a:prstGeom prst="ellipse">
            <a:avLst/>
          </a:prstGeom>
          <a:solidFill>
            <a:srgbClr val="6BFAFD">
              <a:alpha val="51000"/>
            </a:srgbClr>
          </a:solidFill>
          <a:ln w="9525">
            <a:noFill/>
            <a:round/>
          </a:ln>
        </p:spPr>
        <p:txBody>
          <a:bodyPr anchor="ctr"/>
          <a:lstStyle/>
          <a:p>
            <a:pPr algn="ctr"/>
            <a:endParaRPr/>
          </a:p>
        </p:txBody>
      </p:sp>
      <p:sp>
        <p:nvSpPr>
          <p:cNvPr id="51" name="iśľïḋê">
            <a:extLst>
              <a:ext uri="{FF2B5EF4-FFF2-40B4-BE49-F238E27FC236}">
                <a16:creationId xmlns="" xmlns:p14="http://schemas.microsoft.com/office/powerpoint/2010/main" xmlns:p15="http://schemas.microsoft.com/office/powerpoint/2012/main" xmlns:a16="http://schemas.microsoft.com/office/drawing/2014/main" id="{41DC1870-94F8-4C30-90D9-67E7A13D00F9}"/>
              </a:ext>
            </a:extLst>
          </p:cNvPr>
          <p:cNvSpPr/>
          <p:nvPr/>
        </p:nvSpPr>
        <p:spPr bwMode="auto">
          <a:xfrm>
            <a:off x="4522179" y="2355412"/>
            <a:ext cx="61157" cy="60403"/>
          </a:xfrm>
          <a:prstGeom prst="ellipse">
            <a:avLst/>
          </a:prstGeom>
          <a:solidFill>
            <a:srgbClr val="6BFAFD">
              <a:alpha val="51000"/>
            </a:srgbClr>
          </a:solidFill>
          <a:ln w="9525">
            <a:noFill/>
            <a:round/>
          </a:ln>
        </p:spPr>
        <p:txBody>
          <a:bodyPr anchor="ctr"/>
          <a:lstStyle/>
          <a:p>
            <a:pPr algn="ctr"/>
            <a:endParaRPr/>
          </a:p>
        </p:txBody>
      </p:sp>
      <p:sp>
        <p:nvSpPr>
          <p:cNvPr id="52" name="îṥlïḍé">
            <a:extLst>
              <a:ext uri="{FF2B5EF4-FFF2-40B4-BE49-F238E27FC236}">
                <a16:creationId xmlns="" xmlns:p14="http://schemas.microsoft.com/office/powerpoint/2010/main" xmlns:p15="http://schemas.microsoft.com/office/powerpoint/2012/main" xmlns:a16="http://schemas.microsoft.com/office/drawing/2014/main" id="{742D4F09-EDF9-456A-8A9C-018809611C89}"/>
              </a:ext>
            </a:extLst>
          </p:cNvPr>
          <p:cNvSpPr/>
          <p:nvPr/>
        </p:nvSpPr>
        <p:spPr bwMode="auto">
          <a:xfrm>
            <a:off x="4708671" y="2442995"/>
            <a:ext cx="60403" cy="60403"/>
          </a:xfrm>
          <a:prstGeom prst="ellipse">
            <a:avLst/>
          </a:prstGeom>
          <a:solidFill>
            <a:srgbClr val="6BFAFD">
              <a:alpha val="51000"/>
            </a:srgbClr>
          </a:solidFill>
          <a:ln w="9525">
            <a:noFill/>
            <a:round/>
          </a:ln>
        </p:spPr>
        <p:txBody>
          <a:bodyPr anchor="ctr"/>
          <a:lstStyle/>
          <a:p>
            <a:pPr algn="ctr"/>
            <a:endParaRPr/>
          </a:p>
        </p:txBody>
      </p:sp>
      <p:grpSp>
        <p:nvGrpSpPr>
          <p:cNvPr id="53" name="íSľiḑè">
            <a:extLst>
              <a:ext uri="{FF2B5EF4-FFF2-40B4-BE49-F238E27FC236}">
                <a16:creationId xmlns="" xmlns:p14="http://schemas.microsoft.com/office/powerpoint/2010/main" xmlns:p15="http://schemas.microsoft.com/office/powerpoint/2012/main" xmlns:a16="http://schemas.microsoft.com/office/drawing/2014/main" id="{34517903-F498-4622-8970-65945E5F2825}"/>
              </a:ext>
            </a:extLst>
          </p:cNvPr>
          <p:cNvGrpSpPr/>
          <p:nvPr/>
        </p:nvGrpSpPr>
        <p:grpSpPr>
          <a:xfrm>
            <a:off x="3480772" y="1536095"/>
            <a:ext cx="1083291" cy="1302133"/>
            <a:chOff x="4707152" y="2248023"/>
            <a:chExt cx="2414023" cy="2901694"/>
          </a:xfrm>
          <a:gradFill>
            <a:gsLst>
              <a:gs pos="100000">
                <a:srgbClr val="00FEFE">
                  <a:alpha val="31000"/>
                </a:srgbClr>
              </a:gs>
              <a:gs pos="0">
                <a:schemeClr val="bg1">
                  <a:alpha val="0"/>
                </a:schemeClr>
              </a:gs>
            </a:gsLst>
            <a:lin ang="10800000" scaled="1"/>
          </a:gradFill>
        </p:grpSpPr>
        <p:sp>
          <p:nvSpPr>
            <p:cNvPr id="105" name="iś1ïḋé">
              <a:extLst>
                <a:ext uri="{FF2B5EF4-FFF2-40B4-BE49-F238E27FC236}">
                  <a16:creationId xmlns="" xmlns:p14="http://schemas.microsoft.com/office/powerpoint/2010/main" xmlns:p15="http://schemas.microsoft.com/office/powerpoint/2012/main" xmlns:a16="http://schemas.microsoft.com/office/drawing/2014/main" id="{44CB8750-957A-43E9-B58D-04E91E4986A5}"/>
                </a:ext>
              </a:extLst>
            </p:cNvPr>
            <p:cNvSpPr/>
            <p:nvPr/>
          </p:nvSpPr>
          <p:spPr bwMode="auto">
            <a:xfrm>
              <a:off x="6054864" y="5013433"/>
              <a:ext cx="136284" cy="136284"/>
            </a:xfrm>
            <a:prstGeom prst="ellipse">
              <a:avLst/>
            </a:prstGeom>
            <a:grpFill/>
            <a:ln w="12700" cap="flat" cmpd="sng" algn="ctr">
              <a:noFill/>
              <a:prstDash val="solid"/>
              <a:round/>
              <a:headEnd type="none" w="med" len="med"/>
              <a:tailEnd type="none" w="med" len="med"/>
            </a:ln>
          </p:spPr>
          <p:txBody>
            <a:bodyPr anchor="ctr"/>
            <a:lstStyle/>
            <a:p>
              <a:pPr algn="ctr"/>
              <a:endParaRPr/>
            </a:p>
          </p:txBody>
        </p:sp>
        <p:grpSp>
          <p:nvGrpSpPr>
            <p:cNvPr id="106" name="iślíḋe">
              <a:extLst>
                <a:ext uri="{FF2B5EF4-FFF2-40B4-BE49-F238E27FC236}">
                  <a16:creationId xmlns="" xmlns:p14="http://schemas.microsoft.com/office/powerpoint/2010/main" xmlns:p15="http://schemas.microsoft.com/office/powerpoint/2012/main" xmlns:a16="http://schemas.microsoft.com/office/drawing/2014/main" id="{225AE0F2-6F0D-4FF8-BD24-EF7C2096F3DB}"/>
                </a:ext>
              </a:extLst>
            </p:cNvPr>
            <p:cNvGrpSpPr/>
            <p:nvPr/>
          </p:nvGrpSpPr>
          <p:grpSpPr>
            <a:xfrm>
              <a:off x="4707152" y="2248023"/>
              <a:ext cx="2414023" cy="2522443"/>
              <a:chOff x="4707152" y="2248023"/>
              <a:chExt cx="2414023" cy="2522443"/>
            </a:xfrm>
            <a:grpFill/>
          </p:grpSpPr>
          <p:grpSp>
            <p:nvGrpSpPr>
              <p:cNvPr id="107" name="î$ļíḓè">
                <a:extLst>
                  <a:ext uri="{FF2B5EF4-FFF2-40B4-BE49-F238E27FC236}">
                    <a16:creationId xmlns="" xmlns:p14="http://schemas.microsoft.com/office/powerpoint/2010/main" xmlns:p15="http://schemas.microsoft.com/office/powerpoint/2012/main" xmlns:a16="http://schemas.microsoft.com/office/drawing/2014/main" id="{DB235572-D2D1-4532-B5CC-ABE472D17732}"/>
                  </a:ext>
                </a:extLst>
              </p:cNvPr>
              <p:cNvGrpSpPr/>
              <p:nvPr/>
            </p:nvGrpSpPr>
            <p:grpSpPr>
              <a:xfrm>
                <a:off x="6792726" y="2408141"/>
                <a:ext cx="328449" cy="330554"/>
                <a:chOff x="4149281" y="1887719"/>
                <a:chExt cx="224837" cy="226650"/>
              </a:xfrm>
              <a:grpFill/>
            </p:grpSpPr>
            <p:sp>
              <p:nvSpPr>
                <p:cNvPr id="120" name="ïṣḷiḑê">
                  <a:extLst>
                    <a:ext uri="{FF2B5EF4-FFF2-40B4-BE49-F238E27FC236}">
                      <a16:creationId xmlns="" xmlns:p14="http://schemas.microsoft.com/office/powerpoint/2010/main" xmlns:p15="http://schemas.microsoft.com/office/powerpoint/2012/main" xmlns:a16="http://schemas.microsoft.com/office/drawing/2014/main" id="{5E20B7AA-C8F4-40D9-8D51-FF861865AAF5}"/>
                    </a:ext>
                  </a:extLst>
                </p:cNvPr>
                <p:cNvSpPr/>
                <p:nvPr/>
              </p:nvSpPr>
              <p:spPr>
                <a:xfrm>
                  <a:off x="4149281" y="1887719"/>
                  <a:ext cx="224837" cy="226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1" name="iṣ1îďê">
                  <a:extLst>
                    <a:ext uri="{FF2B5EF4-FFF2-40B4-BE49-F238E27FC236}">
                      <a16:creationId xmlns="" xmlns:p14="http://schemas.microsoft.com/office/powerpoint/2010/main" xmlns:p15="http://schemas.microsoft.com/office/powerpoint/2012/main" xmlns:a16="http://schemas.microsoft.com/office/drawing/2014/main" id="{FDACF938-9019-4E56-AE21-0F82C990B69A}"/>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08" name="isľíḋé">
                <a:extLst>
                  <a:ext uri="{FF2B5EF4-FFF2-40B4-BE49-F238E27FC236}">
                    <a16:creationId xmlns="" xmlns:p14="http://schemas.microsoft.com/office/powerpoint/2010/main" xmlns:p15="http://schemas.microsoft.com/office/powerpoint/2012/main" xmlns:a16="http://schemas.microsoft.com/office/drawing/2014/main" id="{72362A54-8F4A-4E89-92CE-CC2F8C49ABD4}"/>
                  </a:ext>
                </a:extLst>
              </p:cNvPr>
              <p:cNvGrpSpPr/>
              <p:nvPr/>
            </p:nvGrpSpPr>
            <p:grpSpPr>
              <a:xfrm>
                <a:off x="5832354" y="2796766"/>
                <a:ext cx="328449" cy="330554"/>
                <a:chOff x="4149281" y="1887719"/>
                <a:chExt cx="224837" cy="226650"/>
              </a:xfrm>
              <a:grpFill/>
            </p:grpSpPr>
            <p:sp>
              <p:nvSpPr>
                <p:cNvPr id="118" name="îṩ1îdè">
                  <a:extLst>
                    <a:ext uri="{FF2B5EF4-FFF2-40B4-BE49-F238E27FC236}">
                      <a16:creationId xmlns="" xmlns:p14="http://schemas.microsoft.com/office/powerpoint/2010/main" xmlns:p15="http://schemas.microsoft.com/office/powerpoint/2012/main" xmlns:a16="http://schemas.microsoft.com/office/drawing/2014/main" id="{4F8068E8-6BC5-4861-A834-55CBC811AED2}"/>
                    </a:ext>
                  </a:extLst>
                </p:cNvPr>
                <p:cNvSpPr/>
                <p:nvPr/>
              </p:nvSpPr>
              <p:spPr>
                <a:xfrm>
                  <a:off x="4149281" y="1887719"/>
                  <a:ext cx="224837" cy="226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9" name="ïṣļíḑé">
                  <a:extLst>
                    <a:ext uri="{FF2B5EF4-FFF2-40B4-BE49-F238E27FC236}">
                      <a16:creationId xmlns="" xmlns:p14="http://schemas.microsoft.com/office/powerpoint/2010/main" xmlns:p15="http://schemas.microsoft.com/office/powerpoint/2012/main" xmlns:a16="http://schemas.microsoft.com/office/drawing/2014/main" id="{FB7F5059-C96D-4802-AF2C-C756DA64BE2D}"/>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09" name="iṡ1íḓê">
                <a:extLst>
                  <a:ext uri="{FF2B5EF4-FFF2-40B4-BE49-F238E27FC236}">
                    <a16:creationId xmlns="" xmlns:p14="http://schemas.microsoft.com/office/powerpoint/2010/main" xmlns:p15="http://schemas.microsoft.com/office/powerpoint/2012/main" xmlns:a16="http://schemas.microsoft.com/office/drawing/2014/main" id="{AEAB6415-138E-4238-8F8E-F8D72380B479}"/>
                  </a:ext>
                </a:extLst>
              </p:cNvPr>
              <p:cNvGrpSpPr/>
              <p:nvPr/>
            </p:nvGrpSpPr>
            <p:grpSpPr>
              <a:xfrm>
                <a:off x="4707152" y="3462362"/>
                <a:ext cx="328449" cy="330554"/>
                <a:chOff x="4149281" y="1887719"/>
                <a:chExt cx="224837" cy="226650"/>
              </a:xfrm>
              <a:grpFill/>
            </p:grpSpPr>
            <p:sp>
              <p:nvSpPr>
                <p:cNvPr id="116" name="îśľídè">
                  <a:extLst>
                    <a:ext uri="{FF2B5EF4-FFF2-40B4-BE49-F238E27FC236}">
                      <a16:creationId xmlns="" xmlns:p14="http://schemas.microsoft.com/office/powerpoint/2010/main" xmlns:p15="http://schemas.microsoft.com/office/powerpoint/2012/main" xmlns:a16="http://schemas.microsoft.com/office/drawing/2014/main" id="{BD5F36BE-8522-4E62-A3D9-D20CDF6BC506}"/>
                    </a:ext>
                  </a:extLst>
                </p:cNvPr>
                <p:cNvSpPr/>
                <p:nvPr/>
              </p:nvSpPr>
              <p:spPr>
                <a:xfrm>
                  <a:off x="4149281" y="1887719"/>
                  <a:ext cx="224837" cy="226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7" name="íšľîḑé">
                  <a:extLst>
                    <a:ext uri="{FF2B5EF4-FFF2-40B4-BE49-F238E27FC236}">
                      <a16:creationId xmlns="" xmlns:p14="http://schemas.microsoft.com/office/powerpoint/2010/main" xmlns:p15="http://schemas.microsoft.com/office/powerpoint/2012/main" xmlns:a16="http://schemas.microsoft.com/office/drawing/2014/main" id="{B54377FC-3366-472F-9D18-97050593850D}"/>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0" name="ïs1íḑe">
                <a:extLst>
                  <a:ext uri="{FF2B5EF4-FFF2-40B4-BE49-F238E27FC236}">
                    <a16:creationId xmlns="" xmlns:p14="http://schemas.microsoft.com/office/powerpoint/2010/main" xmlns:p15="http://schemas.microsoft.com/office/powerpoint/2012/main" xmlns:a16="http://schemas.microsoft.com/office/drawing/2014/main" id="{9EE46F43-8BCD-4B99-961C-B01E05F42CA3}"/>
                  </a:ext>
                </a:extLst>
              </p:cNvPr>
              <p:cNvGrpSpPr/>
              <p:nvPr/>
            </p:nvGrpSpPr>
            <p:grpSpPr>
              <a:xfrm>
                <a:off x="5940643" y="4439912"/>
                <a:ext cx="328449" cy="330554"/>
                <a:chOff x="4149281" y="1887719"/>
                <a:chExt cx="224837" cy="226650"/>
              </a:xfrm>
              <a:grpFill/>
            </p:grpSpPr>
            <p:sp>
              <p:nvSpPr>
                <p:cNvPr id="114" name="iSḷîḓé">
                  <a:extLst>
                    <a:ext uri="{FF2B5EF4-FFF2-40B4-BE49-F238E27FC236}">
                      <a16:creationId xmlns="" xmlns:p14="http://schemas.microsoft.com/office/powerpoint/2010/main" xmlns:p15="http://schemas.microsoft.com/office/powerpoint/2012/main" xmlns:a16="http://schemas.microsoft.com/office/drawing/2014/main" id="{28B01CA7-43D5-4FCA-AE0C-447D6D22D982}"/>
                    </a:ext>
                  </a:extLst>
                </p:cNvPr>
                <p:cNvSpPr/>
                <p:nvPr/>
              </p:nvSpPr>
              <p:spPr>
                <a:xfrm>
                  <a:off x="4149281" y="1887719"/>
                  <a:ext cx="224837" cy="226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5" name="ïşḷíḍê">
                  <a:extLst>
                    <a:ext uri="{FF2B5EF4-FFF2-40B4-BE49-F238E27FC236}">
                      <a16:creationId xmlns="" xmlns:p14="http://schemas.microsoft.com/office/powerpoint/2010/main" xmlns:p15="http://schemas.microsoft.com/office/powerpoint/2012/main" xmlns:a16="http://schemas.microsoft.com/office/drawing/2014/main" id="{2E566F91-F215-4641-AC9A-B10B0730CA5A}"/>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1" name="ïṣ1iḓe">
                <a:extLst>
                  <a:ext uri="{FF2B5EF4-FFF2-40B4-BE49-F238E27FC236}">
                    <a16:creationId xmlns="" xmlns:p14="http://schemas.microsoft.com/office/powerpoint/2010/main" xmlns:p15="http://schemas.microsoft.com/office/powerpoint/2012/main" xmlns:a16="http://schemas.microsoft.com/office/drawing/2014/main" id="{D38BBB8B-08FA-4FA0-90EF-DC9AAA8A7868}"/>
                  </a:ext>
                </a:extLst>
              </p:cNvPr>
              <p:cNvGrpSpPr/>
              <p:nvPr/>
            </p:nvGrpSpPr>
            <p:grpSpPr>
              <a:xfrm>
                <a:off x="5995533" y="2248023"/>
                <a:ext cx="206943" cy="208270"/>
                <a:chOff x="4149281" y="1887719"/>
                <a:chExt cx="224837" cy="226650"/>
              </a:xfrm>
              <a:grpFill/>
            </p:grpSpPr>
            <p:sp>
              <p:nvSpPr>
                <p:cNvPr id="112" name="íṩlîďé">
                  <a:extLst>
                    <a:ext uri="{FF2B5EF4-FFF2-40B4-BE49-F238E27FC236}">
                      <a16:creationId xmlns="" xmlns:p14="http://schemas.microsoft.com/office/powerpoint/2010/main" xmlns:p15="http://schemas.microsoft.com/office/powerpoint/2012/main" xmlns:a16="http://schemas.microsoft.com/office/drawing/2014/main" id="{551AE625-85DC-4D87-A13D-CDB4D6DD1895}"/>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3" name="iṩ1iḑè">
                  <a:extLst>
                    <a:ext uri="{FF2B5EF4-FFF2-40B4-BE49-F238E27FC236}">
                      <a16:creationId xmlns="" xmlns:p14="http://schemas.microsoft.com/office/powerpoint/2010/main" xmlns:p15="http://schemas.microsoft.com/office/powerpoint/2012/main" xmlns:a16="http://schemas.microsoft.com/office/drawing/2014/main" id="{5B5B491B-3BC9-4F85-BC8C-080C76200F09}"/>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grpSp>
      <p:grpSp>
        <p:nvGrpSpPr>
          <p:cNvPr id="54" name="í$ľiďê">
            <a:extLst>
              <a:ext uri="{FF2B5EF4-FFF2-40B4-BE49-F238E27FC236}">
                <a16:creationId xmlns="" xmlns:p14="http://schemas.microsoft.com/office/powerpoint/2010/main" xmlns:p15="http://schemas.microsoft.com/office/powerpoint/2012/main" xmlns:a16="http://schemas.microsoft.com/office/drawing/2014/main" id="{D2F45A1E-0A05-4994-B602-F3C9C683FCAE}"/>
              </a:ext>
            </a:extLst>
          </p:cNvPr>
          <p:cNvGrpSpPr/>
          <p:nvPr/>
        </p:nvGrpSpPr>
        <p:grpSpPr>
          <a:xfrm>
            <a:off x="4053683" y="2057429"/>
            <a:ext cx="694526" cy="210654"/>
            <a:chOff x="5983836" y="3409773"/>
            <a:chExt cx="1547693" cy="469425"/>
          </a:xfrm>
          <a:gradFill>
            <a:gsLst>
              <a:gs pos="100000">
                <a:srgbClr val="00FEFE">
                  <a:alpha val="31000"/>
                </a:srgbClr>
              </a:gs>
              <a:gs pos="0">
                <a:schemeClr val="bg1">
                  <a:alpha val="0"/>
                </a:schemeClr>
              </a:gs>
            </a:gsLst>
            <a:lin ang="10800000" scaled="1"/>
          </a:gradFill>
        </p:grpSpPr>
        <p:grpSp>
          <p:nvGrpSpPr>
            <p:cNvPr id="96" name="i$ľíďè">
              <a:extLst>
                <a:ext uri="{FF2B5EF4-FFF2-40B4-BE49-F238E27FC236}">
                  <a16:creationId xmlns="" xmlns:p14="http://schemas.microsoft.com/office/powerpoint/2010/main" xmlns:p15="http://schemas.microsoft.com/office/powerpoint/2012/main" xmlns:a16="http://schemas.microsoft.com/office/drawing/2014/main" id="{96771F0E-48CF-4D62-9E0B-73BF4F109BD1}"/>
                </a:ext>
              </a:extLst>
            </p:cNvPr>
            <p:cNvGrpSpPr/>
            <p:nvPr/>
          </p:nvGrpSpPr>
          <p:grpSpPr>
            <a:xfrm>
              <a:off x="6383629" y="3409773"/>
              <a:ext cx="328449" cy="330554"/>
              <a:chOff x="4149281" y="1887719"/>
              <a:chExt cx="224837" cy="226650"/>
            </a:xfrm>
            <a:grpFill/>
          </p:grpSpPr>
          <p:sp>
            <p:nvSpPr>
              <p:cNvPr id="103" name="îṧļîḋê">
                <a:extLst>
                  <a:ext uri="{FF2B5EF4-FFF2-40B4-BE49-F238E27FC236}">
                    <a16:creationId xmlns="" xmlns:p14="http://schemas.microsoft.com/office/powerpoint/2010/main" xmlns:p15="http://schemas.microsoft.com/office/powerpoint/2012/main" xmlns:a16="http://schemas.microsoft.com/office/drawing/2014/main" id="{7175E558-A750-4A49-8F50-E81EE6BAC33F}"/>
                  </a:ext>
                </a:extLst>
              </p:cNvPr>
              <p:cNvSpPr/>
              <p:nvPr/>
            </p:nvSpPr>
            <p:spPr>
              <a:xfrm>
                <a:off x="4149281" y="1887719"/>
                <a:ext cx="224837" cy="226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4" name="îSḻíḍe">
                <a:extLst>
                  <a:ext uri="{FF2B5EF4-FFF2-40B4-BE49-F238E27FC236}">
                    <a16:creationId xmlns="" xmlns:p14="http://schemas.microsoft.com/office/powerpoint/2010/main" xmlns:p15="http://schemas.microsoft.com/office/powerpoint/2012/main" xmlns:a16="http://schemas.microsoft.com/office/drawing/2014/main" id="{DA0DA1FB-CC85-4413-93E9-C89C9DEB7E4D}"/>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97" name="íşḷïďè">
              <a:extLst>
                <a:ext uri="{FF2B5EF4-FFF2-40B4-BE49-F238E27FC236}">
                  <a16:creationId xmlns="" xmlns:p14="http://schemas.microsoft.com/office/powerpoint/2010/main" xmlns:p15="http://schemas.microsoft.com/office/powerpoint/2012/main" xmlns:a16="http://schemas.microsoft.com/office/drawing/2014/main" id="{C10157E0-1DD6-489E-911F-705C32431896}"/>
                </a:ext>
              </a:extLst>
            </p:cNvPr>
            <p:cNvGrpSpPr/>
            <p:nvPr/>
          </p:nvGrpSpPr>
          <p:grpSpPr>
            <a:xfrm>
              <a:off x="5983836" y="3624513"/>
              <a:ext cx="206943" cy="208270"/>
              <a:chOff x="4149281" y="1887719"/>
              <a:chExt cx="224837" cy="226650"/>
            </a:xfrm>
            <a:grpFill/>
          </p:grpSpPr>
          <p:sp>
            <p:nvSpPr>
              <p:cNvPr id="101" name="îśḻïḍé">
                <a:extLst>
                  <a:ext uri="{FF2B5EF4-FFF2-40B4-BE49-F238E27FC236}">
                    <a16:creationId xmlns="" xmlns:p14="http://schemas.microsoft.com/office/powerpoint/2010/main" xmlns:p15="http://schemas.microsoft.com/office/powerpoint/2012/main" xmlns:a16="http://schemas.microsoft.com/office/drawing/2014/main" id="{25C43BFD-B449-411B-A5C3-3B4B1A5FA75E}"/>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2" name="ïśḻíḓé">
                <a:extLst>
                  <a:ext uri="{FF2B5EF4-FFF2-40B4-BE49-F238E27FC236}">
                    <a16:creationId xmlns="" xmlns:p14="http://schemas.microsoft.com/office/powerpoint/2010/main" xmlns:p15="http://schemas.microsoft.com/office/powerpoint/2012/main" xmlns:a16="http://schemas.microsoft.com/office/drawing/2014/main" id="{02FD637B-D263-4634-BD95-F500545EEA31}"/>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98" name="išľíḍe">
              <a:extLst>
                <a:ext uri="{FF2B5EF4-FFF2-40B4-BE49-F238E27FC236}">
                  <a16:creationId xmlns="" xmlns:p14="http://schemas.microsoft.com/office/powerpoint/2010/main" xmlns:p15="http://schemas.microsoft.com/office/powerpoint/2012/main" xmlns:a16="http://schemas.microsoft.com/office/drawing/2014/main" id="{7232247D-2037-433B-8A15-4313E0FBA748}"/>
                </a:ext>
              </a:extLst>
            </p:cNvPr>
            <p:cNvGrpSpPr/>
            <p:nvPr/>
          </p:nvGrpSpPr>
          <p:grpSpPr>
            <a:xfrm>
              <a:off x="7303891" y="3650101"/>
              <a:ext cx="227638" cy="229097"/>
              <a:chOff x="4149281" y="1887719"/>
              <a:chExt cx="224837" cy="226650"/>
            </a:xfrm>
            <a:grpFill/>
          </p:grpSpPr>
          <p:sp>
            <p:nvSpPr>
              <p:cNvPr id="99" name="iŝḻîḍe">
                <a:extLst>
                  <a:ext uri="{FF2B5EF4-FFF2-40B4-BE49-F238E27FC236}">
                    <a16:creationId xmlns="" xmlns:p14="http://schemas.microsoft.com/office/powerpoint/2010/main" xmlns:p15="http://schemas.microsoft.com/office/powerpoint/2012/main" xmlns:a16="http://schemas.microsoft.com/office/drawing/2014/main" id="{EDF96341-3A01-463E-8591-C93D9D0BCD37}"/>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0" name="î$ľídê">
                <a:extLst>
                  <a:ext uri="{FF2B5EF4-FFF2-40B4-BE49-F238E27FC236}">
                    <a16:creationId xmlns="" xmlns:p14="http://schemas.microsoft.com/office/powerpoint/2010/main" xmlns:p15="http://schemas.microsoft.com/office/powerpoint/2012/main" xmlns:a16="http://schemas.microsoft.com/office/drawing/2014/main" id="{B97675DF-B6C2-4A24-A2BA-2ECA83F497BC}"/>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grpSp>
        <p:nvGrpSpPr>
          <p:cNvPr id="55" name="iṡļîḑe">
            <a:extLst>
              <a:ext uri="{FF2B5EF4-FFF2-40B4-BE49-F238E27FC236}">
                <a16:creationId xmlns="" xmlns:p14="http://schemas.microsoft.com/office/powerpoint/2010/main" xmlns:p15="http://schemas.microsoft.com/office/powerpoint/2012/main" xmlns:a16="http://schemas.microsoft.com/office/drawing/2014/main" id="{A2FB22B2-6653-4C0E-BCDF-6FC1BD863624}"/>
              </a:ext>
            </a:extLst>
          </p:cNvPr>
          <p:cNvGrpSpPr/>
          <p:nvPr/>
        </p:nvGrpSpPr>
        <p:grpSpPr>
          <a:xfrm>
            <a:off x="3159392" y="1228867"/>
            <a:ext cx="1878216" cy="1843671"/>
            <a:chOff x="3990983" y="1563392"/>
            <a:chExt cx="4185447" cy="4108467"/>
          </a:xfrm>
          <a:gradFill>
            <a:gsLst>
              <a:gs pos="100000">
                <a:srgbClr val="00FEFE">
                  <a:alpha val="31000"/>
                </a:srgbClr>
              </a:gs>
              <a:gs pos="0">
                <a:schemeClr val="bg1">
                  <a:alpha val="0"/>
                </a:schemeClr>
              </a:gs>
            </a:gsLst>
            <a:lin ang="10800000" scaled="1"/>
          </a:gradFill>
        </p:grpSpPr>
        <p:grpSp>
          <p:nvGrpSpPr>
            <p:cNvPr id="56" name="íslíde">
              <a:extLst>
                <a:ext uri="{FF2B5EF4-FFF2-40B4-BE49-F238E27FC236}">
                  <a16:creationId xmlns="" xmlns:p14="http://schemas.microsoft.com/office/powerpoint/2010/main" xmlns:p15="http://schemas.microsoft.com/office/powerpoint/2012/main" xmlns:a16="http://schemas.microsoft.com/office/drawing/2014/main" id="{5BB2A7EC-4378-4FA1-A894-7012AC37B310}"/>
                </a:ext>
              </a:extLst>
            </p:cNvPr>
            <p:cNvGrpSpPr/>
            <p:nvPr/>
          </p:nvGrpSpPr>
          <p:grpSpPr>
            <a:xfrm>
              <a:off x="4085983" y="4338917"/>
              <a:ext cx="250401" cy="252007"/>
              <a:chOff x="4149281" y="1887719"/>
              <a:chExt cx="224837" cy="226650"/>
            </a:xfrm>
            <a:grpFill/>
          </p:grpSpPr>
          <p:sp>
            <p:nvSpPr>
              <p:cNvPr id="94" name="iśḷîḑè">
                <a:extLst>
                  <a:ext uri="{FF2B5EF4-FFF2-40B4-BE49-F238E27FC236}">
                    <a16:creationId xmlns="" xmlns:p14="http://schemas.microsoft.com/office/powerpoint/2010/main" xmlns:p15="http://schemas.microsoft.com/office/powerpoint/2012/main" xmlns:a16="http://schemas.microsoft.com/office/drawing/2014/main" id="{BD20164B-8C29-4EDA-BA33-96FA98CBEB5A}"/>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5" name="is1iďé">
                <a:extLst>
                  <a:ext uri="{FF2B5EF4-FFF2-40B4-BE49-F238E27FC236}">
                    <a16:creationId xmlns="" xmlns:p14="http://schemas.microsoft.com/office/powerpoint/2010/main" xmlns:p15="http://schemas.microsoft.com/office/powerpoint/2012/main" xmlns:a16="http://schemas.microsoft.com/office/drawing/2014/main" id="{94395E01-0126-4326-8C42-6C19D25778DE}"/>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57" name="išľíḋé">
              <a:extLst>
                <a:ext uri="{FF2B5EF4-FFF2-40B4-BE49-F238E27FC236}">
                  <a16:creationId xmlns="" xmlns:p14="http://schemas.microsoft.com/office/powerpoint/2010/main" xmlns:p15="http://schemas.microsoft.com/office/powerpoint/2012/main" xmlns:a16="http://schemas.microsoft.com/office/drawing/2014/main" id="{ACF533F4-7A1E-452C-82FF-E630CE526FE9}"/>
                </a:ext>
              </a:extLst>
            </p:cNvPr>
            <p:cNvGrpSpPr/>
            <p:nvPr/>
          </p:nvGrpSpPr>
          <p:grpSpPr>
            <a:xfrm>
              <a:off x="5165128" y="5419852"/>
              <a:ext cx="250401" cy="252007"/>
              <a:chOff x="4149281" y="1887719"/>
              <a:chExt cx="224837" cy="226650"/>
            </a:xfrm>
            <a:grpFill/>
          </p:grpSpPr>
          <p:sp>
            <p:nvSpPr>
              <p:cNvPr id="92" name="îs1ídè">
                <a:extLst>
                  <a:ext uri="{FF2B5EF4-FFF2-40B4-BE49-F238E27FC236}">
                    <a16:creationId xmlns="" xmlns:p14="http://schemas.microsoft.com/office/powerpoint/2010/main" xmlns:p15="http://schemas.microsoft.com/office/powerpoint/2012/main" xmlns:a16="http://schemas.microsoft.com/office/drawing/2014/main" id="{F1C648D1-7B8D-4792-AEED-33E888BB70C5}"/>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3" name="íS1ïḍè">
                <a:extLst>
                  <a:ext uri="{FF2B5EF4-FFF2-40B4-BE49-F238E27FC236}">
                    <a16:creationId xmlns="" xmlns:p14="http://schemas.microsoft.com/office/powerpoint/2010/main" xmlns:p15="http://schemas.microsoft.com/office/powerpoint/2012/main" xmlns:a16="http://schemas.microsoft.com/office/drawing/2014/main" id="{4AB54A06-8AE9-48B8-BF9C-D74C2E4D02BB}"/>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58" name="íṣ1ïḓé">
              <a:extLst>
                <a:ext uri="{FF2B5EF4-FFF2-40B4-BE49-F238E27FC236}">
                  <a16:creationId xmlns="" xmlns:p14="http://schemas.microsoft.com/office/powerpoint/2010/main" xmlns:p15="http://schemas.microsoft.com/office/powerpoint/2012/main" xmlns:a16="http://schemas.microsoft.com/office/drawing/2014/main" id="{7A76E35B-B2FD-4FC3-AA20-20DDAF64C246}"/>
                </a:ext>
              </a:extLst>
            </p:cNvPr>
            <p:cNvGrpSpPr/>
            <p:nvPr/>
          </p:nvGrpSpPr>
          <p:grpSpPr>
            <a:xfrm>
              <a:off x="6786047" y="5374409"/>
              <a:ext cx="250401" cy="252007"/>
              <a:chOff x="4149281" y="1887719"/>
              <a:chExt cx="224837" cy="226650"/>
            </a:xfrm>
            <a:grpFill/>
          </p:grpSpPr>
          <p:sp>
            <p:nvSpPr>
              <p:cNvPr id="90" name="išļïḓè">
                <a:extLst>
                  <a:ext uri="{FF2B5EF4-FFF2-40B4-BE49-F238E27FC236}">
                    <a16:creationId xmlns="" xmlns:p14="http://schemas.microsoft.com/office/powerpoint/2010/main" xmlns:p15="http://schemas.microsoft.com/office/powerpoint/2012/main" xmlns:a16="http://schemas.microsoft.com/office/drawing/2014/main" id="{91ECEF74-6C32-4FEB-8A98-9FFBDF000E21}"/>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1" name="î$lïďe">
                <a:extLst>
                  <a:ext uri="{FF2B5EF4-FFF2-40B4-BE49-F238E27FC236}">
                    <a16:creationId xmlns="" xmlns:p14="http://schemas.microsoft.com/office/powerpoint/2010/main" xmlns:p15="http://schemas.microsoft.com/office/powerpoint/2012/main" xmlns:a16="http://schemas.microsoft.com/office/drawing/2014/main" id="{80A5BD7B-27AE-490E-94EC-EBEF45262B79}"/>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59" name="ísḷïḓê">
              <a:extLst>
                <a:ext uri="{FF2B5EF4-FFF2-40B4-BE49-F238E27FC236}">
                  <a16:creationId xmlns="" xmlns:p14="http://schemas.microsoft.com/office/powerpoint/2010/main" xmlns:p15="http://schemas.microsoft.com/office/powerpoint/2012/main" xmlns:a16="http://schemas.microsoft.com/office/drawing/2014/main" id="{2580B90B-DB7B-4D41-A93E-9DB7D6A38750}"/>
                </a:ext>
              </a:extLst>
            </p:cNvPr>
            <p:cNvGrpSpPr/>
            <p:nvPr/>
          </p:nvGrpSpPr>
          <p:grpSpPr>
            <a:xfrm>
              <a:off x="7853773" y="4463088"/>
              <a:ext cx="250401" cy="252007"/>
              <a:chOff x="4149281" y="1887719"/>
              <a:chExt cx="224837" cy="226650"/>
            </a:xfrm>
            <a:grpFill/>
          </p:grpSpPr>
          <p:sp>
            <p:nvSpPr>
              <p:cNvPr id="88" name="ï$ļîḍé">
                <a:extLst>
                  <a:ext uri="{FF2B5EF4-FFF2-40B4-BE49-F238E27FC236}">
                    <a16:creationId xmlns="" xmlns:p14="http://schemas.microsoft.com/office/powerpoint/2010/main" xmlns:p15="http://schemas.microsoft.com/office/powerpoint/2012/main" xmlns:a16="http://schemas.microsoft.com/office/drawing/2014/main" id="{2F03F7CA-3442-41A5-A162-3938C725EC25}"/>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9" name="îşḷiďè">
                <a:extLst>
                  <a:ext uri="{FF2B5EF4-FFF2-40B4-BE49-F238E27FC236}">
                    <a16:creationId xmlns="" xmlns:p14="http://schemas.microsoft.com/office/powerpoint/2010/main" xmlns:p15="http://schemas.microsoft.com/office/powerpoint/2012/main" xmlns:a16="http://schemas.microsoft.com/office/drawing/2014/main" id="{204FCA37-1574-4586-AE61-4D8A0D431B1C}"/>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sp>
          <p:nvSpPr>
            <p:cNvPr id="60" name="is1iḋê">
              <a:extLst>
                <a:ext uri="{FF2B5EF4-FFF2-40B4-BE49-F238E27FC236}">
                  <a16:creationId xmlns="" xmlns:p14="http://schemas.microsoft.com/office/powerpoint/2010/main" xmlns:p15="http://schemas.microsoft.com/office/powerpoint/2012/main" xmlns:a16="http://schemas.microsoft.com/office/drawing/2014/main" id="{64DCBB27-2E1D-4F57-AA05-57FDC34A5CEA}"/>
                </a:ext>
              </a:extLst>
            </p:cNvPr>
            <p:cNvSpPr/>
            <p:nvPr/>
          </p:nvSpPr>
          <p:spPr>
            <a:xfrm>
              <a:off x="7900989" y="2960836"/>
              <a:ext cx="275441" cy="277207"/>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nvGrpSpPr>
            <p:cNvPr id="61" name="îSḷiḋé">
              <a:extLst>
                <a:ext uri="{FF2B5EF4-FFF2-40B4-BE49-F238E27FC236}">
                  <a16:creationId xmlns="" xmlns:p14="http://schemas.microsoft.com/office/powerpoint/2010/main" xmlns:p15="http://schemas.microsoft.com/office/powerpoint/2012/main" xmlns:a16="http://schemas.microsoft.com/office/drawing/2014/main" id="{8ABAFA35-9BF4-4EFD-8756-D1CF4206FA15}"/>
                </a:ext>
              </a:extLst>
            </p:cNvPr>
            <p:cNvGrpSpPr/>
            <p:nvPr/>
          </p:nvGrpSpPr>
          <p:grpSpPr>
            <a:xfrm>
              <a:off x="7460264" y="2178046"/>
              <a:ext cx="206943" cy="208270"/>
              <a:chOff x="4149281" y="1887719"/>
              <a:chExt cx="224837" cy="226650"/>
            </a:xfrm>
            <a:grpFill/>
          </p:grpSpPr>
          <p:sp>
            <p:nvSpPr>
              <p:cNvPr id="86" name="ïSḻiḑé">
                <a:extLst>
                  <a:ext uri="{FF2B5EF4-FFF2-40B4-BE49-F238E27FC236}">
                    <a16:creationId xmlns="" xmlns:p14="http://schemas.microsoft.com/office/powerpoint/2010/main" xmlns:p15="http://schemas.microsoft.com/office/powerpoint/2012/main" xmlns:a16="http://schemas.microsoft.com/office/drawing/2014/main" id="{BB1A1E6A-5021-4A1B-AC6D-885A6FDBBF57}"/>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7" name="ï$lîḓê">
                <a:extLst>
                  <a:ext uri="{FF2B5EF4-FFF2-40B4-BE49-F238E27FC236}">
                    <a16:creationId xmlns="" xmlns:p14="http://schemas.microsoft.com/office/powerpoint/2010/main" xmlns:p15="http://schemas.microsoft.com/office/powerpoint/2012/main" xmlns:a16="http://schemas.microsoft.com/office/drawing/2014/main" id="{0F957FBE-F37C-42BD-829B-EBF05064387A}"/>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2" name="iṥļíďê">
              <a:extLst>
                <a:ext uri="{FF2B5EF4-FFF2-40B4-BE49-F238E27FC236}">
                  <a16:creationId xmlns="" xmlns:p14="http://schemas.microsoft.com/office/powerpoint/2010/main" xmlns:p15="http://schemas.microsoft.com/office/powerpoint/2012/main" xmlns:a16="http://schemas.microsoft.com/office/drawing/2014/main" id="{13F84CF2-6B8C-4702-A4B8-ACE9AF8201D4}"/>
                </a:ext>
              </a:extLst>
            </p:cNvPr>
            <p:cNvGrpSpPr/>
            <p:nvPr/>
          </p:nvGrpSpPr>
          <p:grpSpPr>
            <a:xfrm>
              <a:off x="6673055" y="1696133"/>
              <a:ext cx="206943" cy="208270"/>
              <a:chOff x="4149281" y="1887719"/>
              <a:chExt cx="224837" cy="226650"/>
            </a:xfrm>
            <a:grpFill/>
          </p:grpSpPr>
          <p:sp>
            <p:nvSpPr>
              <p:cNvPr id="84" name="íṧlïḑê">
                <a:extLst>
                  <a:ext uri="{FF2B5EF4-FFF2-40B4-BE49-F238E27FC236}">
                    <a16:creationId xmlns="" xmlns:p14="http://schemas.microsoft.com/office/powerpoint/2010/main" xmlns:p15="http://schemas.microsoft.com/office/powerpoint/2012/main" xmlns:a16="http://schemas.microsoft.com/office/drawing/2014/main" id="{B4F92D96-86BF-4A0E-BB35-A81666427D2A}"/>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5" name="îŝļíḍè">
                <a:extLst>
                  <a:ext uri="{FF2B5EF4-FFF2-40B4-BE49-F238E27FC236}">
                    <a16:creationId xmlns="" xmlns:p14="http://schemas.microsoft.com/office/powerpoint/2010/main" xmlns:p15="http://schemas.microsoft.com/office/powerpoint/2012/main" xmlns:a16="http://schemas.microsoft.com/office/drawing/2014/main" id="{797EBD56-E463-4169-A564-677FA817625E}"/>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3" name="isḻîḑe">
              <a:extLst>
                <a:ext uri="{FF2B5EF4-FFF2-40B4-BE49-F238E27FC236}">
                  <a16:creationId xmlns="" xmlns:p14="http://schemas.microsoft.com/office/powerpoint/2010/main" xmlns:p15="http://schemas.microsoft.com/office/powerpoint/2012/main" xmlns:a16="http://schemas.microsoft.com/office/drawing/2014/main" id="{C0E96165-F91C-4FFE-A920-1DFCAD660CF0}"/>
                </a:ext>
              </a:extLst>
            </p:cNvPr>
            <p:cNvGrpSpPr/>
            <p:nvPr/>
          </p:nvGrpSpPr>
          <p:grpSpPr>
            <a:xfrm>
              <a:off x="5636903" y="1563392"/>
              <a:ext cx="206943" cy="208270"/>
              <a:chOff x="4149281" y="1887719"/>
              <a:chExt cx="224837" cy="226650"/>
            </a:xfrm>
            <a:grpFill/>
          </p:grpSpPr>
          <p:sp>
            <p:nvSpPr>
              <p:cNvPr id="82" name="îşḻiḓé">
                <a:extLst>
                  <a:ext uri="{FF2B5EF4-FFF2-40B4-BE49-F238E27FC236}">
                    <a16:creationId xmlns="" xmlns:p14="http://schemas.microsoft.com/office/powerpoint/2010/main" xmlns:p15="http://schemas.microsoft.com/office/powerpoint/2012/main" xmlns:a16="http://schemas.microsoft.com/office/drawing/2014/main" id="{69E58DD3-7CFE-4636-A716-00DD185C9CC6}"/>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3" name="iṩ1ídê">
                <a:extLst>
                  <a:ext uri="{FF2B5EF4-FFF2-40B4-BE49-F238E27FC236}">
                    <a16:creationId xmlns="" xmlns:p14="http://schemas.microsoft.com/office/powerpoint/2010/main" xmlns:p15="http://schemas.microsoft.com/office/powerpoint/2012/main" xmlns:a16="http://schemas.microsoft.com/office/drawing/2014/main" id="{902918FC-7999-475B-ACD6-9A13A9E6C370}"/>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4" name="ïšļïďê">
              <a:extLst>
                <a:ext uri="{FF2B5EF4-FFF2-40B4-BE49-F238E27FC236}">
                  <a16:creationId xmlns="" xmlns:p14="http://schemas.microsoft.com/office/powerpoint/2010/main" xmlns:p15="http://schemas.microsoft.com/office/powerpoint/2012/main" xmlns:a16="http://schemas.microsoft.com/office/drawing/2014/main" id="{C38DB241-C6EF-4871-8B92-7E95CB15D320}"/>
                </a:ext>
              </a:extLst>
            </p:cNvPr>
            <p:cNvGrpSpPr/>
            <p:nvPr/>
          </p:nvGrpSpPr>
          <p:grpSpPr>
            <a:xfrm>
              <a:off x="4353051" y="2331478"/>
              <a:ext cx="219675" cy="221084"/>
              <a:chOff x="4149281" y="1887719"/>
              <a:chExt cx="224837" cy="226650"/>
            </a:xfrm>
            <a:grpFill/>
          </p:grpSpPr>
          <p:sp>
            <p:nvSpPr>
              <p:cNvPr id="80" name="iŝļïďe">
                <a:extLst>
                  <a:ext uri="{FF2B5EF4-FFF2-40B4-BE49-F238E27FC236}">
                    <a16:creationId xmlns="" xmlns:p14="http://schemas.microsoft.com/office/powerpoint/2010/main" xmlns:p15="http://schemas.microsoft.com/office/powerpoint/2012/main" xmlns:a16="http://schemas.microsoft.com/office/drawing/2014/main" id="{15C8998B-97A9-454D-A656-7BE738546DA8}"/>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1" name="íšliḓe">
                <a:extLst>
                  <a:ext uri="{FF2B5EF4-FFF2-40B4-BE49-F238E27FC236}">
                    <a16:creationId xmlns="" xmlns:p14="http://schemas.microsoft.com/office/powerpoint/2010/main" xmlns:p15="http://schemas.microsoft.com/office/powerpoint/2012/main" xmlns:a16="http://schemas.microsoft.com/office/drawing/2014/main" id="{8E008724-FDEC-4F15-AAD1-A2B648984371}"/>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5" name="ïsļiḋè">
              <a:extLst>
                <a:ext uri="{FF2B5EF4-FFF2-40B4-BE49-F238E27FC236}">
                  <a16:creationId xmlns="" xmlns:p14="http://schemas.microsoft.com/office/powerpoint/2010/main" xmlns:p15="http://schemas.microsoft.com/office/powerpoint/2012/main" xmlns:a16="http://schemas.microsoft.com/office/drawing/2014/main" id="{FCB1741A-5864-4D6E-A6BE-CE951C92F252}"/>
                </a:ext>
              </a:extLst>
            </p:cNvPr>
            <p:cNvGrpSpPr/>
            <p:nvPr/>
          </p:nvGrpSpPr>
          <p:grpSpPr>
            <a:xfrm>
              <a:off x="3990983" y="3187984"/>
              <a:ext cx="219675" cy="221084"/>
              <a:chOff x="4149281" y="1887719"/>
              <a:chExt cx="224837" cy="226650"/>
            </a:xfrm>
            <a:grpFill/>
          </p:grpSpPr>
          <p:sp>
            <p:nvSpPr>
              <p:cNvPr id="78" name="isļiḍè">
                <a:extLst>
                  <a:ext uri="{FF2B5EF4-FFF2-40B4-BE49-F238E27FC236}">
                    <a16:creationId xmlns="" xmlns:p14="http://schemas.microsoft.com/office/powerpoint/2010/main" xmlns:p15="http://schemas.microsoft.com/office/powerpoint/2012/main" xmlns:a16="http://schemas.microsoft.com/office/drawing/2014/main" id="{1DF01014-0774-43D1-843F-FBEC71CC5E03}"/>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9" name="íṥļîḑé">
                <a:extLst>
                  <a:ext uri="{FF2B5EF4-FFF2-40B4-BE49-F238E27FC236}">
                    <a16:creationId xmlns="" xmlns:p14="http://schemas.microsoft.com/office/powerpoint/2010/main" xmlns:p15="http://schemas.microsoft.com/office/powerpoint/2012/main" xmlns:a16="http://schemas.microsoft.com/office/drawing/2014/main" id="{0CFB647A-990B-4428-9A23-AADC986D641B}"/>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6" name="íṥlíḓê">
              <a:extLst>
                <a:ext uri="{FF2B5EF4-FFF2-40B4-BE49-F238E27FC236}">
                  <a16:creationId xmlns="" xmlns:p14="http://schemas.microsoft.com/office/powerpoint/2010/main" xmlns:p15="http://schemas.microsoft.com/office/powerpoint/2012/main" xmlns:a16="http://schemas.microsoft.com/office/drawing/2014/main" id="{19069078-157D-4C20-AA98-C8AC91160A00}"/>
                </a:ext>
              </a:extLst>
            </p:cNvPr>
            <p:cNvGrpSpPr/>
            <p:nvPr/>
          </p:nvGrpSpPr>
          <p:grpSpPr>
            <a:xfrm>
              <a:off x="4705258" y="2828806"/>
              <a:ext cx="199705" cy="200984"/>
              <a:chOff x="4149281" y="1887719"/>
              <a:chExt cx="224837" cy="226650"/>
            </a:xfrm>
            <a:grpFill/>
          </p:grpSpPr>
          <p:sp>
            <p:nvSpPr>
              <p:cNvPr id="76" name="ïṥļîḍe">
                <a:extLst>
                  <a:ext uri="{FF2B5EF4-FFF2-40B4-BE49-F238E27FC236}">
                    <a16:creationId xmlns="" xmlns:p14="http://schemas.microsoft.com/office/powerpoint/2010/main" xmlns:p15="http://schemas.microsoft.com/office/powerpoint/2012/main" xmlns:a16="http://schemas.microsoft.com/office/drawing/2014/main" id="{402A2256-4837-49B9-9402-9441AFFF1355}"/>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7" name="ïsḷíḓê">
                <a:extLst>
                  <a:ext uri="{FF2B5EF4-FFF2-40B4-BE49-F238E27FC236}">
                    <a16:creationId xmlns="" xmlns:p14="http://schemas.microsoft.com/office/powerpoint/2010/main" xmlns:p15="http://schemas.microsoft.com/office/powerpoint/2012/main" xmlns:a16="http://schemas.microsoft.com/office/drawing/2014/main" id="{9ECECFFF-11E4-421A-A9DF-3FF6981F45A2}"/>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7" name="íşļïḋê">
              <a:extLst>
                <a:ext uri="{FF2B5EF4-FFF2-40B4-BE49-F238E27FC236}">
                  <a16:creationId xmlns="" xmlns:p14="http://schemas.microsoft.com/office/powerpoint/2010/main" xmlns:p15="http://schemas.microsoft.com/office/powerpoint/2012/main" xmlns:a16="http://schemas.microsoft.com/office/drawing/2014/main" id="{E8BAE786-7D64-4F2B-97E7-339F203A5774}"/>
                </a:ext>
              </a:extLst>
            </p:cNvPr>
            <p:cNvGrpSpPr/>
            <p:nvPr/>
          </p:nvGrpSpPr>
          <p:grpSpPr>
            <a:xfrm>
              <a:off x="4867553" y="4396697"/>
              <a:ext cx="328449" cy="330554"/>
              <a:chOff x="4149281" y="1887719"/>
              <a:chExt cx="224837" cy="226650"/>
            </a:xfrm>
            <a:grpFill/>
          </p:grpSpPr>
          <p:sp>
            <p:nvSpPr>
              <p:cNvPr id="74" name="iṧḷíďé">
                <a:extLst>
                  <a:ext uri="{FF2B5EF4-FFF2-40B4-BE49-F238E27FC236}">
                    <a16:creationId xmlns="" xmlns:p14="http://schemas.microsoft.com/office/powerpoint/2010/main" xmlns:p15="http://schemas.microsoft.com/office/powerpoint/2012/main" xmlns:a16="http://schemas.microsoft.com/office/drawing/2014/main" id="{F27B0B5C-CE05-4211-A322-96DF99F679F4}"/>
                  </a:ext>
                </a:extLst>
              </p:cNvPr>
              <p:cNvSpPr/>
              <p:nvPr/>
            </p:nvSpPr>
            <p:spPr>
              <a:xfrm>
                <a:off x="4149281" y="1887719"/>
                <a:ext cx="224837" cy="226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5" name="iṣ1îḋé">
                <a:extLst>
                  <a:ext uri="{FF2B5EF4-FFF2-40B4-BE49-F238E27FC236}">
                    <a16:creationId xmlns="" xmlns:p14="http://schemas.microsoft.com/office/powerpoint/2010/main" xmlns:p15="http://schemas.microsoft.com/office/powerpoint/2012/main" xmlns:a16="http://schemas.microsoft.com/office/drawing/2014/main" id="{4DA0ABB4-FCDA-459D-BED0-B3E75612897C}"/>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8" name="ïsļíďé">
              <a:extLst>
                <a:ext uri="{FF2B5EF4-FFF2-40B4-BE49-F238E27FC236}">
                  <a16:creationId xmlns="" xmlns:p14="http://schemas.microsoft.com/office/powerpoint/2010/main" xmlns:p15="http://schemas.microsoft.com/office/powerpoint/2012/main" xmlns:a16="http://schemas.microsoft.com/office/drawing/2014/main" id="{75F6DA9C-D5BE-487D-962A-299DC45855D8}"/>
                </a:ext>
              </a:extLst>
            </p:cNvPr>
            <p:cNvGrpSpPr/>
            <p:nvPr/>
          </p:nvGrpSpPr>
          <p:grpSpPr>
            <a:xfrm>
              <a:off x="5480832" y="1998704"/>
              <a:ext cx="206943" cy="208270"/>
              <a:chOff x="4149281" y="1887719"/>
              <a:chExt cx="224837" cy="226650"/>
            </a:xfrm>
            <a:grpFill/>
          </p:grpSpPr>
          <p:sp>
            <p:nvSpPr>
              <p:cNvPr id="72" name="is1îďè">
                <a:extLst>
                  <a:ext uri="{FF2B5EF4-FFF2-40B4-BE49-F238E27FC236}">
                    <a16:creationId xmlns="" xmlns:p14="http://schemas.microsoft.com/office/powerpoint/2010/main" xmlns:p15="http://schemas.microsoft.com/office/powerpoint/2012/main" xmlns:a16="http://schemas.microsoft.com/office/drawing/2014/main" id="{E6E282B4-41F0-49AC-8BFC-9EDD44213FC2}"/>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3" name="iṣlidè">
                <a:extLst>
                  <a:ext uri="{FF2B5EF4-FFF2-40B4-BE49-F238E27FC236}">
                    <a16:creationId xmlns="" xmlns:p14="http://schemas.microsoft.com/office/powerpoint/2010/main" xmlns:p15="http://schemas.microsoft.com/office/powerpoint/2012/main" xmlns:a16="http://schemas.microsoft.com/office/drawing/2014/main" id="{30DD4CF5-5639-42AD-844A-47DF938295D5}"/>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69" name="îṥļïďê">
              <a:extLst>
                <a:ext uri="{FF2B5EF4-FFF2-40B4-BE49-F238E27FC236}">
                  <a16:creationId xmlns="" xmlns:p14="http://schemas.microsoft.com/office/powerpoint/2010/main" xmlns:p15="http://schemas.microsoft.com/office/powerpoint/2012/main" xmlns:a16="http://schemas.microsoft.com/office/drawing/2014/main" id="{33B4B5EC-DC1D-47E0-B3C9-9B0A62BD99BF}"/>
                </a:ext>
              </a:extLst>
            </p:cNvPr>
            <p:cNvGrpSpPr/>
            <p:nvPr/>
          </p:nvGrpSpPr>
          <p:grpSpPr>
            <a:xfrm>
              <a:off x="7068613" y="4908628"/>
              <a:ext cx="250402" cy="252007"/>
              <a:chOff x="4149281" y="1887719"/>
              <a:chExt cx="224837" cy="226650"/>
            </a:xfrm>
            <a:grpFill/>
          </p:grpSpPr>
          <p:sp>
            <p:nvSpPr>
              <p:cNvPr id="70" name="îṣľiḋé">
                <a:extLst>
                  <a:ext uri="{FF2B5EF4-FFF2-40B4-BE49-F238E27FC236}">
                    <a16:creationId xmlns="" xmlns:p14="http://schemas.microsoft.com/office/powerpoint/2010/main" xmlns:p15="http://schemas.microsoft.com/office/powerpoint/2012/main" xmlns:a16="http://schemas.microsoft.com/office/drawing/2014/main" id="{03A0F2E9-AC01-4B34-B9F1-CA3594D5C81C}"/>
                  </a:ext>
                </a:extLst>
              </p:cNvPr>
              <p:cNvSpPr/>
              <p:nvPr/>
            </p:nvSpPr>
            <p:spPr>
              <a:xfrm>
                <a:off x="4149281" y="1887719"/>
                <a:ext cx="224837" cy="22665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1" name="íṣľîďé">
                <a:extLst>
                  <a:ext uri="{FF2B5EF4-FFF2-40B4-BE49-F238E27FC236}">
                    <a16:creationId xmlns="" xmlns:p14="http://schemas.microsoft.com/office/powerpoint/2010/main" xmlns:p15="http://schemas.microsoft.com/office/powerpoint/2012/main" xmlns:a16="http://schemas.microsoft.com/office/drawing/2014/main" id="{F654509D-176B-4C6A-B21F-2CA20911FCFB}"/>
                  </a:ext>
                </a:extLst>
              </p:cNvPr>
              <p:cNvSpPr/>
              <p:nvPr/>
            </p:nvSpPr>
            <p:spPr>
              <a:xfrm>
                <a:off x="4209256" y="1948177"/>
                <a:ext cx="104887" cy="10573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sp>
        <p:nvSpPr>
          <p:cNvPr id="155" name="TextBox 13">
            <a:extLst>
              <a:ext uri="{FF2B5EF4-FFF2-40B4-BE49-F238E27FC236}">
                <a16:creationId xmlns="" xmlns:p14="http://schemas.microsoft.com/office/powerpoint/2010/main" xmlns:p15="http://schemas.microsoft.com/office/powerpoint/2012/main" xmlns:a16="http://schemas.microsoft.com/office/drawing/2014/main" id="{D42419CC-911D-4B99-96DD-84EF6B994A6B}"/>
              </a:ext>
            </a:extLst>
          </p:cNvPr>
          <p:cNvSpPr txBox="1"/>
          <p:nvPr/>
        </p:nvSpPr>
        <p:spPr>
          <a:xfrm>
            <a:off x="705152" y="2137032"/>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156" name="TextBox 13">
            <a:extLst>
              <a:ext uri="{FF2B5EF4-FFF2-40B4-BE49-F238E27FC236}">
                <a16:creationId xmlns="" xmlns:p14="http://schemas.microsoft.com/office/powerpoint/2010/main" xmlns:p15="http://schemas.microsoft.com/office/powerpoint/2012/main" xmlns:a16="http://schemas.microsoft.com/office/drawing/2014/main" id="{2197EED8-5EFA-46B2-BACC-00448471C5D3}"/>
              </a:ext>
            </a:extLst>
          </p:cNvPr>
          <p:cNvSpPr txBox="1"/>
          <p:nvPr/>
        </p:nvSpPr>
        <p:spPr>
          <a:xfrm>
            <a:off x="724657" y="2307983"/>
            <a:ext cx="1598257" cy="894476"/>
          </a:xfrm>
          <a:prstGeom prst="rect">
            <a:avLst/>
          </a:prstGeom>
          <a:noFill/>
        </p:spPr>
        <p:txBody>
          <a:bodyPr wrap="square" lIns="0" tIns="0" rIns="0" bIns="0" rtlCol="0" anchor="ctr" anchorCtr="0">
            <a:spAutoFit/>
          </a:bodyPr>
          <a:lstStyle/>
          <a:p>
            <a:pPr defTabSz="1216817">
              <a:lnSpc>
                <a:spcPct val="15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157" name="组合 156">
            <a:extLst>
              <a:ext uri="{FF2B5EF4-FFF2-40B4-BE49-F238E27FC236}">
                <a16:creationId xmlns="" xmlns:p14="http://schemas.microsoft.com/office/powerpoint/2010/main" xmlns:p15="http://schemas.microsoft.com/office/powerpoint/2012/main" xmlns:a16="http://schemas.microsoft.com/office/drawing/2014/main" id="{9497BB56-70F0-4AFB-B037-6168B50FF52A}"/>
              </a:ext>
            </a:extLst>
          </p:cNvPr>
          <p:cNvGrpSpPr/>
          <p:nvPr/>
        </p:nvGrpSpPr>
        <p:grpSpPr>
          <a:xfrm>
            <a:off x="2104717" y="1138982"/>
            <a:ext cx="450764" cy="1342546"/>
            <a:chOff x="4768367" y="-844793"/>
            <a:chExt cx="2372637" cy="6100918"/>
          </a:xfrm>
        </p:grpSpPr>
        <p:sp>
          <p:nvSpPr>
            <p:cNvPr id="158" name="文本框 157">
              <a:extLst>
                <a:ext uri="{FF2B5EF4-FFF2-40B4-BE49-F238E27FC236}">
                  <a16:creationId xmlns="" xmlns:p14="http://schemas.microsoft.com/office/powerpoint/2010/main" xmlns:p15="http://schemas.microsoft.com/office/powerpoint/2012/main" xmlns:a16="http://schemas.microsoft.com/office/drawing/2014/main" id="{A03BBD18-B591-43D0-A285-04645C2E75DE}"/>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159" name="图片 158"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7630D7B9-A3FD-475B-910D-197861D6F6BA}"/>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160" name="图片 159">
              <a:extLst>
                <a:ext uri="{FF2B5EF4-FFF2-40B4-BE49-F238E27FC236}">
                  <a16:creationId xmlns="" xmlns:p14="http://schemas.microsoft.com/office/powerpoint/2010/main" xmlns:p15="http://schemas.microsoft.com/office/powerpoint/2012/main" xmlns:a16="http://schemas.microsoft.com/office/drawing/2014/main" id="{286F1DBB-E10E-427A-94F4-FF8A092C24A7}"/>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161" name="文本框 160">
              <a:extLst>
                <a:ext uri="{FF2B5EF4-FFF2-40B4-BE49-F238E27FC236}">
                  <a16:creationId xmlns="" xmlns:p14="http://schemas.microsoft.com/office/powerpoint/2010/main" xmlns:p15="http://schemas.microsoft.com/office/powerpoint/2012/main" xmlns:a16="http://schemas.microsoft.com/office/drawing/2014/main" id="{238C8799-832A-415D-8D02-9E858042248D}"/>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grpSp>
        <p:nvGrpSpPr>
          <p:cNvPr id="7" name="组合 6">
            <a:extLst>
              <a:ext uri="{FF2B5EF4-FFF2-40B4-BE49-F238E27FC236}">
                <a16:creationId xmlns="" xmlns:p14="http://schemas.microsoft.com/office/powerpoint/2010/main" xmlns:p15="http://schemas.microsoft.com/office/powerpoint/2012/main" xmlns:a16="http://schemas.microsoft.com/office/drawing/2014/main" id="{0E6DE3E2-6FD8-44B3-BA1A-1E3DF4903C63}"/>
              </a:ext>
            </a:extLst>
          </p:cNvPr>
          <p:cNvGrpSpPr/>
          <p:nvPr/>
        </p:nvGrpSpPr>
        <p:grpSpPr>
          <a:xfrm>
            <a:off x="5382252" y="1462501"/>
            <a:ext cx="1498482" cy="1906628"/>
            <a:chOff x="5548404" y="1143683"/>
            <a:chExt cx="1498482" cy="1906628"/>
          </a:xfrm>
        </p:grpSpPr>
        <p:cxnSp>
          <p:nvCxnSpPr>
            <p:cNvPr id="153" name="直接连接符 152">
              <a:extLst>
                <a:ext uri="{FF2B5EF4-FFF2-40B4-BE49-F238E27FC236}">
                  <a16:creationId xmlns="" xmlns:p14="http://schemas.microsoft.com/office/powerpoint/2010/main" xmlns:p15="http://schemas.microsoft.com/office/powerpoint/2012/main" xmlns:a16="http://schemas.microsoft.com/office/drawing/2014/main" id="{3953EB1D-F697-410F-A276-A764DED41462}"/>
                </a:ext>
              </a:extLst>
            </p:cNvPr>
            <p:cNvCxnSpPr/>
            <p:nvPr/>
          </p:nvCxnSpPr>
          <p:spPr>
            <a:xfrm flipH="1" flipV="1">
              <a:off x="5548404" y="1143683"/>
              <a:ext cx="1498482" cy="1906628"/>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162" name="箭头: V 形 161">
              <a:extLst>
                <a:ext uri="{FF2B5EF4-FFF2-40B4-BE49-F238E27FC236}">
                  <a16:creationId xmlns="" xmlns:p14="http://schemas.microsoft.com/office/powerpoint/2010/main" xmlns:p15="http://schemas.microsoft.com/office/powerpoint/2012/main" xmlns:a16="http://schemas.microsoft.com/office/drawing/2014/main" id="{08F32453-D53C-4777-9467-711B3C162915}"/>
                </a:ext>
              </a:extLst>
            </p:cNvPr>
            <p:cNvSpPr/>
            <p:nvPr/>
          </p:nvSpPr>
          <p:spPr>
            <a:xfrm rot="3122176">
              <a:off x="6931928" y="2911869"/>
              <a:ext cx="91124" cy="93872"/>
            </a:xfrm>
            <a:prstGeom prst="chevron">
              <a:avLst/>
            </a:prstGeom>
            <a:solidFill>
              <a:srgbClr val="6BFAFD">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63" name="组合 162">
            <a:extLst>
              <a:ext uri="{FF2B5EF4-FFF2-40B4-BE49-F238E27FC236}">
                <a16:creationId xmlns="" xmlns:p14="http://schemas.microsoft.com/office/powerpoint/2010/main" xmlns:p15="http://schemas.microsoft.com/office/powerpoint/2012/main" xmlns:a16="http://schemas.microsoft.com/office/drawing/2014/main" id="{6D37D868-358E-4B16-94DF-D86F1243D13A}"/>
              </a:ext>
            </a:extLst>
          </p:cNvPr>
          <p:cNvGrpSpPr/>
          <p:nvPr/>
        </p:nvGrpSpPr>
        <p:grpSpPr>
          <a:xfrm rot="10800000">
            <a:off x="1497252" y="1178283"/>
            <a:ext cx="1498482" cy="1906628"/>
            <a:chOff x="5548404" y="1143683"/>
            <a:chExt cx="1498482" cy="1906628"/>
          </a:xfrm>
        </p:grpSpPr>
        <p:cxnSp>
          <p:nvCxnSpPr>
            <p:cNvPr id="164" name="直接连接符 163">
              <a:extLst>
                <a:ext uri="{FF2B5EF4-FFF2-40B4-BE49-F238E27FC236}">
                  <a16:creationId xmlns="" xmlns:p14="http://schemas.microsoft.com/office/powerpoint/2010/main" xmlns:p15="http://schemas.microsoft.com/office/powerpoint/2012/main" xmlns:a16="http://schemas.microsoft.com/office/drawing/2014/main" id="{D93E042D-AD8A-4CA0-98C4-B862E90A189C}"/>
                </a:ext>
              </a:extLst>
            </p:cNvPr>
            <p:cNvCxnSpPr/>
            <p:nvPr/>
          </p:nvCxnSpPr>
          <p:spPr>
            <a:xfrm flipH="1" flipV="1">
              <a:off x="5548404" y="1143683"/>
              <a:ext cx="1498482" cy="1906628"/>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165" name="箭头: V 形 164">
              <a:extLst>
                <a:ext uri="{FF2B5EF4-FFF2-40B4-BE49-F238E27FC236}">
                  <a16:creationId xmlns="" xmlns:p14="http://schemas.microsoft.com/office/powerpoint/2010/main" xmlns:p15="http://schemas.microsoft.com/office/powerpoint/2012/main" xmlns:a16="http://schemas.microsoft.com/office/drawing/2014/main" id="{05BE5598-0E72-4507-8472-2D9811654703}"/>
                </a:ext>
              </a:extLst>
            </p:cNvPr>
            <p:cNvSpPr/>
            <p:nvPr/>
          </p:nvSpPr>
          <p:spPr>
            <a:xfrm rot="3122176">
              <a:off x="6931928" y="2911869"/>
              <a:ext cx="91124" cy="93872"/>
            </a:xfrm>
            <a:prstGeom prst="chevron">
              <a:avLst/>
            </a:prstGeom>
            <a:solidFill>
              <a:srgbClr val="6BFAFD">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66" name="TextBox 13">
            <a:extLst>
              <a:ext uri="{FF2B5EF4-FFF2-40B4-BE49-F238E27FC236}">
                <a16:creationId xmlns="" xmlns:p14="http://schemas.microsoft.com/office/powerpoint/2010/main" xmlns:p15="http://schemas.microsoft.com/office/powerpoint/2012/main" xmlns:a16="http://schemas.microsoft.com/office/drawing/2014/main" id="{80B63FB0-E6DA-473B-B0F6-063495FA078A}"/>
              </a:ext>
            </a:extLst>
          </p:cNvPr>
          <p:cNvSpPr txBox="1"/>
          <p:nvPr/>
        </p:nvSpPr>
        <p:spPr>
          <a:xfrm>
            <a:off x="6168974" y="1413138"/>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167" name="TextBox 13">
            <a:extLst>
              <a:ext uri="{FF2B5EF4-FFF2-40B4-BE49-F238E27FC236}">
                <a16:creationId xmlns="" xmlns:p14="http://schemas.microsoft.com/office/powerpoint/2010/main" xmlns:p15="http://schemas.microsoft.com/office/powerpoint/2012/main" xmlns:a16="http://schemas.microsoft.com/office/drawing/2014/main" id="{0F9EDFF0-FBA0-4E05-8980-3707B812AF5D}"/>
              </a:ext>
            </a:extLst>
          </p:cNvPr>
          <p:cNvSpPr txBox="1"/>
          <p:nvPr/>
        </p:nvSpPr>
        <p:spPr>
          <a:xfrm>
            <a:off x="6188479" y="1601116"/>
            <a:ext cx="1982597" cy="709810"/>
          </a:xfrm>
          <a:prstGeom prst="rect">
            <a:avLst/>
          </a:prstGeom>
          <a:noFill/>
        </p:spPr>
        <p:txBody>
          <a:bodyPr wrap="square" lIns="0" tIns="0" rIns="0" bIns="0" rtlCol="0" anchor="ctr" anchorCtr="0">
            <a:spAutoFit/>
          </a:bodyPr>
          <a:lstStyle/>
          <a:p>
            <a:pPr defTabSz="1216817">
              <a:lnSpc>
                <a:spcPct val="15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单击此处可编辑内容，根据您的需要自由拉伸文本框大小单击此处可编辑内容。单击此处可编辑内容，根据您的需要自由拉伸文本框大小单击此处可编辑内容。</a:t>
            </a:r>
          </a:p>
        </p:txBody>
      </p:sp>
      <p:grpSp>
        <p:nvGrpSpPr>
          <p:cNvPr id="168" name="组合 167">
            <a:extLst>
              <a:ext uri="{FF2B5EF4-FFF2-40B4-BE49-F238E27FC236}">
                <a16:creationId xmlns="" xmlns:p14="http://schemas.microsoft.com/office/powerpoint/2010/main" xmlns:p15="http://schemas.microsoft.com/office/powerpoint/2012/main" xmlns:a16="http://schemas.microsoft.com/office/drawing/2014/main" id="{B615AAAF-EB30-480E-89AA-9411D54AB2C3}"/>
              </a:ext>
            </a:extLst>
          </p:cNvPr>
          <p:cNvGrpSpPr/>
          <p:nvPr/>
        </p:nvGrpSpPr>
        <p:grpSpPr>
          <a:xfrm>
            <a:off x="5699002" y="2091296"/>
            <a:ext cx="450764" cy="1342546"/>
            <a:chOff x="4768367" y="-844793"/>
            <a:chExt cx="2372637" cy="6100918"/>
          </a:xfrm>
        </p:grpSpPr>
        <p:sp>
          <p:nvSpPr>
            <p:cNvPr id="169" name="文本框 168">
              <a:extLst>
                <a:ext uri="{FF2B5EF4-FFF2-40B4-BE49-F238E27FC236}">
                  <a16:creationId xmlns="" xmlns:p14="http://schemas.microsoft.com/office/powerpoint/2010/main" xmlns:p15="http://schemas.microsoft.com/office/powerpoint/2012/main" xmlns:a16="http://schemas.microsoft.com/office/drawing/2014/main" id="{F80C8354-B9C3-4FB7-9893-DB042E8229C1}"/>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170" name="图片 169"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3C7DD4E9-CBBC-46EF-88E9-74858C6EB431}"/>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171" name="图片 170">
              <a:extLst>
                <a:ext uri="{FF2B5EF4-FFF2-40B4-BE49-F238E27FC236}">
                  <a16:creationId xmlns="" xmlns:p14="http://schemas.microsoft.com/office/powerpoint/2010/main" xmlns:p15="http://schemas.microsoft.com/office/powerpoint/2012/main" xmlns:a16="http://schemas.microsoft.com/office/drawing/2014/main" id="{937DF756-A498-46B3-A47F-894C72BFB045}"/>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172" name="文本框 171">
              <a:extLst>
                <a:ext uri="{FF2B5EF4-FFF2-40B4-BE49-F238E27FC236}">
                  <a16:creationId xmlns="" xmlns:p14="http://schemas.microsoft.com/office/powerpoint/2010/main" xmlns:p15="http://schemas.microsoft.com/office/powerpoint/2012/main" xmlns:a16="http://schemas.microsoft.com/office/drawing/2014/main" id="{2151C9A3-6208-407F-BAD1-7A90AC8B2FC9}"/>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173" name="earth-with-americas_44996">
            <a:extLst>
              <a:ext uri="{FF2B5EF4-FFF2-40B4-BE49-F238E27FC236}">
                <a16:creationId xmlns="" xmlns:p14="http://schemas.microsoft.com/office/powerpoint/2010/main" xmlns:p15="http://schemas.microsoft.com/office/powerpoint/2012/main" xmlns:a16="http://schemas.microsoft.com/office/drawing/2014/main" id="{4A8175B8-3CAD-40AA-82D5-0ED3CEF68E78}"/>
              </a:ext>
            </a:extLst>
          </p:cNvPr>
          <p:cNvSpPr>
            <a:spLocks noChangeAspect="1"/>
          </p:cNvSpPr>
          <p:nvPr/>
        </p:nvSpPr>
        <p:spPr bwMode="auto">
          <a:xfrm>
            <a:off x="2785099" y="2817931"/>
            <a:ext cx="466843" cy="466221"/>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174" name="earth-with-americas_44996">
            <a:extLst>
              <a:ext uri="{FF2B5EF4-FFF2-40B4-BE49-F238E27FC236}">
                <a16:creationId xmlns="" xmlns:p14="http://schemas.microsoft.com/office/powerpoint/2010/main" xmlns:p15="http://schemas.microsoft.com/office/powerpoint/2012/main" xmlns:a16="http://schemas.microsoft.com/office/drawing/2014/main" id="{7E46004D-98B6-4A0D-A542-B75A49919910}"/>
              </a:ext>
            </a:extLst>
          </p:cNvPr>
          <p:cNvSpPr>
            <a:spLocks noChangeAspect="1"/>
          </p:cNvSpPr>
          <p:nvPr/>
        </p:nvSpPr>
        <p:spPr bwMode="auto">
          <a:xfrm>
            <a:off x="5163723" y="1183477"/>
            <a:ext cx="466843" cy="466221"/>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175" name="iconfont-11117-5304720">
            <a:extLst>
              <a:ext uri="{FF2B5EF4-FFF2-40B4-BE49-F238E27FC236}">
                <a16:creationId xmlns="" xmlns:p14="http://schemas.microsoft.com/office/powerpoint/2010/main" xmlns:p15="http://schemas.microsoft.com/office/powerpoint/2012/main" xmlns:a16="http://schemas.microsoft.com/office/drawing/2014/main" id="{78171A76-B169-4D9D-BB40-9F566575D0D9}"/>
              </a:ext>
            </a:extLst>
          </p:cNvPr>
          <p:cNvSpPr>
            <a:spLocks noChangeAspect="1"/>
          </p:cNvSpPr>
          <p:nvPr/>
        </p:nvSpPr>
        <p:spPr bwMode="auto">
          <a:xfrm>
            <a:off x="6661423" y="2404827"/>
            <a:ext cx="326346" cy="339301"/>
          </a:xfrm>
          <a:custGeom>
            <a:avLst/>
            <a:gdLst>
              <a:gd name="connsiteX0" fmla="*/ 353010 w 401970"/>
              <a:gd name="connsiteY0" fmla="*/ 334988 h 403627"/>
              <a:gd name="connsiteX1" fmla="*/ 365960 w 401970"/>
              <a:gd name="connsiteY1" fmla="*/ 338830 h 403627"/>
              <a:gd name="connsiteX2" fmla="*/ 400361 w 401970"/>
              <a:gd name="connsiteY2" fmla="*/ 390148 h 403627"/>
              <a:gd name="connsiteX3" fmla="*/ 400836 w 401970"/>
              <a:gd name="connsiteY3" fmla="*/ 399687 h 403627"/>
              <a:gd name="connsiteX4" fmla="*/ 392937 w 401970"/>
              <a:gd name="connsiteY4" fmla="*/ 403614 h 403627"/>
              <a:gd name="connsiteX5" fmla="*/ 9039 w 401970"/>
              <a:gd name="connsiteY5" fmla="*/ 403614 h 403627"/>
              <a:gd name="connsiteX6" fmla="*/ 1614 w 401970"/>
              <a:gd name="connsiteY6" fmla="*/ 389673 h 403627"/>
              <a:gd name="connsiteX7" fmla="*/ 32951 w 401970"/>
              <a:gd name="connsiteY7" fmla="*/ 342930 h 403627"/>
              <a:gd name="connsiteX8" fmla="*/ 45426 w 401970"/>
              <a:gd name="connsiteY8" fmla="*/ 340427 h 403627"/>
              <a:gd name="connsiteX9" fmla="*/ 47800 w 401970"/>
              <a:gd name="connsiteY9" fmla="*/ 352900 h 403627"/>
              <a:gd name="connsiteX10" fmla="*/ 25786 w 401970"/>
              <a:gd name="connsiteY10" fmla="*/ 385703 h 403627"/>
              <a:gd name="connsiteX11" fmla="*/ 376146 w 401970"/>
              <a:gd name="connsiteY11" fmla="*/ 385703 h 403627"/>
              <a:gd name="connsiteX12" fmla="*/ 350982 w 401970"/>
              <a:gd name="connsiteY12" fmla="*/ 348368 h 403627"/>
              <a:gd name="connsiteX13" fmla="*/ 353010 w 401970"/>
              <a:gd name="connsiteY13" fmla="*/ 334988 h 403627"/>
              <a:gd name="connsiteX14" fmla="*/ 353485 w 401970"/>
              <a:gd name="connsiteY14" fmla="*/ 264895 h 403627"/>
              <a:gd name="connsiteX15" fmla="*/ 365960 w 401970"/>
              <a:gd name="connsiteY15" fmla="*/ 267269 h 403627"/>
              <a:gd name="connsiteX16" fmla="*/ 400361 w 401970"/>
              <a:gd name="connsiteY16" fmla="*/ 318630 h 403627"/>
              <a:gd name="connsiteX17" fmla="*/ 400836 w 401970"/>
              <a:gd name="connsiteY17" fmla="*/ 328169 h 403627"/>
              <a:gd name="connsiteX18" fmla="*/ 392937 w 401970"/>
              <a:gd name="connsiteY18" fmla="*/ 333003 h 403627"/>
              <a:gd name="connsiteX19" fmla="*/ 9039 w 401970"/>
              <a:gd name="connsiteY19" fmla="*/ 333003 h 403627"/>
              <a:gd name="connsiteX20" fmla="*/ 1614 w 401970"/>
              <a:gd name="connsiteY20" fmla="*/ 319105 h 403627"/>
              <a:gd name="connsiteX21" fmla="*/ 35973 w 401970"/>
              <a:gd name="connsiteY21" fmla="*/ 267787 h 403627"/>
              <a:gd name="connsiteX22" fmla="*/ 47584 w 401970"/>
              <a:gd name="connsiteY22" fmla="*/ 266017 h 403627"/>
              <a:gd name="connsiteX23" fmla="*/ 50951 w 401970"/>
              <a:gd name="connsiteY23" fmla="*/ 277282 h 403627"/>
              <a:gd name="connsiteX24" fmla="*/ 25786 w 401970"/>
              <a:gd name="connsiteY24" fmla="*/ 314616 h 403627"/>
              <a:gd name="connsiteX25" fmla="*/ 376146 w 401970"/>
              <a:gd name="connsiteY25" fmla="*/ 314616 h 403627"/>
              <a:gd name="connsiteX26" fmla="*/ 350982 w 401970"/>
              <a:gd name="connsiteY26" fmla="*/ 277282 h 403627"/>
              <a:gd name="connsiteX27" fmla="*/ 353485 w 401970"/>
              <a:gd name="connsiteY27" fmla="*/ 264895 h 403627"/>
              <a:gd name="connsiteX28" fmla="*/ 259883 w 401970"/>
              <a:gd name="connsiteY28" fmla="*/ 158891 h 403627"/>
              <a:gd name="connsiteX29" fmla="*/ 277653 w 401970"/>
              <a:gd name="connsiteY29" fmla="*/ 158891 h 403627"/>
              <a:gd name="connsiteX30" fmla="*/ 277490 w 401970"/>
              <a:gd name="connsiteY30" fmla="*/ 159232 h 403627"/>
              <a:gd name="connsiteX31" fmla="*/ 276323 w 401970"/>
              <a:gd name="connsiteY31" fmla="*/ 207726 h 403627"/>
              <a:gd name="connsiteX32" fmla="*/ 268813 w 401970"/>
              <a:gd name="connsiteY32" fmla="*/ 217908 h 403627"/>
              <a:gd name="connsiteX33" fmla="*/ 267475 w 401970"/>
              <a:gd name="connsiteY33" fmla="*/ 218038 h 403627"/>
              <a:gd name="connsiteX34" fmla="*/ 258627 w 401970"/>
              <a:gd name="connsiteY34" fmla="*/ 210401 h 403627"/>
              <a:gd name="connsiteX35" fmla="*/ 256835 w 401970"/>
              <a:gd name="connsiteY35" fmla="*/ 178375 h 403627"/>
              <a:gd name="connsiteX36" fmla="*/ 192030 w 401970"/>
              <a:gd name="connsiteY36" fmla="*/ 158891 h 403627"/>
              <a:gd name="connsiteX37" fmla="*/ 209941 w 401970"/>
              <a:gd name="connsiteY37" fmla="*/ 158891 h 403627"/>
              <a:gd name="connsiteX38" fmla="*/ 209941 w 401970"/>
              <a:gd name="connsiteY38" fmla="*/ 222093 h 403627"/>
              <a:gd name="connsiteX39" fmla="*/ 201007 w 401970"/>
              <a:gd name="connsiteY39" fmla="*/ 231068 h 403627"/>
              <a:gd name="connsiteX40" fmla="*/ 192030 w 401970"/>
              <a:gd name="connsiteY40" fmla="*/ 222093 h 403627"/>
              <a:gd name="connsiteX41" fmla="*/ 129625 w 401970"/>
              <a:gd name="connsiteY41" fmla="*/ 158891 h 403627"/>
              <a:gd name="connsiteX42" fmla="*/ 147715 w 401970"/>
              <a:gd name="connsiteY42" fmla="*/ 158891 h 403627"/>
              <a:gd name="connsiteX43" fmla="*/ 150864 w 401970"/>
              <a:gd name="connsiteY43" fmla="*/ 179011 h 403627"/>
              <a:gd name="connsiteX44" fmla="*/ 149084 w 401970"/>
              <a:gd name="connsiteY44" fmla="*/ 211048 h 403627"/>
              <a:gd name="connsiteX45" fmla="*/ 140236 w 401970"/>
              <a:gd name="connsiteY45" fmla="*/ 218599 h 403627"/>
              <a:gd name="connsiteX46" fmla="*/ 138898 w 401970"/>
              <a:gd name="connsiteY46" fmla="*/ 218599 h 403627"/>
              <a:gd name="connsiteX47" fmla="*/ 131345 w 401970"/>
              <a:gd name="connsiteY47" fmla="*/ 208502 h 403627"/>
              <a:gd name="connsiteX48" fmla="*/ 130184 w 401970"/>
              <a:gd name="connsiteY48" fmla="*/ 160062 h 403627"/>
              <a:gd name="connsiteX49" fmla="*/ 209941 w 401970"/>
              <a:gd name="connsiteY49" fmla="*/ 140807 h 403627"/>
              <a:gd name="connsiteX50" fmla="*/ 266958 w 401970"/>
              <a:gd name="connsiteY50" fmla="*/ 140807 h 403627"/>
              <a:gd name="connsiteX51" fmla="*/ 260897 w 401970"/>
              <a:gd name="connsiteY51" fmla="*/ 152407 h 403627"/>
              <a:gd name="connsiteX52" fmla="*/ 259883 w 401970"/>
              <a:gd name="connsiteY52" fmla="*/ 158891 h 403627"/>
              <a:gd name="connsiteX53" fmla="*/ 209941 w 401970"/>
              <a:gd name="connsiteY53" fmla="*/ 158891 h 403627"/>
              <a:gd name="connsiteX54" fmla="*/ 140424 w 401970"/>
              <a:gd name="connsiteY54" fmla="*/ 140807 h 403627"/>
              <a:gd name="connsiteX55" fmla="*/ 192030 w 401970"/>
              <a:gd name="connsiteY55" fmla="*/ 140807 h 403627"/>
              <a:gd name="connsiteX56" fmla="*/ 192030 w 401970"/>
              <a:gd name="connsiteY56" fmla="*/ 158891 h 403627"/>
              <a:gd name="connsiteX57" fmla="*/ 147715 w 401970"/>
              <a:gd name="connsiteY57" fmla="*/ 158891 h 403627"/>
              <a:gd name="connsiteX58" fmla="*/ 146795 w 401970"/>
              <a:gd name="connsiteY58" fmla="*/ 153018 h 403627"/>
              <a:gd name="connsiteX59" fmla="*/ 77885 w 401970"/>
              <a:gd name="connsiteY59" fmla="*/ 140807 h 403627"/>
              <a:gd name="connsiteX60" fmla="*/ 120993 w 401970"/>
              <a:gd name="connsiteY60" fmla="*/ 140807 h 403627"/>
              <a:gd name="connsiteX61" fmla="*/ 129625 w 401970"/>
              <a:gd name="connsiteY61" fmla="*/ 158891 h 403627"/>
              <a:gd name="connsiteX62" fmla="*/ 82676 w 401970"/>
              <a:gd name="connsiteY62" fmla="*/ 158891 h 403627"/>
              <a:gd name="connsiteX63" fmla="*/ 25786 w 401970"/>
              <a:gd name="connsiteY63" fmla="*/ 243573 h 403627"/>
              <a:gd name="connsiteX64" fmla="*/ 376060 w 401970"/>
              <a:gd name="connsiteY64" fmla="*/ 243573 h 403627"/>
              <a:gd name="connsiteX65" fmla="*/ 318911 w 401970"/>
              <a:gd name="connsiteY65" fmla="*/ 158891 h 403627"/>
              <a:gd name="connsiteX66" fmla="*/ 277653 w 401970"/>
              <a:gd name="connsiteY66" fmla="*/ 158891 h 403627"/>
              <a:gd name="connsiteX67" fmla="*/ 286281 w 401970"/>
              <a:gd name="connsiteY67" fmla="*/ 140807 h 403627"/>
              <a:gd name="connsiteX68" fmla="*/ 324048 w 401970"/>
              <a:gd name="connsiteY68" fmla="*/ 140807 h 403627"/>
              <a:gd name="connsiteX69" fmla="*/ 331472 w 401970"/>
              <a:gd name="connsiteY69" fmla="*/ 144778 h 403627"/>
              <a:gd name="connsiteX70" fmla="*/ 400361 w 401970"/>
              <a:gd name="connsiteY70" fmla="*/ 247371 h 403627"/>
              <a:gd name="connsiteX71" fmla="*/ 400836 w 401970"/>
              <a:gd name="connsiteY71" fmla="*/ 256910 h 403627"/>
              <a:gd name="connsiteX72" fmla="*/ 392937 w 401970"/>
              <a:gd name="connsiteY72" fmla="*/ 261269 h 403627"/>
              <a:gd name="connsiteX73" fmla="*/ 9039 w 401970"/>
              <a:gd name="connsiteY73" fmla="*/ 261269 h 403627"/>
              <a:gd name="connsiteX74" fmla="*/ 1614 w 401970"/>
              <a:gd name="connsiteY74" fmla="*/ 247371 h 403627"/>
              <a:gd name="connsiteX75" fmla="*/ 70461 w 401970"/>
              <a:gd name="connsiteY75" fmla="*/ 144778 h 403627"/>
              <a:gd name="connsiteX76" fmla="*/ 77885 w 401970"/>
              <a:gd name="connsiteY76" fmla="*/ 140807 h 403627"/>
              <a:gd name="connsiteX77" fmla="*/ 192030 w 401970"/>
              <a:gd name="connsiteY77" fmla="*/ 95405 h 403627"/>
              <a:gd name="connsiteX78" fmla="*/ 200988 w 401970"/>
              <a:gd name="connsiteY78" fmla="*/ 98121 h 403627"/>
              <a:gd name="connsiteX79" fmla="*/ 209941 w 401970"/>
              <a:gd name="connsiteY79" fmla="*/ 96316 h 403627"/>
              <a:gd name="connsiteX80" fmla="*/ 209941 w 401970"/>
              <a:gd name="connsiteY80" fmla="*/ 140807 h 403627"/>
              <a:gd name="connsiteX81" fmla="*/ 192030 w 401970"/>
              <a:gd name="connsiteY81" fmla="*/ 140807 h 403627"/>
              <a:gd name="connsiteX82" fmla="*/ 306580 w 401970"/>
              <a:gd name="connsiteY82" fmla="*/ 95337 h 403627"/>
              <a:gd name="connsiteX83" fmla="*/ 307343 w 401970"/>
              <a:gd name="connsiteY83" fmla="*/ 102998 h 403627"/>
              <a:gd name="connsiteX84" fmla="*/ 314244 w 401970"/>
              <a:gd name="connsiteY84" fmla="*/ 111419 h 403627"/>
              <a:gd name="connsiteX85" fmla="*/ 308552 w 401970"/>
              <a:gd name="connsiteY85" fmla="*/ 114279 h 403627"/>
              <a:gd name="connsiteX86" fmla="*/ 291710 w 401970"/>
              <a:gd name="connsiteY86" fmla="*/ 129430 h 403627"/>
              <a:gd name="connsiteX87" fmla="*/ 286281 w 401970"/>
              <a:gd name="connsiteY87" fmla="*/ 140807 h 403627"/>
              <a:gd name="connsiteX88" fmla="*/ 266958 w 401970"/>
              <a:gd name="connsiteY88" fmla="*/ 140807 h 403627"/>
              <a:gd name="connsiteX89" fmla="*/ 279700 w 401970"/>
              <a:gd name="connsiteY89" fmla="*/ 116422 h 403627"/>
              <a:gd name="connsiteX90" fmla="*/ 301272 w 401970"/>
              <a:gd name="connsiteY90" fmla="*/ 98000 h 403627"/>
              <a:gd name="connsiteX91" fmla="*/ 95824 w 401970"/>
              <a:gd name="connsiteY91" fmla="*/ 93386 h 403627"/>
              <a:gd name="connsiteX92" fmla="*/ 127989 w 401970"/>
              <a:gd name="connsiteY92" fmla="*/ 116977 h 403627"/>
              <a:gd name="connsiteX93" fmla="*/ 140424 w 401970"/>
              <a:gd name="connsiteY93" fmla="*/ 140807 h 403627"/>
              <a:gd name="connsiteX94" fmla="*/ 120993 w 401970"/>
              <a:gd name="connsiteY94" fmla="*/ 140807 h 403627"/>
              <a:gd name="connsiteX95" fmla="*/ 115937 w 401970"/>
              <a:gd name="connsiteY95" fmla="*/ 130212 h 403627"/>
              <a:gd name="connsiteX96" fmla="*/ 90040 w 401970"/>
              <a:gd name="connsiteY96" fmla="*/ 110429 h 403627"/>
              <a:gd name="connsiteX97" fmla="*/ 88297 w 401970"/>
              <a:gd name="connsiteY97" fmla="*/ 106401 h 403627"/>
              <a:gd name="connsiteX98" fmla="*/ 93069 w 401970"/>
              <a:gd name="connsiteY98" fmla="*/ 94908 h 403627"/>
              <a:gd name="connsiteX99" fmla="*/ 346061 w 401970"/>
              <a:gd name="connsiteY99" fmla="*/ 62987 h 403627"/>
              <a:gd name="connsiteX100" fmla="*/ 323875 w 401970"/>
              <a:gd name="connsiteY100" fmla="*/ 77792 h 403627"/>
              <a:gd name="connsiteX101" fmla="*/ 329055 w 401970"/>
              <a:gd name="connsiteY101" fmla="*/ 103947 h 403627"/>
              <a:gd name="connsiteX102" fmla="*/ 355255 w 401970"/>
              <a:gd name="connsiteY102" fmla="*/ 109170 h 403627"/>
              <a:gd name="connsiteX103" fmla="*/ 370060 w 401970"/>
              <a:gd name="connsiteY103" fmla="*/ 86985 h 403627"/>
              <a:gd name="connsiteX104" fmla="*/ 346061 w 401970"/>
              <a:gd name="connsiteY104" fmla="*/ 62987 h 403627"/>
              <a:gd name="connsiteX105" fmla="*/ 54447 w 401970"/>
              <a:gd name="connsiteY105" fmla="*/ 62987 h 403627"/>
              <a:gd name="connsiteX106" fmla="*/ 32304 w 401970"/>
              <a:gd name="connsiteY106" fmla="*/ 77792 h 403627"/>
              <a:gd name="connsiteX107" fmla="*/ 37483 w 401970"/>
              <a:gd name="connsiteY107" fmla="*/ 103947 h 403627"/>
              <a:gd name="connsiteX108" fmla="*/ 63641 w 401970"/>
              <a:gd name="connsiteY108" fmla="*/ 109170 h 403627"/>
              <a:gd name="connsiteX109" fmla="*/ 78489 w 401970"/>
              <a:gd name="connsiteY109" fmla="*/ 86985 h 403627"/>
              <a:gd name="connsiteX110" fmla="*/ 54447 w 401970"/>
              <a:gd name="connsiteY110" fmla="*/ 62987 h 403627"/>
              <a:gd name="connsiteX111" fmla="*/ 337865 w 401970"/>
              <a:gd name="connsiteY111" fmla="*/ 45874 h 403627"/>
              <a:gd name="connsiteX112" fmla="*/ 362075 w 401970"/>
              <a:gd name="connsiteY112" fmla="*/ 48270 h 403627"/>
              <a:gd name="connsiteX113" fmla="*/ 387973 w 401970"/>
              <a:gd name="connsiteY113" fmla="*/ 86985 h 403627"/>
              <a:gd name="connsiteX114" fmla="*/ 346061 w 401970"/>
              <a:gd name="connsiteY114" fmla="*/ 128894 h 403627"/>
              <a:gd name="connsiteX115" fmla="*/ 322769 w 401970"/>
              <a:gd name="connsiteY115" fmla="*/ 121821 h 403627"/>
              <a:gd name="connsiteX116" fmla="*/ 314244 w 401970"/>
              <a:gd name="connsiteY116" fmla="*/ 111419 h 403627"/>
              <a:gd name="connsiteX117" fmla="*/ 317585 w 401970"/>
              <a:gd name="connsiteY117" fmla="*/ 109739 h 403627"/>
              <a:gd name="connsiteX118" fmla="*/ 323239 w 401970"/>
              <a:gd name="connsiteY118" fmla="*/ 98391 h 403627"/>
              <a:gd name="connsiteX119" fmla="*/ 311845 w 401970"/>
              <a:gd name="connsiteY119" fmla="*/ 92696 h 403627"/>
              <a:gd name="connsiteX120" fmla="*/ 306580 w 401970"/>
              <a:gd name="connsiteY120" fmla="*/ 95337 h 403627"/>
              <a:gd name="connsiteX121" fmla="*/ 304932 w 401970"/>
              <a:gd name="connsiteY121" fmla="*/ 78806 h 403627"/>
              <a:gd name="connsiteX122" fmla="*/ 316408 w 401970"/>
              <a:gd name="connsiteY122" fmla="*/ 57333 h 403627"/>
              <a:gd name="connsiteX123" fmla="*/ 337865 w 401970"/>
              <a:gd name="connsiteY123" fmla="*/ 45874 h 403627"/>
              <a:gd name="connsiteX124" fmla="*/ 46294 w 401970"/>
              <a:gd name="connsiteY124" fmla="*/ 45874 h 403627"/>
              <a:gd name="connsiteX125" fmla="*/ 70504 w 401970"/>
              <a:gd name="connsiteY125" fmla="*/ 48270 h 403627"/>
              <a:gd name="connsiteX126" fmla="*/ 96359 w 401970"/>
              <a:gd name="connsiteY126" fmla="*/ 86985 h 403627"/>
              <a:gd name="connsiteX127" fmla="*/ 93069 w 401970"/>
              <a:gd name="connsiteY127" fmla="*/ 94908 h 403627"/>
              <a:gd name="connsiteX128" fmla="*/ 85206 w 401970"/>
              <a:gd name="connsiteY128" fmla="*/ 99254 h 403627"/>
              <a:gd name="connsiteX129" fmla="*/ 88297 w 401970"/>
              <a:gd name="connsiteY129" fmla="*/ 106401 h 403627"/>
              <a:gd name="connsiteX130" fmla="*/ 84063 w 401970"/>
              <a:gd name="connsiteY130" fmla="*/ 116599 h 403627"/>
              <a:gd name="connsiteX131" fmla="*/ 54447 w 401970"/>
              <a:gd name="connsiteY131" fmla="*/ 128894 h 403627"/>
              <a:gd name="connsiteX132" fmla="*/ 15729 w 401970"/>
              <a:gd name="connsiteY132" fmla="*/ 102998 h 403627"/>
              <a:gd name="connsiteX133" fmla="*/ 24837 w 401970"/>
              <a:gd name="connsiteY133" fmla="*/ 57333 h 403627"/>
              <a:gd name="connsiteX134" fmla="*/ 46294 w 401970"/>
              <a:gd name="connsiteY134" fmla="*/ 45874 h 403627"/>
              <a:gd name="connsiteX135" fmla="*/ 200988 w 401970"/>
              <a:gd name="connsiteY135" fmla="*/ 18014 h 403627"/>
              <a:gd name="connsiteX136" fmla="*/ 172112 w 401970"/>
              <a:gd name="connsiteY136" fmla="*/ 37177 h 403627"/>
              <a:gd name="connsiteX137" fmla="*/ 178802 w 401970"/>
              <a:gd name="connsiteY137" fmla="*/ 71145 h 403627"/>
              <a:gd name="connsiteX138" fmla="*/ 212772 w 401970"/>
              <a:gd name="connsiteY138" fmla="*/ 77964 h 403627"/>
              <a:gd name="connsiteX139" fmla="*/ 232023 w 401970"/>
              <a:gd name="connsiteY139" fmla="*/ 49176 h 403627"/>
              <a:gd name="connsiteX140" fmla="*/ 200988 w 401970"/>
              <a:gd name="connsiteY140" fmla="*/ 18014 h 403627"/>
              <a:gd name="connsiteX141" fmla="*/ 191449 w 401970"/>
              <a:gd name="connsiteY141" fmla="*/ 933 h 403627"/>
              <a:gd name="connsiteX142" fmla="*/ 219807 w 401970"/>
              <a:gd name="connsiteY142" fmla="*/ 3771 h 403627"/>
              <a:gd name="connsiteX143" fmla="*/ 250022 w 401970"/>
              <a:gd name="connsiteY143" fmla="*/ 49176 h 403627"/>
              <a:gd name="connsiteX144" fmla="*/ 220043 w 401970"/>
              <a:gd name="connsiteY144" fmla="*/ 94279 h 403627"/>
              <a:gd name="connsiteX145" fmla="*/ 209941 w 401970"/>
              <a:gd name="connsiteY145" fmla="*/ 96316 h 403627"/>
              <a:gd name="connsiteX146" fmla="*/ 209941 w 401970"/>
              <a:gd name="connsiteY146" fmla="*/ 88813 h 403627"/>
              <a:gd name="connsiteX147" fmla="*/ 201007 w 401970"/>
              <a:gd name="connsiteY147" fmla="*/ 79838 h 403627"/>
              <a:gd name="connsiteX148" fmla="*/ 192030 w 401970"/>
              <a:gd name="connsiteY148" fmla="*/ 88813 h 403627"/>
              <a:gd name="connsiteX149" fmla="*/ 192030 w 401970"/>
              <a:gd name="connsiteY149" fmla="*/ 95405 h 403627"/>
              <a:gd name="connsiteX150" fmla="*/ 173709 w 401970"/>
              <a:gd name="connsiteY150" fmla="*/ 89850 h 403627"/>
              <a:gd name="connsiteX151" fmla="*/ 155623 w 401970"/>
              <a:gd name="connsiteY151" fmla="*/ 67821 h 403627"/>
              <a:gd name="connsiteX152" fmla="*/ 166328 w 401970"/>
              <a:gd name="connsiteY152" fmla="*/ 14345 h 403627"/>
              <a:gd name="connsiteX153" fmla="*/ 191449 w 401970"/>
              <a:gd name="connsiteY153" fmla="*/ 933 h 40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01970" h="403627">
                <a:moveTo>
                  <a:pt x="353010" y="334988"/>
                </a:moveTo>
                <a:cubicBezTo>
                  <a:pt x="357586" y="332053"/>
                  <a:pt x="363715" y="333866"/>
                  <a:pt x="365960" y="338830"/>
                </a:cubicBezTo>
                <a:lnTo>
                  <a:pt x="400361" y="390148"/>
                </a:lnTo>
                <a:cubicBezTo>
                  <a:pt x="402303" y="392997"/>
                  <a:pt x="402519" y="396709"/>
                  <a:pt x="400836" y="399687"/>
                </a:cubicBezTo>
                <a:cubicBezTo>
                  <a:pt x="399066" y="402320"/>
                  <a:pt x="396045" y="403787"/>
                  <a:pt x="392937" y="403614"/>
                </a:cubicBezTo>
                <a:lnTo>
                  <a:pt x="9039" y="403614"/>
                </a:lnTo>
                <a:cubicBezTo>
                  <a:pt x="1917" y="403571"/>
                  <a:pt x="-2357" y="395630"/>
                  <a:pt x="1614" y="389673"/>
                </a:cubicBezTo>
                <a:lnTo>
                  <a:pt x="32951" y="342930"/>
                </a:lnTo>
                <a:cubicBezTo>
                  <a:pt x="35843" y="339045"/>
                  <a:pt x="41239" y="337966"/>
                  <a:pt x="45426" y="340427"/>
                </a:cubicBezTo>
                <a:cubicBezTo>
                  <a:pt x="49267" y="343405"/>
                  <a:pt x="50303" y="348757"/>
                  <a:pt x="47800" y="352900"/>
                </a:cubicBezTo>
                <a:lnTo>
                  <a:pt x="25786" y="385703"/>
                </a:lnTo>
                <a:lnTo>
                  <a:pt x="376146" y="385703"/>
                </a:lnTo>
                <a:lnTo>
                  <a:pt x="350982" y="348368"/>
                </a:lnTo>
                <a:cubicBezTo>
                  <a:pt x="347442" y="344225"/>
                  <a:pt x="348392" y="337880"/>
                  <a:pt x="353010" y="334988"/>
                </a:cubicBezTo>
                <a:close/>
                <a:moveTo>
                  <a:pt x="353485" y="264895"/>
                </a:moveTo>
                <a:cubicBezTo>
                  <a:pt x="357629" y="262391"/>
                  <a:pt x="363024" y="263427"/>
                  <a:pt x="365960" y="267269"/>
                </a:cubicBezTo>
                <a:lnTo>
                  <a:pt x="400361" y="318630"/>
                </a:lnTo>
                <a:cubicBezTo>
                  <a:pt x="402217" y="321479"/>
                  <a:pt x="402390" y="325104"/>
                  <a:pt x="400836" y="328169"/>
                </a:cubicBezTo>
                <a:cubicBezTo>
                  <a:pt x="399282" y="331104"/>
                  <a:pt x="396261" y="333003"/>
                  <a:pt x="392937" y="333003"/>
                </a:cubicBezTo>
                <a:lnTo>
                  <a:pt x="9039" y="333003"/>
                </a:lnTo>
                <a:cubicBezTo>
                  <a:pt x="1787" y="333132"/>
                  <a:pt x="-2529" y="325018"/>
                  <a:pt x="1614" y="319105"/>
                </a:cubicBezTo>
                <a:lnTo>
                  <a:pt x="35973" y="267787"/>
                </a:lnTo>
                <a:cubicBezTo>
                  <a:pt x="38865" y="264377"/>
                  <a:pt x="43829" y="263643"/>
                  <a:pt x="47584" y="266017"/>
                </a:cubicBezTo>
                <a:cubicBezTo>
                  <a:pt x="51339" y="268434"/>
                  <a:pt x="52807" y="273225"/>
                  <a:pt x="50951" y="277282"/>
                </a:cubicBezTo>
                <a:lnTo>
                  <a:pt x="25786" y="314616"/>
                </a:lnTo>
                <a:lnTo>
                  <a:pt x="376146" y="314616"/>
                </a:lnTo>
                <a:lnTo>
                  <a:pt x="350982" y="277282"/>
                </a:lnTo>
                <a:cubicBezTo>
                  <a:pt x="348262" y="273182"/>
                  <a:pt x="349385" y="267657"/>
                  <a:pt x="353485" y="264895"/>
                </a:cubicBezTo>
                <a:close/>
                <a:moveTo>
                  <a:pt x="259883" y="158891"/>
                </a:moveTo>
                <a:lnTo>
                  <a:pt x="277653" y="158891"/>
                </a:lnTo>
                <a:lnTo>
                  <a:pt x="277490" y="159232"/>
                </a:lnTo>
                <a:cubicBezTo>
                  <a:pt x="274346" y="172057"/>
                  <a:pt x="273377" y="187997"/>
                  <a:pt x="276323" y="207726"/>
                </a:cubicBezTo>
                <a:cubicBezTo>
                  <a:pt x="277143" y="212644"/>
                  <a:pt x="273734" y="217218"/>
                  <a:pt x="268813" y="217908"/>
                </a:cubicBezTo>
                <a:lnTo>
                  <a:pt x="267475" y="218038"/>
                </a:lnTo>
                <a:cubicBezTo>
                  <a:pt x="263030" y="218038"/>
                  <a:pt x="259275" y="214758"/>
                  <a:pt x="258627" y="210401"/>
                </a:cubicBezTo>
                <a:cubicBezTo>
                  <a:pt x="256863" y="198654"/>
                  <a:pt x="256361" y="188010"/>
                  <a:pt x="256835" y="178375"/>
                </a:cubicBezTo>
                <a:close/>
                <a:moveTo>
                  <a:pt x="192030" y="158891"/>
                </a:moveTo>
                <a:lnTo>
                  <a:pt x="209941" y="158891"/>
                </a:lnTo>
                <a:lnTo>
                  <a:pt x="209941" y="222093"/>
                </a:lnTo>
                <a:cubicBezTo>
                  <a:pt x="209941" y="227055"/>
                  <a:pt x="205927" y="231068"/>
                  <a:pt x="201007" y="231068"/>
                </a:cubicBezTo>
                <a:cubicBezTo>
                  <a:pt x="196044" y="231068"/>
                  <a:pt x="192030" y="227055"/>
                  <a:pt x="192030" y="222093"/>
                </a:cubicBezTo>
                <a:close/>
                <a:moveTo>
                  <a:pt x="129625" y="158891"/>
                </a:moveTo>
                <a:lnTo>
                  <a:pt x="147715" y="158891"/>
                </a:lnTo>
                <a:lnTo>
                  <a:pt x="150864" y="179011"/>
                </a:lnTo>
                <a:cubicBezTo>
                  <a:pt x="151341" y="188653"/>
                  <a:pt x="150843" y="199301"/>
                  <a:pt x="149084" y="211048"/>
                </a:cubicBezTo>
                <a:cubicBezTo>
                  <a:pt x="148178" y="215276"/>
                  <a:pt x="144552" y="218383"/>
                  <a:pt x="140236" y="218599"/>
                </a:cubicBezTo>
                <a:lnTo>
                  <a:pt x="138898" y="218599"/>
                </a:lnTo>
                <a:cubicBezTo>
                  <a:pt x="133978" y="217951"/>
                  <a:pt x="130568" y="213378"/>
                  <a:pt x="131345" y="208502"/>
                </a:cubicBezTo>
                <a:cubicBezTo>
                  <a:pt x="134302" y="188816"/>
                  <a:pt x="133333" y="172890"/>
                  <a:pt x="130184" y="160062"/>
                </a:cubicBezTo>
                <a:close/>
                <a:moveTo>
                  <a:pt x="209941" y="140807"/>
                </a:moveTo>
                <a:lnTo>
                  <a:pt x="266958" y="140807"/>
                </a:lnTo>
                <a:lnTo>
                  <a:pt x="260897" y="152407"/>
                </a:lnTo>
                <a:lnTo>
                  <a:pt x="259883" y="158891"/>
                </a:lnTo>
                <a:lnTo>
                  <a:pt x="209941" y="158891"/>
                </a:lnTo>
                <a:close/>
                <a:moveTo>
                  <a:pt x="140424" y="140807"/>
                </a:moveTo>
                <a:lnTo>
                  <a:pt x="192030" y="140807"/>
                </a:lnTo>
                <a:lnTo>
                  <a:pt x="192030" y="158891"/>
                </a:lnTo>
                <a:lnTo>
                  <a:pt x="147715" y="158891"/>
                </a:lnTo>
                <a:lnTo>
                  <a:pt x="146795" y="153018"/>
                </a:lnTo>
                <a:close/>
                <a:moveTo>
                  <a:pt x="77885" y="140807"/>
                </a:moveTo>
                <a:lnTo>
                  <a:pt x="120993" y="140807"/>
                </a:lnTo>
                <a:lnTo>
                  <a:pt x="129625" y="158891"/>
                </a:lnTo>
                <a:lnTo>
                  <a:pt x="82676" y="158891"/>
                </a:lnTo>
                <a:lnTo>
                  <a:pt x="25786" y="243573"/>
                </a:lnTo>
                <a:lnTo>
                  <a:pt x="376060" y="243573"/>
                </a:lnTo>
                <a:lnTo>
                  <a:pt x="318911" y="158891"/>
                </a:lnTo>
                <a:lnTo>
                  <a:pt x="277653" y="158891"/>
                </a:lnTo>
                <a:lnTo>
                  <a:pt x="286281" y="140807"/>
                </a:lnTo>
                <a:lnTo>
                  <a:pt x="324048" y="140807"/>
                </a:lnTo>
                <a:cubicBezTo>
                  <a:pt x="327026" y="140807"/>
                  <a:pt x="329832" y="142317"/>
                  <a:pt x="331472" y="144778"/>
                </a:cubicBezTo>
                <a:lnTo>
                  <a:pt x="400361" y="247371"/>
                </a:lnTo>
                <a:cubicBezTo>
                  <a:pt x="402303" y="250220"/>
                  <a:pt x="402519" y="253889"/>
                  <a:pt x="400836" y="256910"/>
                </a:cubicBezTo>
                <a:cubicBezTo>
                  <a:pt x="399196" y="259715"/>
                  <a:pt x="396174" y="261399"/>
                  <a:pt x="392937" y="261269"/>
                </a:cubicBezTo>
                <a:lnTo>
                  <a:pt x="9039" y="261269"/>
                </a:lnTo>
                <a:cubicBezTo>
                  <a:pt x="1917" y="261269"/>
                  <a:pt x="-2357" y="253328"/>
                  <a:pt x="1614" y="247371"/>
                </a:cubicBezTo>
                <a:lnTo>
                  <a:pt x="70461" y="144778"/>
                </a:lnTo>
                <a:cubicBezTo>
                  <a:pt x="72101" y="142317"/>
                  <a:pt x="74906" y="140807"/>
                  <a:pt x="77885" y="140807"/>
                </a:cubicBezTo>
                <a:close/>
                <a:moveTo>
                  <a:pt x="192030" y="95405"/>
                </a:moveTo>
                <a:lnTo>
                  <a:pt x="200988" y="98121"/>
                </a:lnTo>
                <a:lnTo>
                  <a:pt x="209941" y="96316"/>
                </a:lnTo>
                <a:lnTo>
                  <a:pt x="209941" y="140807"/>
                </a:lnTo>
                <a:lnTo>
                  <a:pt x="192030" y="140807"/>
                </a:lnTo>
                <a:close/>
                <a:moveTo>
                  <a:pt x="306580" y="95337"/>
                </a:moveTo>
                <a:lnTo>
                  <a:pt x="307343" y="102998"/>
                </a:lnTo>
                <a:lnTo>
                  <a:pt x="314244" y="111419"/>
                </a:lnTo>
                <a:lnTo>
                  <a:pt x="308552" y="114279"/>
                </a:lnTo>
                <a:cubicBezTo>
                  <a:pt x="303660" y="117337"/>
                  <a:pt x="297467" y="122162"/>
                  <a:pt x="291710" y="129430"/>
                </a:cubicBezTo>
                <a:lnTo>
                  <a:pt x="286281" y="140807"/>
                </a:lnTo>
                <a:lnTo>
                  <a:pt x="266958" y="140807"/>
                </a:lnTo>
                <a:lnTo>
                  <a:pt x="279700" y="116422"/>
                </a:lnTo>
                <a:cubicBezTo>
                  <a:pt x="287194" y="107601"/>
                  <a:pt x="295149" y="101707"/>
                  <a:pt x="301272" y="98000"/>
                </a:cubicBezTo>
                <a:close/>
                <a:moveTo>
                  <a:pt x="95824" y="93386"/>
                </a:moveTo>
                <a:cubicBezTo>
                  <a:pt x="96169" y="93386"/>
                  <a:pt x="113002" y="99308"/>
                  <a:pt x="127989" y="116977"/>
                </a:cubicBezTo>
                <a:lnTo>
                  <a:pt x="140424" y="140807"/>
                </a:lnTo>
                <a:lnTo>
                  <a:pt x="120993" y="140807"/>
                </a:lnTo>
                <a:lnTo>
                  <a:pt x="115937" y="130212"/>
                </a:lnTo>
                <a:cubicBezTo>
                  <a:pt x="104402" y="115629"/>
                  <a:pt x="91119" y="110796"/>
                  <a:pt x="90040" y="110429"/>
                </a:cubicBezTo>
                <a:lnTo>
                  <a:pt x="88297" y="106401"/>
                </a:lnTo>
                <a:lnTo>
                  <a:pt x="93069" y="94908"/>
                </a:lnTo>
                <a:close/>
                <a:moveTo>
                  <a:pt x="346061" y="62987"/>
                </a:moveTo>
                <a:cubicBezTo>
                  <a:pt x="336349" y="62987"/>
                  <a:pt x="327587" y="68814"/>
                  <a:pt x="323875" y="77792"/>
                </a:cubicBezTo>
                <a:cubicBezTo>
                  <a:pt x="320163" y="86769"/>
                  <a:pt x="322192" y="97085"/>
                  <a:pt x="329055" y="103947"/>
                </a:cubicBezTo>
                <a:cubicBezTo>
                  <a:pt x="335961" y="110810"/>
                  <a:pt x="346277" y="112882"/>
                  <a:pt x="355255" y="109170"/>
                </a:cubicBezTo>
                <a:cubicBezTo>
                  <a:pt x="364190" y="105458"/>
                  <a:pt x="370060" y="96696"/>
                  <a:pt x="370060" y="86985"/>
                </a:cubicBezTo>
                <a:cubicBezTo>
                  <a:pt x="370060" y="73735"/>
                  <a:pt x="359312" y="62987"/>
                  <a:pt x="346061" y="62987"/>
                </a:cubicBezTo>
                <a:close/>
                <a:moveTo>
                  <a:pt x="54447" y="62987"/>
                </a:moveTo>
                <a:cubicBezTo>
                  <a:pt x="44735" y="62987"/>
                  <a:pt x="36016" y="68814"/>
                  <a:pt x="32304" y="77792"/>
                </a:cubicBezTo>
                <a:cubicBezTo>
                  <a:pt x="28592" y="86769"/>
                  <a:pt x="30620" y="97085"/>
                  <a:pt x="37483" y="103947"/>
                </a:cubicBezTo>
                <a:cubicBezTo>
                  <a:pt x="44347" y="110810"/>
                  <a:pt x="54663" y="112882"/>
                  <a:pt x="63641" y="109170"/>
                </a:cubicBezTo>
                <a:cubicBezTo>
                  <a:pt x="72619" y="105458"/>
                  <a:pt x="78489" y="96696"/>
                  <a:pt x="78489" y="86985"/>
                </a:cubicBezTo>
                <a:cubicBezTo>
                  <a:pt x="78489" y="73735"/>
                  <a:pt x="67741" y="62987"/>
                  <a:pt x="54447" y="62987"/>
                </a:cubicBezTo>
                <a:close/>
                <a:moveTo>
                  <a:pt x="337865" y="45874"/>
                </a:moveTo>
                <a:cubicBezTo>
                  <a:pt x="345824" y="44288"/>
                  <a:pt x="354241" y="45011"/>
                  <a:pt x="362075" y="48270"/>
                </a:cubicBezTo>
                <a:cubicBezTo>
                  <a:pt x="377743" y="54744"/>
                  <a:pt x="387973" y="70023"/>
                  <a:pt x="387973" y="86985"/>
                </a:cubicBezTo>
                <a:cubicBezTo>
                  <a:pt x="387930" y="110119"/>
                  <a:pt x="369197" y="128851"/>
                  <a:pt x="346061" y="128894"/>
                </a:cubicBezTo>
                <a:cubicBezTo>
                  <a:pt x="337579" y="128894"/>
                  <a:pt x="329519" y="126337"/>
                  <a:pt x="322769" y="121821"/>
                </a:cubicBezTo>
                <a:lnTo>
                  <a:pt x="314244" y="111419"/>
                </a:lnTo>
                <a:lnTo>
                  <a:pt x="317585" y="109739"/>
                </a:lnTo>
                <a:cubicBezTo>
                  <a:pt x="322290" y="108186"/>
                  <a:pt x="324836" y="103094"/>
                  <a:pt x="323239" y="98391"/>
                </a:cubicBezTo>
                <a:cubicBezTo>
                  <a:pt x="321685" y="93645"/>
                  <a:pt x="316592" y="91142"/>
                  <a:pt x="311845" y="92696"/>
                </a:cubicBezTo>
                <a:lnTo>
                  <a:pt x="306580" y="95337"/>
                </a:lnTo>
                <a:lnTo>
                  <a:pt x="304932" y="78806"/>
                </a:lnTo>
                <a:cubicBezTo>
                  <a:pt x="306512" y="70843"/>
                  <a:pt x="310408" y="63333"/>
                  <a:pt x="316408" y="57333"/>
                </a:cubicBezTo>
                <a:cubicBezTo>
                  <a:pt x="322407" y="51356"/>
                  <a:pt x="329907" y="47460"/>
                  <a:pt x="337865" y="45874"/>
                </a:cubicBezTo>
                <a:close/>
                <a:moveTo>
                  <a:pt x="46294" y="45874"/>
                </a:moveTo>
                <a:cubicBezTo>
                  <a:pt x="54253" y="44288"/>
                  <a:pt x="62670" y="45011"/>
                  <a:pt x="70504" y="48270"/>
                </a:cubicBezTo>
                <a:cubicBezTo>
                  <a:pt x="86173" y="54744"/>
                  <a:pt x="96359" y="70023"/>
                  <a:pt x="96359" y="86985"/>
                </a:cubicBezTo>
                <a:lnTo>
                  <a:pt x="93069" y="94908"/>
                </a:lnTo>
                <a:lnTo>
                  <a:pt x="85206" y="99254"/>
                </a:lnTo>
                <a:lnTo>
                  <a:pt x="88297" y="106401"/>
                </a:lnTo>
                <a:lnTo>
                  <a:pt x="84063" y="116599"/>
                </a:lnTo>
                <a:cubicBezTo>
                  <a:pt x="76482" y="124179"/>
                  <a:pt x="66015" y="128873"/>
                  <a:pt x="54447" y="128894"/>
                </a:cubicBezTo>
                <a:cubicBezTo>
                  <a:pt x="37527" y="128894"/>
                  <a:pt x="22247" y="118665"/>
                  <a:pt x="15729" y="102998"/>
                </a:cubicBezTo>
                <a:cubicBezTo>
                  <a:pt x="9254" y="87373"/>
                  <a:pt x="12837" y="69332"/>
                  <a:pt x="24837" y="57333"/>
                </a:cubicBezTo>
                <a:cubicBezTo>
                  <a:pt x="30837" y="51356"/>
                  <a:pt x="38336" y="47460"/>
                  <a:pt x="46294" y="45874"/>
                </a:cubicBezTo>
                <a:close/>
                <a:moveTo>
                  <a:pt x="200988" y="18014"/>
                </a:moveTo>
                <a:cubicBezTo>
                  <a:pt x="188384" y="17970"/>
                  <a:pt x="176989" y="25524"/>
                  <a:pt x="172112" y="37177"/>
                </a:cubicBezTo>
                <a:cubicBezTo>
                  <a:pt x="167277" y="48831"/>
                  <a:pt x="169910" y="62211"/>
                  <a:pt x="178802" y="71145"/>
                </a:cubicBezTo>
                <a:cubicBezTo>
                  <a:pt x="187737" y="80079"/>
                  <a:pt x="201117" y="82755"/>
                  <a:pt x="212772" y="77964"/>
                </a:cubicBezTo>
                <a:cubicBezTo>
                  <a:pt x="224426" y="73130"/>
                  <a:pt x="232023" y="61779"/>
                  <a:pt x="232023" y="49176"/>
                </a:cubicBezTo>
                <a:cubicBezTo>
                  <a:pt x="231980" y="31998"/>
                  <a:pt x="218124" y="18100"/>
                  <a:pt x="200988" y="18014"/>
                </a:cubicBezTo>
                <a:close/>
                <a:moveTo>
                  <a:pt x="191449" y="933"/>
                </a:moveTo>
                <a:cubicBezTo>
                  <a:pt x="200772" y="-912"/>
                  <a:pt x="210635" y="-49"/>
                  <a:pt x="219807" y="3771"/>
                </a:cubicBezTo>
                <a:cubicBezTo>
                  <a:pt x="238152" y="11410"/>
                  <a:pt x="250065" y="29322"/>
                  <a:pt x="250022" y="49176"/>
                </a:cubicBezTo>
                <a:cubicBezTo>
                  <a:pt x="249990" y="69473"/>
                  <a:pt x="237623" y="86856"/>
                  <a:pt x="220043" y="94279"/>
                </a:cubicBezTo>
                <a:lnTo>
                  <a:pt x="209941" y="96316"/>
                </a:lnTo>
                <a:lnTo>
                  <a:pt x="209941" y="88813"/>
                </a:lnTo>
                <a:cubicBezTo>
                  <a:pt x="209941" y="83851"/>
                  <a:pt x="205927" y="79838"/>
                  <a:pt x="201007" y="79838"/>
                </a:cubicBezTo>
                <a:cubicBezTo>
                  <a:pt x="196044" y="79838"/>
                  <a:pt x="192030" y="83851"/>
                  <a:pt x="192030" y="88813"/>
                </a:cubicBezTo>
                <a:lnTo>
                  <a:pt x="192030" y="95405"/>
                </a:lnTo>
                <a:lnTo>
                  <a:pt x="173709" y="89850"/>
                </a:lnTo>
                <a:cubicBezTo>
                  <a:pt x="165799" y="84568"/>
                  <a:pt x="159421" y="76993"/>
                  <a:pt x="155623" y="67821"/>
                </a:cubicBezTo>
                <a:cubicBezTo>
                  <a:pt x="148069" y="49478"/>
                  <a:pt x="152256" y="28372"/>
                  <a:pt x="166328" y="14345"/>
                </a:cubicBezTo>
                <a:cubicBezTo>
                  <a:pt x="173342" y="7332"/>
                  <a:pt x="182126" y="2778"/>
                  <a:pt x="191449" y="933"/>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a:p>
        </p:txBody>
      </p:sp>
      <p:sp>
        <p:nvSpPr>
          <p:cNvPr id="176" name="iconfont-11117-5304720">
            <a:extLst>
              <a:ext uri="{FF2B5EF4-FFF2-40B4-BE49-F238E27FC236}">
                <a16:creationId xmlns="" xmlns:p14="http://schemas.microsoft.com/office/powerpoint/2010/main" xmlns:p15="http://schemas.microsoft.com/office/powerpoint/2012/main" xmlns:a16="http://schemas.microsoft.com/office/drawing/2014/main" id="{186A2839-688D-40DC-AB3B-FEEC5A05A659}"/>
              </a:ext>
            </a:extLst>
          </p:cNvPr>
          <p:cNvSpPr>
            <a:spLocks noChangeAspect="1"/>
          </p:cNvSpPr>
          <p:nvPr/>
        </p:nvSpPr>
        <p:spPr bwMode="auto">
          <a:xfrm>
            <a:off x="1316713" y="1684732"/>
            <a:ext cx="326346" cy="339301"/>
          </a:xfrm>
          <a:custGeom>
            <a:avLst/>
            <a:gdLst>
              <a:gd name="connsiteX0" fmla="*/ 353010 w 401970"/>
              <a:gd name="connsiteY0" fmla="*/ 334988 h 403627"/>
              <a:gd name="connsiteX1" fmla="*/ 365960 w 401970"/>
              <a:gd name="connsiteY1" fmla="*/ 338830 h 403627"/>
              <a:gd name="connsiteX2" fmla="*/ 400361 w 401970"/>
              <a:gd name="connsiteY2" fmla="*/ 390148 h 403627"/>
              <a:gd name="connsiteX3" fmla="*/ 400836 w 401970"/>
              <a:gd name="connsiteY3" fmla="*/ 399687 h 403627"/>
              <a:gd name="connsiteX4" fmla="*/ 392937 w 401970"/>
              <a:gd name="connsiteY4" fmla="*/ 403614 h 403627"/>
              <a:gd name="connsiteX5" fmla="*/ 9039 w 401970"/>
              <a:gd name="connsiteY5" fmla="*/ 403614 h 403627"/>
              <a:gd name="connsiteX6" fmla="*/ 1614 w 401970"/>
              <a:gd name="connsiteY6" fmla="*/ 389673 h 403627"/>
              <a:gd name="connsiteX7" fmla="*/ 32951 w 401970"/>
              <a:gd name="connsiteY7" fmla="*/ 342930 h 403627"/>
              <a:gd name="connsiteX8" fmla="*/ 45426 w 401970"/>
              <a:gd name="connsiteY8" fmla="*/ 340427 h 403627"/>
              <a:gd name="connsiteX9" fmla="*/ 47800 w 401970"/>
              <a:gd name="connsiteY9" fmla="*/ 352900 h 403627"/>
              <a:gd name="connsiteX10" fmla="*/ 25786 w 401970"/>
              <a:gd name="connsiteY10" fmla="*/ 385703 h 403627"/>
              <a:gd name="connsiteX11" fmla="*/ 376146 w 401970"/>
              <a:gd name="connsiteY11" fmla="*/ 385703 h 403627"/>
              <a:gd name="connsiteX12" fmla="*/ 350982 w 401970"/>
              <a:gd name="connsiteY12" fmla="*/ 348368 h 403627"/>
              <a:gd name="connsiteX13" fmla="*/ 353010 w 401970"/>
              <a:gd name="connsiteY13" fmla="*/ 334988 h 403627"/>
              <a:gd name="connsiteX14" fmla="*/ 353485 w 401970"/>
              <a:gd name="connsiteY14" fmla="*/ 264895 h 403627"/>
              <a:gd name="connsiteX15" fmla="*/ 365960 w 401970"/>
              <a:gd name="connsiteY15" fmla="*/ 267269 h 403627"/>
              <a:gd name="connsiteX16" fmla="*/ 400361 w 401970"/>
              <a:gd name="connsiteY16" fmla="*/ 318630 h 403627"/>
              <a:gd name="connsiteX17" fmla="*/ 400836 w 401970"/>
              <a:gd name="connsiteY17" fmla="*/ 328169 h 403627"/>
              <a:gd name="connsiteX18" fmla="*/ 392937 w 401970"/>
              <a:gd name="connsiteY18" fmla="*/ 333003 h 403627"/>
              <a:gd name="connsiteX19" fmla="*/ 9039 w 401970"/>
              <a:gd name="connsiteY19" fmla="*/ 333003 h 403627"/>
              <a:gd name="connsiteX20" fmla="*/ 1614 w 401970"/>
              <a:gd name="connsiteY20" fmla="*/ 319105 h 403627"/>
              <a:gd name="connsiteX21" fmla="*/ 35973 w 401970"/>
              <a:gd name="connsiteY21" fmla="*/ 267787 h 403627"/>
              <a:gd name="connsiteX22" fmla="*/ 47584 w 401970"/>
              <a:gd name="connsiteY22" fmla="*/ 266017 h 403627"/>
              <a:gd name="connsiteX23" fmla="*/ 50951 w 401970"/>
              <a:gd name="connsiteY23" fmla="*/ 277282 h 403627"/>
              <a:gd name="connsiteX24" fmla="*/ 25786 w 401970"/>
              <a:gd name="connsiteY24" fmla="*/ 314616 h 403627"/>
              <a:gd name="connsiteX25" fmla="*/ 376146 w 401970"/>
              <a:gd name="connsiteY25" fmla="*/ 314616 h 403627"/>
              <a:gd name="connsiteX26" fmla="*/ 350982 w 401970"/>
              <a:gd name="connsiteY26" fmla="*/ 277282 h 403627"/>
              <a:gd name="connsiteX27" fmla="*/ 353485 w 401970"/>
              <a:gd name="connsiteY27" fmla="*/ 264895 h 403627"/>
              <a:gd name="connsiteX28" fmla="*/ 259883 w 401970"/>
              <a:gd name="connsiteY28" fmla="*/ 158891 h 403627"/>
              <a:gd name="connsiteX29" fmla="*/ 277653 w 401970"/>
              <a:gd name="connsiteY29" fmla="*/ 158891 h 403627"/>
              <a:gd name="connsiteX30" fmla="*/ 277490 w 401970"/>
              <a:gd name="connsiteY30" fmla="*/ 159232 h 403627"/>
              <a:gd name="connsiteX31" fmla="*/ 276323 w 401970"/>
              <a:gd name="connsiteY31" fmla="*/ 207726 h 403627"/>
              <a:gd name="connsiteX32" fmla="*/ 268813 w 401970"/>
              <a:gd name="connsiteY32" fmla="*/ 217908 h 403627"/>
              <a:gd name="connsiteX33" fmla="*/ 267475 w 401970"/>
              <a:gd name="connsiteY33" fmla="*/ 218038 h 403627"/>
              <a:gd name="connsiteX34" fmla="*/ 258627 w 401970"/>
              <a:gd name="connsiteY34" fmla="*/ 210401 h 403627"/>
              <a:gd name="connsiteX35" fmla="*/ 256835 w 401970"/>
              <a:gd name="connsiteY35" fmla="*/ 178375 h 403627"/>
              <a:gd name="connsiteX36" fmla="*/ 192030 w 401970"/>
              <a:gd name="connsiteY36" fmla="*/ 158891 h 403627"/>
              <a:gd name="connsiteX37" fmla="*/ 209941 w 401970"/>
              <a:gd name="connsiteY37" fmla="*/ 158891 h 403627"/>
              <a:gd name="connsiteX38" fmla="*/ 209941 w 401970"/>
              <a:gd name="connsiteY38" fmla="*/ 222093 h 403627"/>
              <a:gd name="connsiteX39" fmla="*/ 201007 w 401970"/>
              <a:gd name="connsiteY39" fmla="*/ 231068 h 403627"/>
              <a:gd name="connsiteX40" fmla="*/ 192030 w 401970"/>
              <a:gd name="connsiteY40" fmla="*/ 222093 h 403627"/>
              <a:gd name="connsiteX41" fmla="*/ 129625 w 401970"/>
              <a:gd name="connsiteY41" fmla="*/ 158891 h 403627"/>
              <a:gd name="connsiteX42" fmla="*/ 147715 w 401970"/>
              <a:gd name="connsiteY42" fmla="*/ 158891 h 403627"/>
              <a:gd name="connsiteX43" fmla="*/ 150864 w 401970"/>
              <a:gd name="connsiteY43" fmla="*/ 179011 h 403627"/>
              <a:gd name="connsiteX44" fmla="*/ 149084 w 401970"/>
              <a:gd name="connsiteY44" fmla="*/ 211048 h 403627"/>
              <a:gd name="connsiteX45" fmla="*/ 140236 w 401970"/>
              <a:gd name="connsiteY45" fmla="*/ 218599 h 403627"/>
              <a:gd name="connsiteX46" fmla="*/ 138898 w 401970"/>
              <a:gd name="connsiteY46" fmla="*/ 218599 h 403627"/>
              <a:gd name="connsiteX47" fmla="*/ 131345 w 401970"/>
              <a:gd name="connsiteY47" fmla="*/ 208502 h 403627"/>
              <a:gd name="connsiteX48" fmla="*/ 130184 w 401970"/>
              <a:gd name="connsiteY48" fmla="*/ 160062 h 403627"/>
              <a:gd name="connsiteX49" fmla="*/ 209941 w 401970"/>
              <a:gd name="connsiteY49" fmla="*/ 140807 h 403627"/>
              <a:gd name="connsiteX50" fmla="*/ 266958 w 401970"/>
              <a:gd name="connsiteY50" fmla="*/ 140807 h 403627"/>
              <a:gd name="connsiteX51" fmla="*/ 260897 w 401970"/>
              <a:gd name="connsiteY51" fmla="*/ 152407 h 403627"/>
              <a:gd name="connsiteX52" fmla="*/ 259883 w 401970"/>
              <a:gd name="connsiteY52" fmla="*/ 158891 h 403627"/>
              <a:gd name="connsiteX53" fmla="*/ 209941 w 401970"/>
              <a:gd name="connsiteY53" fmla="*/ 158891 h 403627"/>
              <a:gd name="connsiteX54" fmla="*/ 140424 w 401970"/>
              <a:gd name="connsiteY54" fmla="*/ 140807 h 403627"/>
              <a:gd name="connsiteX55" fmla="*/ 192030 w 401970"/>
              <a:gd name="connsiteY55" fmla="*/ 140807 h 403627"/>
              <a:gd name="connsiteX56" fmla="*/ 192030 w 401970"/>
              <a:gd name="connsiteY56" fmla="*/ 158891 h 403627"/>
              <a:gd name="connsiteX57" fmla="*/ 147715 w 401970"/>
              <a:gd name="connsiteY57" fmla="*/ 158891 h 403627"/>
              <a:gd name="connsiteX58" fmla="*/ 146795 w 401970"/>
              <a:gd name="connsiteY58" fmla="*/ 153018 h 403627"/>
              <a:gd name="connsiteX59" fmla="*/ 77885 w 401970"/>
              <a:gd name="connsiteY59" fmla="*/ 140807 h 403627"/>
              <a:gd name="connsiteX60" fmla="*/ 120993 w 401970"/>
              <a:gd name="connsiteY60" fmla="*/ 140807 h 403627"/>
              <a:gd name="connsiteX61" fmla="*/ 129625 w 401970"/>
              <a:gd name="connsiteY61" fmla="*/ 158891 h 403627"/>
              <a:gd name="connsiteX62" fmla="*/ 82676 w 401970"/>
              <a:gd name="connsiteY62" fmla="*/ 158891 h 403627"/>
              <a:gd name="connsiteX63" fmla="*/ 25786 w 401970"/>
              <a:gd name="connsiteY63" fmla="*/ 243573 h 403627"/>
              <a:gd name="connsiteX64" fmla="*/ 376060 w 401970"/>
              <a:gd name="connsiteY64" fmla="*/ 243573 h 403627"/>
              <a:gd name="connsiteX65" fmla="*/ 318911 w 401970"/>
              <a:gd name="connsiteY65" fmla="*/ 158891 h 403627"/>
              <a:gd name="connsiteX66" fmla="*/ 277653 w 401970"/>
              <a:gd name="connsiteY66" fmla="*/ 158891 h 403627"/>
              <a:gd name="connsiteX67" fmla="*/ 286281 w 401970"/>
              <a:gd name="connsiteY67" fmla="*/ 140807 h 403627"/>
              <a:gd name="connsiteX68" fmla="*/ 324048 w 401970"/>
              <a:gd name="connsiteY68" fmla="*/ 140807 h 403627"/>
              <a:gd name="connsiteX69" fmla="*/ 331472 w 401970"/>
              <a:gd name="connsiteY69" fmla="*/ 144778 h 403627"/>
              <a:gd name="connsiteX70" fmla="*/ 400361 w 401970"/>
              <a:gd name="connsiteY70" fmla="*/ 247371 h 403627"/>
              <a:gd name="connsiteX71" fmla="*/ 400836 w 401970"/>
              <a:gd name="connsiteY71" fmla="*/ 256910 h 403627"/>
              <a:gd name="connsiteX72" fmla="*/ 392937 w 401970"/>
              <a:gd name="connsiteY72" fmla="*/ 261269 h 403627"/>
              <a:gd name="connsiteX73" fmla="*/ 9039 w 401970"/>
              <a:gd name="connsiteY73" fmla="*/ 261269 h 403627"/>
              <a:gd name="connsiteX74" fmla="*/ 1614 w 401970"/>
              <a:gd name="connsiteY74" fmla="*/ 247371 h 403627"/>
              <a:gd name="connsiteX75" fmla="*/ 70461 w 401970"/>
              <a:gd name="connsiteY75" fmla="*/ 144778 h 403627"/>
              <a:gd name="connsiteX76" fmla="*/ 77885 w 401970"/>
              <a:gd name="connsiteY76" fmla="*/ 140807 h 403627"/>
              <a:gd name="connsiteX77" fmla="*/ 192030 w 401970"/>
              <a:gd name="connsiteY77" fmla="*/ 95405 h 403627"/>
              <a:gd name="connsiteX78" fmla="*/ 200988 w 401970"/>
              <a:gd name="connsiteY78" fmla="*/ 98121 h 403627"/>
              <a:gd name="connsiteX79" fmla="*/ 209941 w 401970"/>
              <a:gd name="connsiteY79" fmla="*/ 96316 h 403627"/>
              <a:gd name="connsiteX80" fmla="*/ 209941 w 401970"/>
              <a:gd name="connsiteY80" fmla="*/ 140807 h 403627"/>
              <a:gd name="connsiteX81" fmla="*/ 192030 w 401970"/>
              <a:gd name="connsiteY81" fmla="*/ 140807 h 403627"/>
              <a:gd name="connsiteX82" fmla="*/ 306580 w 401970"/>
              <a:gd name="connsiteY82" fmla="*/ 95337 h 403627"/>
              <a:gd name="connsiteX83" fmla="*/ 307343 w 401970"/>
              <a:gd name="connsiteY83" fmla="*/ 102998 h 403627"/>
              <a:gd name="connsiteX84" fmla="*/ 314244 w 401970"/>
              <a:gd name="connsiteY84" fmla="*/ 111419 h 403627"/>
              <a:gd name="connsiteX85" fmla="*/ 308552 w 401970"/>
              <a:gd name="connsiteY85" fmla="*/ 114279 h 403627"/>
              <a:gd name="connsiteX86" fmla="*/ 291710 w 401970"/>
              <a:gd name="connsiteY86" fmla="*/ 129430 h 403627"/>
              <a:gd name="connsiteX87" fmla="*/ 286281 w 401970"/>
              <a:gd name="connsiteY87" fmla="*/ 140807 h 403627"/>
              <a:gd name="connsiteX88" fmla="*/ 266958 w 401970"/>
              <a:gd name="connsiteY88" fmla="*/ 140807 h 403627"/>
              <a:gd name="connsiteX89" fmla="*/ 279700 w 401970"/>
              <a:gd name="connsiteY89" fmla="*/ 116422 h 403627"/>
              <a:gd name="connsiteX90" fmla="*/ 301272 w 401970"/>
              <a:gd name="connsiteY90" fmla="*/ 98000 h 403627"/>
              <a:gd name="connsiteX91" fmla="*/ 95824 w 401970"/>
              <a:gd name="connsiteY91" fmla="*/ 93386 h 403627"/>
              <a:gd name="connsiteX92" fmla="*/ 127989 w 401970"/>
              <a:gd name="connsiteY92" fmla="*/ 116977 h 403627"/>
              <a:gd name="connsiteX93" fmla="*/ 140424 w 401970"/>
              <a:gd name="connsiteY93" fmla="*/ 140807 h 403627"/>
              <a:gd name="connsiteX94" fmla="*/ 120993 w 401970"/>
              <a:gd name="connsiteY94" fmla="*/ 140807 h 403627"/>
              <a:gd name="connsiteX95" fmla="*/ 115937 w 401970"/>
              <a:gd name="connsiteY95" fmla="*/ 130212 h 403627"/>
              <a:gd name="connsiteX96" fmla="*/ 90040 w 401970"/>
              <a:gd name="connsiteY96" fmla="*/ 110429 h 403627"/>
              <a:gd name="connsiteX97" fmla="*/ 88297 w 401970"/>
              <a:gd name="connsiteY97" fmla="*/ 106401 h 403627"/>
              <a:gd name="connsiteX98" fmla="*/ 93069 w 401970"/>
              <a:gd name="connsiteY98" fmla="*/ 94908 h 403627"/>
              <a:gd name="connsiteX99" fmla="*/ 346061 w 401970"/>
              <a:gd name="connsiteY99" fmla="*/ 62987 h 403627"/>
              <a:gd name="connsiteX100" fmla="*/ 323875 w 401970"/>
              <a:gd name="connsiteY100" fmla="*/ 77792 h 403627"/>
              <a:gd name="connsiteX101" fmla="*/ 329055 w 401970"/>
              <a:gd name="connsiteY101" fmla="*/ 103947 h 403627"/>
              <a:gd name="connsiteX102" fmla="*/ 355255 w 401970"/>
              <a:gd name="connsiteY102" fmla="*/ 109170 h 403627"/>
              <a:gd name="connsiteX103" fmla="*/ 370060 w 401970"/>
              <a:gd name="connsiteY103" fmla="*/ 86985 h 403627"/>
              <a:gd name="connsiteX104" fmla="*/ 346061 w 401970"/>
              <a:gd name="connsiteY104" fmla="*/ 62987 h 403627"/>
              <a:gd name="connsiteX105" fmla="*/ 54447 w 401970"/>
              <a:gd name="connsiteY105" fmla="*/ 62987 h 403627"/>
              <a:gd name="connsiteX106" fmla="*/ 32304 w 401970"/>
              <a:gd name="connsiteY106" fmla="*/ 77792 h 403627"/>
              <a:gd name="connsiteX107" fmla="*/ 37483 w 401970"/>
              <a:gd name="connsiteY107" fmla="*/ 103947 h 403627"/>
              <a:gd name="connsiteX108" fmla="*/ 63641 w 401970"/>
              <a:gd name="connsiteY108" fmla="*/ 109170 h 403627"/>
              <a:gd name="connsiteX109" fmla="*/ 78489 w 401970"/>
              <a:gd name="connsiteY109" fmla="*/ 86985 h 403627"/>
              <a:gd name="connsiteX110" fmla="*/ 54447 w 401970"/>
              <a:gd name="connsiteY110" fmla="*/ 62987 h 403627"/>
              <a:gd name="connsiteX111" fmla="*/ 337865 w 401970"/>
              <a:gd name="connsiteY111" fmla="*/ 45874 h 403627"/>
              <a:gd name="connsiteX112" fmla="*/ 362075 w 401970"/>
              <a:gd name="connsiteY112" fmla="*/ 48270 h 403627"/>
              <a:gd name="connsiteX113" fmla="*/ 387973 w 401970"/>
              <a:gd name="connsiteY113" fmla="*/ 86985 h 403627"/>
              <a:gd name="connsiteX114" fmla="*/ 346061 w 401970"/>
              <a:gd name="connsiteY114" fmla="*/ 128894 h 403627"/>
              <a:gd name="connsiteX115" fmla="*/ 322769 w 401970"/>
              <a:gd name="connsiteY115" fmla="*/ 121821 h 403627"/>
              <a:gd name="connsiteX116" fmla="*/ 314244 w 401970"/>
              <a:gd name="connsiteY116" fmla="*/ 111419 h 403627"/>
              <a:gd name="connsiteX117" fmla="*/ 317585 w 401970"/>
              <a:gd name="connsiteY117" fmla="*/ 109739 h 403627"/>
              <a:gd name="connsiteX118" fmla="*/ 323239 w 401970"/>
              <a:gd name="connsiteY118" fmla="*/ 98391 h 403627"/>
              <a:gd name="connsiteX119" fmla="*/ 311845 w 401970"/>
              <a:gd name="connsiteY119" fmla="*/ 92696 h 403627"/>
              <a:gd name="connsiteX120" fmla="*/ 306580 w 401970"/>
              <a:gd name="connsiteY120" fmla="*/ 95337 h 403627"/>
              <a:gd name="connsiteX121" fmla="*/ 304932 w 401970"/>
              <a:gd name="connsiteY121" fmla="*/ 78806 h 403627"/>
              <a:gd name="connsiteX122" fmla="*/ 316408 w 401970"/>
              <a:gd name="connsiteY122" fmla="*/ 57333 h 403627"/>
              <a:gd name="connsiteX123" fmla="*/ 337865 w 401970"/>
              <a:gd name="connsiteY123" fmla="*/ 45874 h 403627"/>
              <a:gd name="connsiteX124" fmla="*/ 46294 w 401970"/>
              <a:gd name="connsiteY124" fmla="*/ 45874 h 403627"/>
              <a:gd name="connsiteX125" fmla="*/ 70504 w 401970"/>
              <a:gd name="connsiteY125" fmla="*/ 48270 h 403627"/>
              <a:gd name="connsiteX126" fmla="*/ 96359 w 401970"/>
              <a:gd name="connsiteY126" fmla="*/ 86985 h 403627"/>
              <a:gd name="connsiteX127" fmla="*/ 93069 w 401970"/>
              <a:gd name="connsiteY127" fmla="*/ 94908 h 403627"/>
              <a:gd name="connsiteX128" fmla="*/ 85206 w 401970"/>
              <a:gd name="connsiteY128" fmla="*/ 99254 h 403627"/>
              <a:gd name="connsiteX129" fmla="*/ 88297 w 401970"/>
              <a:gd name="connsiteY129" fmla="*/ 106401 h 403627"/>
              <a:gd name="connsiteX130" fmla="*/ 84063 w 401970"/>
              <a:gd name="connsiteY130" fmla="*/ 116599 h 403627"/>
              <a:gd name="connsiteX131" fmla="*/ 54447 w 401970"/>
              <a:gd name="connsiteY131" fmla="*/ 128894 h 403627"/>
              <a:gd name="connsiteX132" fmla="*/ 15729 w 401970"/>
              <a:gd name="connsiteY132" fmla="*/ 102998 h 403627"/>
              <a:gd name="connsiteX133" fmla="*/ 24837 w 401970"/>
              <a:gd name="connsiteY133" fmla="*/ 57333 h 403627"/>
              <a:gd name="connsiteX134" fmla="*/ 46294 w 401970"/>
              <a:gd name="connsiteY134" fmla="*/ 45874 h 403627"/>
              <a:gd name="connsiteX135" fmla="*/ 200988 w 401970"/>
              <a:gd name="connsiteY135" fmla="*/ 18014 h 403627"/>
              <a:gd name="connsiteX136" fmla="*/ 172112 w 401970"/>
              <a:gd name="connsiteY136" fmla="*/ 37177 h 403627"/>
              <a:gd name="connsiteX137" fmla="*/ 178802 w 401970"/>
              <a:gd name="connsiteY137" fmla="*/ 71145 h 403627"/>
              <a:gd name="connsiteX138" fmla="*/ 212772 w 401970"/>
              <a:gd name="connsiteY138" fmla="*/ 77964 h 403627"/>
              <a:gd name="connsiteX139" fmla="*/ 232023 w 401970"/>
              <a:gd name="connsiteY139" fmla="*/ 49176 h 403627"/>
              <a:gd name="connsiteX140" fmla="*/ 200988 w 401970"/>
              <a:gd name="connsiteY140" fmla="*/ 18014 h 403627"/>
              <a:gd name="connsiteX141" fmla="*/ 191449 w 401970"/>
              <a:gd name="connsiteY141" fmla="*/ 933 h 403627"/>
              <a:gd name="connsiteX142" fmla="*/ 219807 w 401970"/>
              <a:gd name="connsiteY142" fmla="*/ 3771 h 403627"/>
              <a:gd name="connsiteX143" fmla="*/ 250022 w 401970"/>
              <a:gd name="connsiteY143" fmla="*/ 49176 h 403627"/>
              <a:gd name="connsiteX144" fmla="*/ 220043 w 401970"/>
              <a:gd name="connsiteY144" fmla="*/ 94279 h 403627"/>
              <a:gd name="connsiteX145" fmla="*/ 209941 w 401970"/>
              <a:gd name="connsiteY145" fmla="*/ 96316 h 403627"/>
              <a:gd name="connsiteX146" fmla="*/ 209941 w 401970"/>
              <a:gd name="connsiteY146" fmla="*/ 88813 h 403627"/>
              <a:gd name="connsiteX147" fmla="*/ 201007 w 401970"/>
              <a:gd name="connsiteY147" fmla="*/ 79838 h 403627"/>
              <a:gd name="connsiteX148" fmla="*/ 192030 w 401970"/>
              <a:gd name="connsiteY148" fmla="*/ 88813 h 403627"/>
              <a:gd name="connsiteX149" fmla="*/ 192030 w 401970"/>
              <a:gd name="connsiteY149" fmla="*/ 95405 h 403627"/>
              <a:gd name="connsiteX150" fmla="*/ 173709 w 401970"/>
              <a:gd name="connsiteY150" fmla="*/ 89850 h 403627"/>
              <a:gd name="connsiteX151" fmla="*/ 155623 w 401970"/>
              <a:gd name="connsiteY151" fmla="*/ 67821 h 403627"/>
              <a:gd name="connsiteX152" fmla="*/ 166328 w 401970"/>
              <a:gd name="connsiteY152" fmla="*/ 14345 h 403627"/>
              <a:gd name="connsiteX153" fmla="*/ 191449 w 401970"/>
              <a:gd name="connsiteY153" fmla="*/ 933 h 40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01970" h="403627">
                <a:moveTo>
                  <a:pt x="353010" y="334988"/>
                </a:moveTo>
                <a:cubicBezTo>
                  <a:pt x="357586" y="332053"/>
                  <a:pt x="363715" y="333866"/>
                  <a:pt x="365960" y="338830"/>
                </a:cubicBezTo>
                <a:lnTo>
                  <a:pt x="400361" y="390148"/>
                </a:lnTo>
                <a:cubicBezTo>
                  <a:pt x="402303" y="392997"/>
                  <a:pt x="402519" y="396709"/>
                  <a:pt x="400836" y="399687"/>
                </a:cubicBezTo>
                <a:cubicBezTo>
                  <a:pt x="399066" y="402320"/>
                  <a:pt x="396045" y="403787"/>
                  <a:pt x="392937" y="403614"/>
                </a:cubicBezTo>
                <a:lnTo>
                  <a:pt x="9039" y="403614"/>
                </a:lnTo>
                <a:cubicBezTo>
                  <a:pt x="1917" y="403571"/>
                  <a:pt x="-2357" y="395630"/>
                  <a:pt x="1614" y="389673"/>
                </a:cubicBezTo>
                <a:lnTo>
                  <a:pt x="32951" y="342930"/>
                </a:lnTo>
                <a:cubicBezTo>
                  <a:pt x="35843" y="339045"/>
                  <a:pt x="41239" y="337966"/>
                  <a:pt x="45426" y="340427"/>
                </a:cubicBezTo>
                <a:cubicBezTo>
                  <a:pt x="49267" y="343405"/>
                  <a:pt x="50303" y="348757"/>
                  <a:pt x="47800" y="352900"/>
                </a:cubicBezTo>
                <a:lnTo>
                  <a:pt x="25786" y="385703"/>
                </a:lnTo>
                <a:lnTo>
                  <a:pt x="376146" y="385703"/>
                </a:lnTo>
                <a:lnTo>
                  <a:pt x="350982" y="348368"/>
                </a:lnTo>
                <a:cubicBezTo>
                  <a:pt x="347442" y="344225"/>
                  <a:pt x="348392" y="337880"/>
                  <a:pt x="353010" y="334988"/>
                </a:cubicBezTo>
                <a:close/>
                <a:moveTo>
                  <a:pt x="353485" y="264895"/>
                </a:moveTo>
                <a:cubicBezTo>
                  <a:pt x="357629" y="262391"/>
                  <a:pt x="363024" y="263427"/>
                  <a:pt x="365960" y="267269"/>
                </a:cubicBezTo>
                <a:lnTo>
                  <a:pt x="400361" y="318630"/>
                </a:lnTo>
                <a:cubicBezTo>
                  <a:pt x="402217" y="321479"/>
                  <a:pt x="402390" y="325104"/>
                  <a:pt x="400836" y="328169"/>
                </a:cubicBezTo>
                <a:cubicBezTo>
                  <a:pt x="399282" y="331104"/>
                  <a:pt x="396261" y="333003"/>
                  <a:pt x="392937" y="333003"/>
                </a:cubicBezTo>
                <a:lnTo>
                  <a:pt x="9039" y="333003"/>
                </a:lnTo>
                <a:cubicBezTo>
                  <a:pt x="1787" y="333132"/>
                  <a:pt x="-2529" y="325018"/>
                  <a:pt x="1614" y="319105"/>
                </a:cubicBezTo>
                <a:lnTo>
                  <a:pt x="35973" y="267787"/>
                </a:lnTo>
                <a:cubicBezTo>
                  <a:pt x="38865" y="264377"/>
                  <a:pt x="43829" y="263643"/>
                  <a:pt x="47584" y="266017"/>
                </a:cubicBezTo>
                <a:cubicBezTo>
                  <a:pt x="51339" y="268434"/>
                  <a:pt x="52807" y="273225"/>
                  <a:pt x="50951" y="277282"/>
                </a:cubicBezTo>
                <a:lnTo>
                  <a:pt x="25786" y="314616"/>
                </a:lnTo>
                <a:lnTo>
                  <a:pt x="376146" y="314616"/>
                </a:lnTo>
                <a:lnTo>
                  <a:pt x="350982" y="277282"/>
                </a:lnTo>
                <a:cubicBezTo>
                  <a:pt x="348262" y="273182"/>
                  <a:pt x="349385" y="267657"/>
                  <a:pt x="353485" y="264895"/>
                </a:cubicBezTo>
                <a:close/>
                <a:moveTo>
                  <a:pt x="259883" y="158891"/>
                </a:moveTo>
                <a:lnTo>
                  <a:pt x="277653" y="158891"/>
                </a:lnTo>
                <a:lnTo>
                  <a:pt x="277490" y="159232"/>
                </a:lnTo>
                <a:cubicBezTo>
                  <a:pt x="274346" y="172057"/>
                  <a:pt x="273377" y="187997"/>
                  <a:pt x="276323" y="207726"/>
                </a:cubicBezTo>
                <a:cubicBezTo>
                  <a:pt x="277143" y="212644"/>
                  <a:pt x="273734" y="217218"/>
                  <a:pt x="268813" y="217908"/>
                </a:cubicBezTo>
                <a:lnTo>
                  <a:pt x="267475" y="218038"/>
                </a:lnTo>
                <a:cubicBezTo>
                  <a:pt x="263030" y="218038"/>
                  <a:pt x="259275" y="214758"/>
                  <a:pt x="258627" y="210401"/>
                </a:cubicBezTo>
                <a:cubicBezTo>
                  <a:pt x="256863" y="198654"/>
                  <a:pt x="256361" y="188010"/>
                  <a:pt x="256835" y="178375"/>
                </a:cubicBezTo>
                <a:close/>
                <a:moveTo>
                  <a:pt x="192030" y="158891"/>
                </a:moveTo>
                <a:lnTo>
                  <a:pt x="209941" y="158891"/>
                </a:lnTo>
                <a:lnTo>
                  <a:pt x="209941" y="222093"/>
                </a:lnTo>
                <a:cubicBezTo>
                  <a:pt x="209941" y="227055"/>
                  <a:pt x="205927" y="231068"/>
                  <a:pt x="201007" y="231068"/>
                </a:cubicBezTo>
                <a:cubicBezTo>
                  <a:pt x="196044" y="231068"/>
                  <a:pt x="192030" y="227055"/>
                  <a:pt x="192030" y="222093"/>
                </a:cubicBezTo>
                <a:close/>
                <a:moveTo>
                  <a:pt x="129625" y="158891"/>
                </a:moveTo>
                <a:lnTo>
                  <a:pt x="147715" y="158891"/>
                </a:lnTo>
                <a:lnTo>
                  <a:pt x="150864" y="179011"/>
                </a:lnTo>
                <a:cubicBezTo>
                  <a:pt x="151341" y="188653"/>
                  <a:pt x="150843" y="199301"/>
                  <a:pt x="149084" y="211048"/>
                </a:cubicBezTo>
                <a:cubicBezTo>
                  <a:pt x="148178" y="215276"/>
                  <a:pt x="144552" y="218383"/>
                  <a:pt x="140236" y="218599"/>
                </a:cubicBezTo>
                <a:lnTo>
                  <a:pt x="138898" y="218599"/>
                </a:lnTo>
                <a:cubicBezTo>
                  <a:pt x="133978" y="217951"/>
                  <a:pt x="130568" y="213378"/>
                  <a:pt x="131345" y="208502"/>
                </a:cubicBezTo>
                <a:cubicBezTo>
                  <a:pt x="134302" y="188816"/>
                  <a:pt x="133333" y="172890"/>
                  <a:pt x="130184" y="160062"/>
                </a:cubicBezTo>
                <a:close/>
                <a:moveTo>
                  <a:pt x="209941" y="140807"/>
                </a:moveTo>
                <a:lnTo>
                  <a:pt x="266958" y="140807"/>
                </a:lnTo>
                <a:lnTo>
                  <a:pt x="260897" y="152407"/>
                </a:lnTo>
                <a:lnTo>
                  <a:pt x="259883" y="158891"/>
                </a:lnTo>
                <a:lnTo>
                  <a:pt x="209941" y="158891"/>
                </a:lnTo>
                <a:close/>
                <a:moveTo>
                  <a:pt x="140424" y="140807"/>
                </a:moveTo>
                <a:lnTo>
                  <a:pt x="192030" y="140807"/>
                </a:lnTo>
                <a:lnTo>
                  <a:pt x="192030" y="158891"/>
                </a:lnTo>
                <a:lnTo>
                  <a:pt x="147715" y="158891"/>
                </a:lnTo>
                <a:lnTo>
                  <a:pt x="146795" y="153018"/>
                </a:lnTo>
                <a:close/>
                <a:moveTo>
                  <a:pt x="77885" y="140807"/>
                </a:moveTo>
                <a:lnTo>
                  <a:pt x="120993" y="140807"/>
                </a:lnTo>
                <a:lnTo>
                  <a:pt x="129625" y="158891"/>
                </a:lnTo>
                <a:lnTo>
                  <a:pt x="82676" y="158891"/>
                </a:lnTo>
                <a:lnTo>
                  <a:pt x="25786" y="243573"/>
                </a:lnTo>
                <a:lnTo>
                  <a:pt x="376060" y="243573"/>
                </a:lnTo>
                <a:lnTo>
                  <a:pt x="318911" y="158891"/>
                </a:lnTo>
                <a:lnTo>
                  <a:pt x="277653" y="158891"/>
                </a:lnTo>
                <a:lnTo>
                  <a:pt x="286281" y="140807"/>
                </a:lnTo>
                <a:lnTo>
                  <a:pt x="324048" y="140807"/>
                </a:lnTo>
                <a:cubicBezTo>
                  <a:pt x="327026" y="140807"/>
                  <a:pt x="329832" y="142317"/>
                  <a:pt x="331472" y="144778"/>
                </a:cubicBezTo>
                <a:lnTo>
                  <a:pt x="400361" y="247371"/>
                </a:lnTo>
                <a:cubicBezTo>
                  <a:pt x="402303" y="250220"/>
                  <a:pt x="402519" y="253889"/>
                  <a:pt x="400836" y="256910"/>
                </a:cubicBezTo>
                <a:cubicBezTo>
                  <a:pt x="399196" y="259715"/>
                  <a:pt x="396174" y="261399"/>
                  <a:pt x="392937" y="261269"/>
                </a:cubicBezTo>
                <a:lnTo>
                  <a:pt x="9039" y="261269"/>
                </a:lnTo>
                <a:cubicBezTo>
                  <a:pt x="1917" y="261269"/>
                  <a:pt x="-2357" y="253328"/>
                  <a:pt x="1614" y="247371"/>
                </a:cubicBezTo>
                <a:lnTo>
                  <a:pt x="70461" y="144778"/>
                </a:lnTo>
                <a:cubicBezTo>
                  <a:pt x="72101" y="142317"/>
                  <a:pt x="74906" y="140807"/>
                  <a:pt x="77885" y="140807"/>
                </a:cubicBezTo>
                <a:close/>
                <a:moveTo>
                  <a:pt x="192030" y="95405"/>
                </a:moveTo>
                <a:lnTo>
                  <a:pt x="200988" y="98121"/>
                </a:lnTo>
                <a:lnTo>
                  <a:pt x="209941" y="96316"/>
                </a:lnTo>
                <a:lnTo>
                  <a:pt x="209941" y="140807"/>
                </a:lnTo>
                <a:lnTo>
                  <a:pt x="192030" y="140807"/>
                </a:lnTo>
                <a:close/>
                <a:moveTo>
                  <a:pt x="306580" y="95337"/>
                </a:moveTo>
                <a:lnTo>
                  <a:pt x="307343" y="102998"/>
                </a:lnTo>
                <a:lnTo>
                  <a:pt x="314244" y="111419"/>
                </a:lnTo>
                <a:lnTo>
                  <a:pt x="308552" y="114279"/>
                </a:lnTo>
                <a:cubicBezTo>
                  <a:pt x="303660" y="117337"/>
                  <a:pt x="297467" y="122162"/>
                  <a:pt x="291710" y="129430"/>
                </a:cubicBezTo>
                <a:lnTo>
                  <a:pt x="286281" y="140807"/>
                </a:lnTo>
                <a:lnTo>
                  <a:pt x="266958" y="140807"/>
                </a:lnTo>
                <a:lnTo>
                  <a:pt x="279700" y="116422"/>
                </a:lnTo>
                <a:cubicBezTo>
                  <a:pt x="287194" y="107601"/>
                  <a:pt x="295149" y="101707"/>
                  <a:pt x="301272" y="98000"/>
                </a:cubicBezTo>
                <a:close/>
                <a:moveTo>
                  <a:pt x="95824" y="93386"/>
                </a:moveTo>
                <a:cubicBezTo>
                  <a:pt x="96169" y="93386"/>
                  <a:pt x="113002" y="99308"/>
                  <a:pt x="127989" y="116977"/>
                </a:cubicBezTo>
                <a:lnTo>
                  <a:pt x="140424" y="140807"/>
                </a:lnTo>
                <a:lnTo>
                  <a:pt x="120993" y="140807"/>
                </a:lnTo>
                <a:lnTo>
                  <a:pt x="115937" y="130212"/>
                </a:lnTo>
                <a:cubicBezTo>
                  <a:pt x="104402" y="115629"/>
                  <a:pt x="91119" y="110796"/>
                  <a:pt x="90040" y="110429"/>
                </a:cubicBezTo>
                <a:lnTo>
                  <a:pt x="88297" y="106401"/>
                </a:lnTo>
                <a:lnTo>
                  <a:pt x="93069" y="94908"/>
                </a:lnTo>
                <a:close/>
                <a:moveTo>
                  <a:pt x="346061" y="62987"/>
                </a:moveTo>
                <a:cubicBezTo>
                  <a:pt x="336349" y="62987"/>
                  <a:pt x="327587" y="68814"/>
                  <a:pt x="323875" y="77792"/>
                </a:cubicBezTo>
                <a:cubicBezTo>
                  <a:pt x="320163" y="86769"/>
                  <a:pt x="322192" y="97085"/>
                  <a:pt x="329055" y="103947"/>
                </a:cubicBezTo>
                <a:cubicBezTo>
                  <a:pt x="335961" y="110810"/>
                  <a:pt x="346277" y="112882"/>
                  <a:pt x="355255" y="109170"/>
                </a:cubicBezTo>
                <a:cubicBezTo>
                  <a:pt x="364190" y="105458"/>
                  <a:pt x="370060" y="96696"/>
                  <a:pt x="370060" y="86985"/>
                </a:cubicBezTo>
                <a:cubicBezTo>
                  <a:pt x="370060" y="73735"/>
                  <a:pt x="359312" y="62987"/>
                  <a:pt x="346061" y="62987"/>
                </a:cubicBezTo>
                <a:close/>
                <a:moveTo>
                  <a:pt x="54447" y="62987"/>
                </a:moveTo>
                <a:cubicBezTo>
                  <a:pt x="44735" y="62987"/>
                  <a:pt x="36016" y="68814"/>
                  <a:pt x="32304" y="77792"/>
                </a:cubicBezTo>
                <a:cubicBezTo>
                  <a:pt x="28592" y="86769"/>
                  <a:pt x="30620" y="97085"/>
                  <a:pt x="37483" y="103947"/>
                </a:cubicBezTo>
                <a:cubicBezTo>
                  <a:pt x="44347" y="110810"/>
                  <a:pt x="54663" y="112882"/>
                  <a:pt x="63641" y="109170"/>
                </a:cubicBezTo>
                <a:cubicBezTo>
                  <a:pt x="72619" y="105458"/>
                  <a:pt x="78489" y="96696"/>
                  <a:pt x="78489" y="86985"/>
                </a:cubicBezTo>
                <a:cubicBezTo>
                  <a:pt x="78489" y="73735"/>
                  <a:pt x="67741" y="62987"/>
                  <a:pt x="54447" y="62987"/>
                </a:cubicBezTo>
                <a:close/>
                <a:moveTo>
                  <a:pt x="337865" y="45874"/>
                </a:moveTo>
                <a:cubicBezTo>
                  <a:pt x="345824" y="44288"/>
                  <a:pt x="354241" y="45011"/>
                  <a:pt x="362075" y="48270"/>
                </a:cubicBezTo>
                <a:cubicBezTo>
                  <a:pt x="377743" y="54744"/>
                  <a:pt x="387973" y="70023"/>
                  <a:pt x="387973" y="86985"/>
                </a:cubicBezTo>
                <a:cubicBezTo>
                  <a:pt x="387930" y="110119"/>
                  <a:pt x="369197" y="128851"/>
                  <a:pt x="346061" y="128894"/>
                </a:cubicBezTo>
                <a:cubicBezTo>
                  <a:pt x="337579" y="128894"/>
                  <a:pt x="329519" y="126337"/>
                  <a:pt x="322769" y="121821"/>
                </a:cubicBezTo>
                <a:lnTo>
                  <a:pt x="314244" y="111419"/>
                </a:lnTo>
                <a:lnTo>
                  <a:pt x="317585" y="109739"/>
                </a:lnTo>
                <a:cubicBezTo>
                  <a:pt x="322290" y="108186"/>
                  <a:pt x="324836" y="103094"/>
                  <a:pt x="323239" y="98391"/>
                </a:cubicBezTo>
                <a:cubicBezTo>
                  <a:pt x="321685" y="93645"/>
                  <a:pt x="316592" y="91142"/>
                  <a:pt x="311845" y="92696"/>
                </a:cubicBezTo>
                <a:lnTo>
                  <a:pt x="306580" y="95337"/>
                </a:lnTo>
                <a:lnTo>
                  <a:pt x="304932" y="78806"/>
                </a:lnTo>
                <a:cubicBezTo>
                  <a:pt x="306512" y="70843"/>
                  <a:pt x="310408" y="63333"/>
                  <a:pt x="316408" y="57333"/>
                </a:cubicBezTo>
                <a:cubicBezTo>
                  <a:pt x="322407" y="51356"/>
                  <a:pt x="329907" y="47460"/>
                  <a:pt x="337865" y="45874"/>
                </a:cubicBezTo>
                <a:close/>
                <a:moveTo>
                  <a:pt x="46294" y="45874"/>
                </a:moveTo>
                <a:cubicBezTo>
                  <a:pt x="54253" y="44288"/>
                  <a:pt x="62670" y="45011"/>
                  <a:pt x="70504" y="48270"/>
                </a:cubicBezTo>
                <a:cubicBezTo>
                  <a:pt x="86173" y="54744"/>
                  <a:pt x="96359" y="70023"/>
                  <a:pt x="96359" y="86985"/>
                </a:cubicBezTo>
                <a:lnTo>
                  <a:pt x="93069" y="94908"/>
                </a:lnTo>
                <a:lnTo>
                  <a:pt x="85206" y="99254"/>
                </a:lnTo>
                <a:lnTo>
                  <a:pt x="88297" y="106401"/>
                </a:lnTo>
                <a:lnTo>
                  <a:pt x="84063" y="116599"/>
                </a:lnTo>
                <a:cubicBezTo>
                  <a:pt x="76482" y="124179"/>
                  <a:pt x="66015" y="128873"/>
                  <a:pt x="54447" y="128894"/>
                </a:cubicBezTo>
                <a:cubicBezTo>
                  <a:pt x="37527" y="128894"/>
                  <a:pt x="22247" y="118665"/>
                  <a:pt x="15729" y="102998"/>
                </a:cubicBezTo>
                <a:cubicBezTo>
                  <a:pt x="9254" y="87373"/>
                  <a:pt x="12837" y="69332"/>
                  <a:pt x="24837" y="57333"/>
                </a:cubicBezTo>
                <a:cubicBezTo>
                  <a:pt x="30837" y="51356"/>
                  <a:pt x="38336" y="47460"/>
                  <a:pt x="46294" y="45874"/>
                </a:cubicBezTo>
                <a:close/>
                <a:moveTo>
                  <a:pt x="200988" y="18014"/>
                </a:moveTo>
                <a:cubicBezTo>
                  <a:pt x="188384" y="17970"/>
                  <a:pt x="176989" y="25524"/>
                  <a:pt x="172112" y="37177"/>
                </a:cubicBezTo>
                <a:cubicBezTo>
                  <a:pt x="167277" y="48831"/>
                  <a:pt x="169910" y="62211"/>
                  <a:pt x="178802" y="71145"/>
                </a:cubicBezTo>
                <a:cubicBezTo>
                  <a:pt x="187737" y="80079"/>
                  <a:pt x="201117" y="82755"/>
                  <a:pt x="212772" y="77964"/>
                </a:cubicBezTo>
                <a:cubicBezTo>
                  <a:pt x="224426" y="73130"/>
                  <a:pt x="232023" y="61779"/>
                  <a:pt x="232023" y="49176"/>
                </a:cubicBezTo>
                <a:cubicBezTo>
                  <a:pt x="231980" y="31998"/>
                  <a:pt x="218124" y="18100"/>
                  <a:pt x="200988" y="18014"/>
                </a:cubicBezTo>
                <a:close/>
                <a:moveTo>
                  <a:pt x="191449" y="933"/>
                </a:moveTo>
                <a:cubicBezTo>
                  <a:pt x="200772" y="-912"/>
                  <a:pt x="210635" y="-49"/>
                  <a:pt x="219807" y="3771"/>
                </a:cubicBezTo>
                <a:cubicBezTo>
                  <a:pt x="238152" y="11410"/>
                  <a:pt x="250065" y="29322"/>
                  <a:pt x="250022" y="49176"/>
                </a:cubicBezTo>
                <a:cubicBezTo>
                  <a:pt x="249990" y="69473"/>
                  <a:pt x="237623" y="86856"/>
                  <a:pt x="220043" y="94279"/>
                </a:cubicBezTo>
                <a:lnTo>
                  <a:pt x="209941" y="96316"/>
                </a:lnTo>
                <a:lnTo>
                  <a:pt x="209941" y="88813"/>
                </a:lnTo>
                <a:cubicBezTo>
                  <a:pt x="209941" y="83851"/>
                  <a:pt x="205927" y="79838"/>
                  <a:pt x="201007" y="79838"/>
                </a:cubicBezTo>
                <a:cubicBezTo>
                  <a:pt x="196044" y="79838"/>
                  <a:pt x="192030" y="83851"/>
                  <a:pt x="192030" y="88813"/>
                </a:cubicBezTo>
                <a:lnTo>
                  <a:pt x="192030" y="95405"/>
                </a:lnTo>
                <a:lnTo>
                  <a:pt x="173709" y="89850"/>
                </a:lnTo>
                <a:cubicBezTo>
                  <a:pt x="165799" y="84568"/>
                  <a:pt x="159421" y="76993"/>
                  <a:pt x="155623" y="67821"/>
                </a:cubicBezTo>
                <a:cubicBezTo>
                  <a:pt x="148069" y="49478"/>
                  <a:pt x="152256" y="28372"/>
                  <a:pt x="166328" y="14345"/>
                </a:cubicBezTo>
                <a:cubicBezTo>
                  <a:pt x="173342" y="7332"/>
                  <a:pt x="182126" y="2778"/>
                  <a:pt x="191449" y="933"/>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a:p>
        </p:txBody>
      </p:sp>
    </p:spTree>
    <p:extLst>
      <p:ext uri="{BB962C8B-B14F-4D97-AF65-F5344CB8AC3E}">
        <p14:creationId xmlns:p14="http://schemas.microsoft.com/office/powerpoint/2010/main" val="5099744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par>
                                <p:cTn id="10" presetID="53" presetClass="entr" presetSubtype="0" fill="hold" nodeType="withEffec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par>
                                <p:cTn id="15" presetID="53" presetClass="entr" presetSubtype="0" fill="hold" grpId="1" nodeType="withEffec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par>
                                <p:cTn id="20" presetID="53" presetClass="entr" presetSubtype="0" fill="hold" grpId="2" nodeType="withEffec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ppt_w</p:attrName>
                                        </p:attrNameLst>
                                      </p:cBhvr>
                                      <p:tavLst>
                                        <p:tav tm="0">
                                          <p:val>
                                            <p:fltVal val="0"/>
                                          </p:val>
                                        </p:tav>
                                        <p:tav tm="100000">
                                          <p:val>
                                            <p:strVal val="#ppt_w"/>
                                          </p:val>
                                        </p:tav>
                                      </p:tavLst>
                                    </p:anim>
                                    <p:anim calcmode="lin" valueType="num">
                                      <p:cBhvr>
                                        <p:cTn id="23" dur="500" fill="hold"/>
                                        <p:tgtEl>
                                          <p:spTgt spid="32"/>
                                        </p:tgtEl>
                                        <p:attrNameLst>
                                          <p:attrName>ppt_h</p:attrName>
                                        </p:attrNameLst>
                                      </p:cBhvr>
                                      <p:tavLst>
                                        <p:tav tm="0">
                                          <p:val>
                                            <p:fltVal val="0"/>
                                          </p:val>
                                        </p:tav>
                                        <p:tav tm="100000">
                                          <p:val>
                                            <p:strVal val="#ppt_h"/>
                                          </p:val>
                                        </p:tav>
                                      </p:tavLst>
                                    </p:anim>
                                    <p:animEffect transition="in" filter="fade">
                                      <p:cBhvr>
                                        <p:cTn id="24" dur="500"/>
                                        <p:tgtEl>
                                          <p:spTgt spid="32"/>
                                        </p:tgtEl>
                                      </p:cBhvr>
                                    </p:animEffect>
                                  </p:childTnLst>
                                </p:cTn>
                              </p:par>
                              <p:par>
                                <p:cTn id="25" presetID="53" presetClass="entr" presetSubtype="0" fill="hold" grpId="3" nodeType="withEffect">
                                  <p:childTnLst>
                                    <p:set>
                                      <p:cBhvr>
                                        <p:cTn id="26" dur="1" fill="hold">
                                          <p:stCondLst>
                                            <p:cond delay="0"/>
                                          </p:stCondLst>
                                        </p:cTn>
                                        <p:tgtEl>
                                          <p:spTgt spid="33"/>
                                        </p:tgtEl>
                                        <p:attrNameLst>
                                          <p:attrName>style.visibility</p:attrName>
                                        </p:attrNameLst>
                                      </p:cBhvr>
                                      <p:to>
                                        <p:strVal val="visible"/>
                                      </p:to>
                                    </p:set>
                                    <p:anim calcmode="lin" valueType="num">
                                      <p:cBhvr>
                                        <p:cTn id="27" dur="500" fill="hold"/>
                                        <p:tgtEl>
                                          <p:spTgt spid="33"/>
                                        </p:tgtEl>
                                        <p:attrNameLst>
                                          <p:attrName>ppt_w</p:attrName>
                                        </p:attrNameLst>
                                      </p:cBhvr>
                                      <p:tavLst>
                                        <p:tav tm="0">
                                          <p:val>
                                            <p:fltVal val="0"/>
                                          </p:val>
                                        </p:tav>
                                        <p:tav tm="100000">
                                          <p:val>
                                            <p:strVal val="#ppt_w"/>
                                          </p:val>
                                        </p:tav>
                                      </p:tavLst>
                                    </p:anim>
                                    <p:anim calcmode="lin" valueType="num">
                                      <p:cBhvr>
                                        <p:cTn id="28" dur="500" fill="hold"/>
                                        <p:tgtEl>
                                          <p:spTgt spid="33"/>
                                        </p:tgtEl>
                                        <p:attrNameLst>
                                          <p:attrName>ppt_h</p:attrName>
                                        </p:attrNameLst>
                                      </p:cBhvr>
                                      <p:tavLst>
                                        <p:tav tm="0">
                                          <p:val>
                                            <p:fltVal val="0"/>
                                          </p:val>
                                        </p:tav>
                                        <p:tav tm="100000">
                                          <p:val>
                                            <p:strVal val="#ppt_h"/>
                                          </p:val>
                                        </p:tav>
                                      </p:tavLst>
                                    </p:anim>
                                    <p:animEffect transition="in" filter="fade">
                                      <p:cBhvr>
                                        <p:cTn id="29" dur="500"/>
                                        <p:tgtEl>
                                          <p:spTgt spid="33"/>
                                        </p:tgtEl>
                                      </p:cBhvr>
                                    </p:animEffect>
                                  </p:childTnLst>
                                </p:cTn>
                              </p:par>
                              <p:par>
                                <p:cTn id="30" presetID="53" presetClass="entr" presetSubtype="0" fill="hold" grpId="4" nodeType="withEffect">
                                  <p:childTnLst>
                                    <p:set>
                                      <p:cBhvr>
                                        <p:cTn id="31" dur="1" fill="hold">
                                          <p:stCondLst>
                                            <p:cond delay="0"/>
                                          </p:stCondLst>
                                        </p:cTn>
                                        <p:tgtEl>
                                          <p:spTgt spid="34"/>
                                        </p:tgtEl>
                                        <p:attrNameLst>
                                          <p:attrName>style.visibility</p:attrName>
                                        </p:attrNameLst>
                                      </p:cBhvr>
                                      <p:to>
                                        <p:strVal val="visible"/>
                                      </p:to>
                                    </p:set>
                                    <p:anim calcmode="lin" valueType="num">
                                      <p:cBhvr>
                                        <p:cTn id="32" dur="500" fill="hold"/>
                                        <p:tgtEl>
                                          <p:spTgt spid="34"/>
                                        </p:tgtEl>
                                        <p:attrNameLst>
                                          <p:attrName>ppt_w</p:attrName>
                                        </p:attrNameLst>
                                      </p:cBhvr>
                                      <p:tavLst>
                                        <p:tav tm="0">
                                          <p:val>
                                            <p:fltVal val="0"/>
                                          </p:val>
                                        </p:tav>
                                        <p:tav tm="100000">
                                          <p:val>
                                            <p:strVal val="#ppt_w"/>
                                          </p:val>
                                        </p:tav>
                                      </p:tavLst>
                                    </p:anim>
                                    <p:anim calcmode="lin" valueType="num">
                                      <p:cBhvr>
                                        <p:cTn id="33" dur="500" fill="hold"/>
                                        <p:tgtEl>
                                          <p:spTgt spid="34"/>
                                        </p:tgtEl>
                                        <p:attrNameLst>
                                          <p:attrName>ppt_h</p:attrName>
                                        </p:attrNameLst>
                                      </p:cBhvr>
                                      <p:tavLst>
                                        <p:tav tm="0">
                                          <p:val>
                                            <p:fltVal val="0"/>
                                          </p:val>
                                        </p:tav>
                                        <p:tav tm="100000">
                                          <p:val>
                                            <p:strVal val="#ppt_h"/>
                                          </p:val>
                                        </p:tav>
                                      </p:tavLst>
                                    </p:anim>
                                    <p:animEffect transition="in" filter="fade">
                                      <p:cBhvr>
                                        <p:cTn id="34" dur="500"/>
                                        <p:tgtEl>
                                          <p:spTgt spid="34"/>
                                        </p:tgtEl>
                                      </p:cBhvr>
                                    </p:animEffect>
                                  </p:childTnLst>
                                </p:cTn>
                              </p:par>
                              <p:par>
                                <p:cTn id="35" presetID="53" presetClass="entr" presetSubtype="0" fill="hold" grpId="5" nodeType="withEffect">
                                  <p:childTnLst>
                                    <p:set>
                                      <p:cBhvr>
                                        <p:cTn id="36" dur="1" fill="hold">
                                          <p:stCondLst>
                                            <p:cond delay="0"/>
                                          </p:stCondLst>
                                        </p:cTn>
                                        <p:tgtEl>
                                          <p:spTgt spid="35"/>
                                        </p:tgtEl>
                                        <p:attrNameLst>
                                          <p:attrName>style.visibility</p:attrName>
                                        </p:attrNameLst>
                                      </p:cBhvr>
                                      <p:to>
                                        <p:strVal val="visible"/>
                                      </p:to>
                                    </p:set>
                                    <p:anim calcmode="lin" valueType="num">
                                      <p:cBhvr>
                                        <p:cTn id="37" dur="500" fill="hold"/>
                                        <p:tgtEl>
                                          <p:spTgt spid="35"/>
                                        </p:tgtEl>
                                        <p:attrNameLst>
                                          <p:attrName>ppt_w</p:attrName>
                                        </p:attrNameLst>
                                      </p:cBhvr>
                                      <p:tavLst>
                                        <p:tav tm="0">
                                          <p:val>
                                            <p:fltVal val="0"/>
                                          </p:val>
                                        </p:tav>
                                        <p:tav tm="100000">
                                          <p:val>
                                            <p:strVal val="#ppt_w"/>
                                          </p:val>
                                        </p:tav>
                                      </p:tavLst>
                                    </p:anim>
                                    <p:anim calcmode="lin" valueType="num">
                                      <p:cBhvr>
                                        <p:cTn id="38" dur="500" fill="hold"/>
                                        <p:tgtEl>
                                          <p:spTgt spid="35"/>
                                        </p:tgtEl>
                                        <p:attrNameLst>
                                          <p:attrName>ppt_h</p:attrName>
                                        </p:attrNameLst>
                                      </p:cBhvr>
                                      <p:tavLst>
                                        <p:tav tm="0">
                                          <p:val>
                                            <p:fltVal val="0"/>
                                          </p:val>
                                        </p:tav>
                                        <p:tav tm="100000">
                                          <p:val>
                                            <p:strVal val="#ppt_h"/>
                                          </p:val>
                                        </p:tav>
                                      </p:tavLst>
                                    </p:anim>
                                    <p:animEffect transition="in" filter="fade">
                                      <p:cBhvr>
                                        <p:cTn id="39" dur="500"/>
                                        <p:tgtEl>
                                          <p:spTgt spid="35"/>
                                        </p:tgtEl>
                                      </p:cBhvr>
                                    </p:animEffect>
                                  </p:childTnLst>
                                </p:cTn>
                              </p:par>
                              <p:par>
                                <p:cTn id="40" presetID="53" presetClass="entr" presetSubtype="0" fill="hold" grpId="6" nodeType="withEffect">
                                  <p:childTnLst>
                                    <p:set>
                                      <p:cBhvr>
                                        <p:cTn id="41" dur="1" fill="hold">
                                          <p:stCondLst>
                                            <p:cond delay="0"/>
                                          </p:stCondLst>
                                        </p:cTn>
                                        <p:tgtEl>
                                          <p:spTgt spid="36"/>
                                        </p:tgtEl>
                                        <p:attrNameLst>
                                          <p:attrName>style.visibility</p:attrName>
                                        </p:attrNameLst>
                                      </p:cBhvr>
                                      <p:to>
                                        <p:strVal val="visible"/>
                                      </p:to>
                                    </p:set>
                                    <p:anim calcmode="lin" valueType="num">
                                      <p:cBhvr>
                                        <p:cTn id="42" dur="500" fill="hold"/>
                                        <p:tgtEl>
                                          <p:spTgt spid="36"/>
                                        </p:tgtEl>
                                        <p:attrNameLst>
                                          <p:attrName>ppt_w</p:attrName>
                                        </p:attrNameLst>
                                      </p:cBhvr>
                                      <p:tavLst>
                                        <p:tav tm="0">
                                          <p:val>
                                            <p:fltVal val="0"/>
                                          </p:val>
                                        </p:tav>
                                        <p:tav tm="100000">
                                          <p:val>
                                            <p:strVal val="#ppt_w"/>
                                          </p:val>
                                        </p:tav>
                                      </p:tavLst>
                                    </p:anim>
                                    <p:anim calcmode="lin" valueType="num">
                                      <p:cBhvr>
                                        <p:cTn id="43" dur="500" fill="hold"/>
                                        <p:tgtEl>
                                          <p:spTgt spid="36"/>
                                        </p:tgtEl>
                                        <p:attrNameLst>
                                          <p:attrName>ppt_h</p:attrName>
                                        </p:attrNameLst>
                                      </p:cBhvr>
                                      <p:tavLst>
                                        <p:tav tm="0">
                                          <p:val>
                                            <p:fltVal val="0"/>
                                          </p:val>
                                        </p:tav>
                                        <p:tav tm="100000">
                                          <p:val>
                                            <p:strVal val="#ppt_h"/>
                                          </p:val>
                                        </p:tav>
                                      </p:tavLst>
                                    </p:anim>
                                    <p:animEffect transition="in" filter="fade">
                                      <p:cBhvr>
                                        <p:cTn id="44" dur="500"/>
                                        <p:tgtEl>
                                          <p:spTgt spid="36"/>
                                        </p:tgtEl>
                                      </p:cBhvr>
                                    </p:animEffect>
                                  </p:childTnLst>
                                </p:cTn>
                              </p:par>
                              <p:par>
                                <p:cTn id="45" presetID="53" presetClass="entr" presetSubtype="0" fill="hold" grpId="7" nodeType="withEffect">
                                  <p:childTnLst>
                                    <p:set>
                                      <p:cBhvr>
                                        <p:cTn id="46" dur="1" fill="hold">
                                          <p:stCondLst>
                                            <p:cond delay="0"/>
                                          </p:stCondLst>
                                        </p:cTn>
                                        <p:tgtEl>
                                          <p:spTgt spid="37"/>
                                        </p:tgtEl>
                                        <p:attrNameLst>
                                          <p:attrName>style.visibility</p:attrName>
                                        </p:attrNameLst>
                                      </p:cBhvr>
                                      <p:to>
                                        <p:strVal val="visible"/>
                                      </p:to>
                                    </p:set>
                                    <p:anim calcmode="lin" valueType="num">
                                      <p:cBhvr>
                                        <p:cTn id="47" dur="500" fill="hold"/>
                                        <p:tgtEl>
                                          <p:spTgt spid="37"/>
                                        </p:tgtEl>
                                        <p:attrNameLst>
                                          <p:attrName>ppt_w</p:attrName>
                                        </p:attrNameLst>
                                      </p:cBhvr>
                                      <p:tavLst>
                                        <p:tav tm="0">
                                          <p:val>
                                            <p:fltVal val="0"/>
                                          </p:val>
                                        </p:tav>
                                        <p:tav tm="100000">
                                          <p:val>
                                            <p:strVal val="#ppt_w"/>
                                          </p:val>
                                        </p:tav>
                                      </p:tavLst>
                                    </p:anim>
                                    <p:anim calcmode="lin" valueType="num">
                                      <p:cBhvr>
                                        <p:cTn id="48" dur="500" fill="hold"/>
                                        <p:tgtEl>
                                          <p:spTgt spid="37"/>
                                        </p:tgtEl>
                                        <p:attrNameLst>
                                          <p:attrName>ppt_h</p:attrName>
                                        </p:attrNameLst>
                                      </p:cBhvr>
                                      <p:tavLst>
                                        <p:tav tm="0">
                                          <p:val>
                                            <p:fltVal val="0"/>
                                          </p:val>
                                        </p:tav>
                                        <p:tav tm="100000">
                                          <p:val>
                                            <p:strVal val="#ppt_h"/>
                                          </p:val>
                                        </p:tav>
                                      </p:tavLst>
                                    </p:anim>
                                    <p:animEffect transition="in" filter="fade">
                                      <p:cBhvr>
                                        <p:cTn id="49" dur="500"/>
                                        <p:tgtEl>
                                          <p:spTgt spid="37"/>
                                        </p:tgtEl>
                                      </p:cBhvr>
                                    </p:animEffect>
                                  </p:childTnLst>
                                </p:cTn>
                              </p:par>
                              <p:par>
                                <p:cTn id="50" presetID="53" presetClass="entr" presetSubtype="0" fill="hold" grpId="8" nodeType="withEffect">
                                  <p:childTnLst>
                                    <p:set>
                                      <p:cBhvr>
                                        <p:cTn id="51" dur="1" fill="hold">
                                          <p:stCondLst>
                                            <p:cond delay="0"/>
                                          </p:stCondLst>
                                        </p:cTn>
                                        <p:tgtEl>
                                          <p:spTgt spid="48"/>
                                        </p:tgtEl>
                                        <p:attrNameLst>
                                          <p:attrName>style.visibility</p:attrName>
                                        </p:attrNameLst>
                                      </p:cBhvr>
                                      <p:to>
                                        <p:strVal val="visible"/>
                                      </p:to>
                                    </p:set>
                                    <p:anim calcmode="lin" valueType="num">
                                      <p:cBhvr>
                                        <p:cTn id="52" dur="500" fill="hold"/>
                                        <p:tgtEl>
                                          <p:spTgt spid="48"/>
                                        </p:tgtEl>
                                        <p:attrNameLst>
                                          <p:attrName>ppt_w</p:attrName>
                                        </p:attrNameLst>
                                      </p:cBhvr>
                                      <p:tavLst>
                                        <p:tav tm="0">
                                          <p:val>
                                            <p:fltVal val="0"/>
                                          </p:val>
                                        </p:tav>
                                        <p:tav tm="100000">
                                          <p:val>
                                            <p:strVal val="#ppt_w"/>
                                          </p:val>
                                        </p:tav>
                                      </p:tavLst>
                                    </p:anim>
                                    <p:anim calcmode="lin" valueType="num">
                                      <p:cBhvr>
                                        <p:cTn id="53" dur="500" fill="hold"/>
                                        <p:tgtEl>
                                          <p:spTgt spid="48"/>
                                        </p:tgtEl>
                                        <p:attrNameLst>
                                          <p:attrName>ppt_h</p:attrName>
                                        </p:attrNameLst>
                                      </p:cBhvr>
                                      <p:tavLst>
                                        <p:tav tm="0">
                                          <p:val>
                                            <p:fltVal val="0"/>
                                          </p:val>
                                        </p:tav>
                                        <p:tav tm="100000">
                                          <p:val>
                                            <p:strVal val="#ppt_h"/>
                                          </p:val>
                                        </p:tav>
                                      </p:tavLst>
                                    </p:anim>
                                    <p:animEffect transition="in" filter="fade">
                                      <p:cBhvr>
                                        <p:cTn id="54" dur="500"/>
                                        <p:tgtEl>
                                          <p:spTgt spid="48"/>
                                        </p:tgtEl>
                                      </p:cBhvr>
                                    </p:animEffect>
                                  </p:childTnLst>
                                </p:cTn>
                              </p:par>
                              <p:par>
                                <p:cTn id="55" presetID="53" presetClass="entr" presetSubtype="0" fill="hold" grpId="9" nodeType="withEffect">
                                  <p:childTnLst>
                                    <p:set>
                                      <p:cBhvr>
                                        <p:cTn id="56" dur="1" fill="hold">
                                          <p:stCondLst>
                                            <p:cond delay="0"/>
                                          </p:stCondLst>
                                        </p:cTn>
                                        <p:tgtEl>
                                          <p:spTgt spid="49"/>
                                        </p:tgtEl>
                                        <p:attrNameLst>
                                          <p:attrName>style.visibility</p:attrName>
                                        </p:attrNameLst>
                                      </p:cBhvr>
                                      <p:to>
                                        <p:strVal val="visible"/>
                                      </p:to>
                                    </p:set>
                                    <p:anim calcmode="lin" valueType="num">
                                      <p:cBhvr>
                                        <p:cTn id="57" dur="500" fill="hold"/>
                                        <p:tgtEl>
                                          <p:spTgt spid="49"/>
                                        </p:tgtEl>
                                        <p:attrNameLst>
                                          <p:attrName>ppt_w</p:attrName>
                                        </p:attrNameLst>
                                      </p:cBhvr>
                                      <p:tavLst>
                                        <p:tav tm="0">
                                          <p:val>
                                            <p:fltVal val="0"/>
                                          </p:val>
                                        </p:tav>
                                        <p:tav tm="100000">
                                          <p:val>
                                            <p:strVal val="#ppt_w"/>
                                          </p:val>
                                        </p:tav>
                                      </p:tavLst>
                                    </p:anim>
                                    <p:anim calcmode="lin" valueType="num">
                                      <p:cBhvr>
                                        <p:cTn id="58" dur="500" fill="hold"/>
                                        <p:tgtEl>
                                          <p:spTgt spid="49"/>
                                        </p:tgtEl>
                                        <p:attrNameLst>
                                          <p:attrName>ppt_h</p:attrName>
                                        </p:attrNameLst>
                                      </p:cBhvr>
                                      <p:tavLst>
                                        <p:tav tm="0">
                                          <p:val>
                                            <p:fltVal val="0"/>
                                          </p:val>
                                        </p:tav>
                                        <p:tav tm="100000">
                                          <p:val>
                                            <p:strVal val="#ppt_h"/>
                                          </p:val>
                                        </p:tav>
                                      </p:tavLst>
                                    </p:anim>
                                    <p:animEffect transition="in" filter="fade">
                                      <p:cBhvr>
                                        <p:cTn id="59" dur="500"/>
                                        <p:tgtEl>
                                          <p:spTgt spid="49"/>
                                        </p:tgtEl>
                                      </p:cBhvr>
                                    </p:animEffect>
                                  </p:childTnLst>
                                </p:cTn>
                              </p:par>
                              <p:par>
                                <p:cTn id="60" presetID="53" presetClass="entr" presetSubtype="0" fill="hold" grpId="10" nodeType="withEffect">
                                  <p:childTnLst>
                                    <p:set>
                                      <p:cBhvr>
                                        <p:cTn id="61" dur="1" fill="hold">
                                          <p:stCondLst>
                                            <p:cond delay="0"/>
                                          </p:stCondLst>
                                        </p:cTn>
                                        <p:tgtEl>
                                          <p:spTgt spid="50"/>
                                        </p:tgtEl>
                                        <p:attrNameLst>
                                          <p:attrName>style.visibility</p:attrName>
                                        </p:attrNameLst>
                                      </p:cBhvr>
                                      <p:to>
                                        <p:strVal val="visible"/>
                                      </p:to>
                                    </p:set>
                                    <p:anim calcmode="lin" valueType="num">
                                      <p:cBhvr>
                                        <p:cTn id="62" dur="500" fill="hold"/>
                                        <p:tgtEl>
                                          <p:spTgt spid="50"/>
                                        </p:tgtEl>
                                        <p:attrNameLst>
                                          <p:attrName>ppt_w</p:attrName>
                                        </p:attrNameLst>
                                      </p:cBhvr>
                                      <p:tavLst>
                                        <p:tav tm="0">
                                          <p:val>
                                            <p:fltVal val="0"/>
                                          </p:val>
                                        </p:tav>
                                        <p:tav tm="100000">
                                          <p:val>
                                            <p:strVal val="#ppt_w"/>
                                          </p:val>
                                        </p:tav>
                                      </p:tavLst>
                                    </p:anim>
                                    <p:anim calcmode="lin" valueType="num">
                                      <p:cBhvr>
                                        <p:cTn id="63" dur="500" fill="hold"/>
                                        <p:tgtEl>
                                          <p:spTgt spid="50"/>
                                        </p:tgtEl>
                                        <p:attrNameLst>
                                          <p:attrName>ppt_h</p:attrName>
                                        </p:attrNameLst>
                                      </p:cBhvr>
                                      <p:tavLst>
                                        <p:tav tm="0">
                                          <p:val>
                                            <p:fltVal val="0"/>
                                          </p:val>
                                        </p:tav>
                                        <p:tav tm="100000">
                                          <p:val>
                                            <p:strVal val="#ppt_h"/>
                                          </p:val>
                                        </p:tav>
                                      </p:tavLst>
                                    </p:anim>
                                    <p:animEffect transition="in" filter="fade">
                                      <p:cBhvr>
                                        <p:cTn id="64" dur="500"/>
                                        <p:tgtEl>
                                          <p:spTgt spid="50"/>
                                        </p:tgtEl>
                                      </p:cBhvr>
                                    </p:animEffect>
                                  </p:childTnLst>
                                </p:cTn>
                              </p:par>
                              <p:par>
                                <p:cTn id="65" presetID="53" presetClass="entr" presetSubtype="0" fill="hold" grpId="11" nodeType="withEffect">
                                  <p:childTnLst>
                                    <p:set>
                                      <p:cBhvr>
                                        <p:cTn id="66" dur="1" fill="hold">
                                          <p:stCondLst>
                                            <p:cond delay="0"/>
                                          </p:stCondLst>
                                        </p:cTn>
                                        <p:tgtEl>
                                          <p:spTgt spid="51"/>
                                        </p:tgtEl>
                                        <p:attrNameLst>
                                          <p:attrName>style.visibility</p:attrName>
                                        </p:attrNameLst>
                                      </p:cBhvr>
                                      <p:to>
                                        <p:strVal val="visible"/>
                                      </p:to>
                                    </p:set>
                                    <p:anim calcmode="lin" valueType="num">
                                      <p:cBhvr>
                                        <p:cTn id="67" dur="500" fill="hold"/>
                                        <p:tgtEl>
                                          <p:spTgt spid="51"/>
                                        </p:tgtEl>
                                        <p:attrNameLst>
                                          <p:attrName>ppt_w</p:attrName>
                                        </p:attrNameLst>
                                      </p:cBhvr>
                                      <p:tavLst>
                                        <p:tav tm="0">
                                          <p:val>
                                            <p:fltVal val="0"/>
                                          </p:val>
                                        </p:tav>
                                        <p:tav tm="100000">
                                          <p:val>
                                            <p:strVal val="#ppt_w"/>
                                          </p:val>
                                        </p:tav>
                                      </p:tavLst>
                                    </p:anim>
                                    <p:anim calcmode="lin" valueType="num">
                                      <p:cBhvr>
                                        <p:cTn id="68" dur="500" fill="hold"/>
                                        <p:tgtEl>
                                          <p:spTgt spid="51"/>
                                        </p:tgtEl>
                                        <p:attrNameLst>
                                          <p:attrName>ppt_h</p:attrName>
                                        </p:attrNameLst>
                                      </p:cBhvr>
                                      <p:tavLst>
                                        <p:tav tm="0">
                                          <p:val>
                                            <p:fltVal val="0"/>
                                          </p:val>
                                        </p:tav>
                                        <p:tav tm="100000">
                                          <p:val>
                                            <p:strVal val="#ppt_h"/>
                                          </p:val>
                                        </p:tav>
                                      </p:tavLst>
                                    </p:anim>
                                    <p:animEffect transition="in" filter="fade">
                                      <p:cBhvr>
                                        <p:cTn id="69" dur="500"/>
                                        <p:tgtEl>
                                          <p:spTgt spid="51"/>
                                        </p:tgtEl>
                                      </p:cBhvr>
                                    </p:animEffect>
                                  </p:childTnLst>
                                </p:cTn>
                              </p:par>
                              <p:par>
                                <p:cTn id="70" presetID="53" presetClass="entr" presetSubtype="0" fill="hold" grpId="12" nodeType="withEffect">
                                  <p:childTnLst>
                                    <p:set>
                                      <p:cBhvr>
                                        <p:cTn id="71" dur="1" fill="hold">
                                          <p:stCondLst>
                                            <p:cond delay="0"/>
                                          </p:stCondLst>
                                        </p:cTn>
                                        <p:tgtEl>
                                          <p:spTgt spid="52"/>
                                        </p:tgtEl>
                                        <p:attrNameLst>
                                          <p:attrName>style.visibility</p:attrName>
                                        </p:attrNameLst>
                                      </p:cBhvr>
                                      <p:to>
                                        <p:strVal val="visible"/>
                                      </p:to>
                                    </p:set>
                                    <p:anim calcmode="lin" valueType="num">
                                      <p:cBhvr>
                                        <p:cTn id="72" dur="500" fill="hold"/>
                                        <p:tgtEl>
                                          <p:spTgt spid="52"/>
                                        </p:tgtEl>
                                        <p:attrNameLst>
                                          <p:attrName>ppt_w</p:attrName>
                                        </p:attrNameLst>
                                      </p:cBhvr>
                                      <p:tavLst>
                                        <p:tav tm="0">
                                          <p:val>
                                            <p:fltVal val="0"/>
                                          </p:val>
                                        </p:tav>
                                        <p:tav tm="100000">
                                          <p:val>
                                            <p:strVal val="#ppt_w"/>
                                          </p:val>
                                        </p:tav>
                                      </p:tavLst>
                                    </p:anim>
                                    <p:anim calcmode="lin" valueType="num">
                                      <p:cBhvr>
                                        <p:cTn id="73" dur="500" fill="hold"/>
                                        <p:tgtEl>
                                          <p:spTgt spid="52"/>
                                        </p:tgtEl>
                                        <p:attrNameLst>
                                          <p:attrName>ppt_h</p:attrName>
                                        </p:attrNameLst>
                                      </p:cBhvr>
                                      <p:tavLst>
                                        <p:tav tm="0">
                                          <p:val>
                                            <p:fltVal val="0"/>
                                          </p:val>
                                        </p:tav>
                                        <p:tav tm="100000">
                                          <p:val>
                                            <p:strVal val="#ppt_h"/>
                                          </p:val>
                                        </p:tav>
                                      </p:tavLst>
                                    </p:anim>
                                    <p:animEffect transition="in" filter="fade">
                                      <p:cBhvr>
                                        <p:cTn id="74" dur="500"/>
                                        <p:tgtEl>
                                          <p:spTgt spid="52"/>
                                        </p:tgtEl>
                                      </p:cBhvr>
                                    </p:animEffect>
                                  </p:childTnLst>
                                </p:cTn>
                              </p:par>
                              <p:par>
                                <p:cTn id="75" presetID="53" presetClass="entr" presetSubtype="0" fill="hold" nodeType="withEffect">
                                  <p:childTnLst>
                                    <p:set>
                                      <p:cBhvr>
                                        <p:cTn id="76" dur="1" fill="hold">
                                          <p:stCondLst>
                                            <p:cond delay="0"/>
                                          </p:stCondLst>
                                        </p:cTn>
                                        <p:tgtEl>
                                          <p:spTgt spid="53"/>
                                        </p:tgtEl>
                                        <p:attrNameLst>
                                          <p:attrName>style.visibility</p:attrName>
                                        </p:attrNameLst>
                                      </p:cBhvr>
                                      <p:to>
                                        <p:strVal val="visible"/>
                                      </p:to>
                                    </p:set>
                                    <p:anim calcmode="lin" valueType="num">
                                      <p:cBhvr>
                                        <p:cTn id="77" dur="500" fill="hold"/>
                                        <p:tgtEl>
                                          <p:spTgt spid="53"/>
                                        </p:tgtEl>
                                        <p:attrNameLst>
                                          <p:attrName>ppt_w</p:attrName>
                                        </p:attrNameLst>
                                      </p:cBhvr>
                                      <p:tavLst>
                                        <p:tav tm="0">
                                          <p:val>
                                            <p:fltVal val="0"/>
                                          </p:val>
                                        </p:tav>
                                        <p:tav tm="100000">
                                          <p:val>
                                            <p:strVal val="#ppt_w"/>
                                          </p:val>
                                        </p:tav>
                                      </p:tavLst>
                                    </p:anim>
                                    <p:anim calcmode="lin" valueType="num">
                                      <p:cBhvr>
                                        <p:cTn id="78" dur="500" fill="hold"/>
                                        <p:tgtEl>
                                          <p:spTgt spid="53"/>
                                        </p:tgtEl>
                                        <p:attrNameLst>
                                          <p:attrName>ppt_h</p:attrName>
                                        </p:attrNameLst>
                                      </p:cBhvr>
                                      <p:tavLst>
                                        <p:tav tm="0">
                                          <p:val>
                                            <p:fltVal val="0"/>
                                          </p:val>
                                        </p:tav>
                                        <p:tav tm="100000">
                                          <p:val>
                                            <p:strVal val="#ppt_h"/>
                                          </p:val>
                                        </p:tav>
                                      </p:tavLst>
                                    </p:anim>
                                    <p:animEffect transition="in" filter="fade">
                                      <p:cBhvr>
                                        <p:cTn id="79" dur="500"/>
                                        <p:tgtEl>
                                          <p:spTgt spid="53"/>
                                        </p:tgtEl>
                                      </p:cBhvr>
                                    </p:animEffect>
                                  </p:childTnLst>
                                </p:cTn>
                              </p:par>
                              <p:par>
                                <p:cTn id="80" presetID="53" presetClass="entr" presetSubtype="0" fill="hold" nodeType="withEffect">
                                  <p:childTnLst>
                                    <p:set>
                                      <p:cBhvr>
                                        <p:cTn id="81" dur="1" fill="hold">
                                          <p:stCondLst>
                                            <p:cond delay="0"/>
                                          </p:stCondLst>
                                        </p:cTn>
                                        <p:tgtEl>
                                          <p:spTgt spid="54"/>
                                        </p:tgtEl>
                                        <p:attrNameLst>
                                          <p:attrName>style.visibility</p:attrName>
                                        </p:attrNameLst>
                                      </p:cBhvr>
                                      <p:to>
                                        <p:strVal val="visible"/>
                                      </p:to>
                                    </p:set>
                                    <p:anim calcmode="lin" valueType="num">
                                      <p:cBhvr>
                                        <p:cTn id="82" dur="500" fill="hold"/>
                                        <p:tgtEl>
                                          <p:spTgt spid="54"/>
                                        </p:tgtEl>
                                        <p:attrNameLst>
                                          <p:attrName>ppt_w</p:attrName>
                                        </p:attrNameLst>
                                      </p:cBhvr>
                                      <p:tavLst>
                                        <p:tav tm="0">
                                          <p:val>
                                            <p:fltVal val="0"/>
                                          </p:val>
                                        </p:tav>
                                        <p:tav tm="100000">
                                          <p:val>
                                            <p:strVal val="#ppt_w"/>
                                          </p:val>
                                        </p:tav>
                                      </p:tavLst>
                                    </p:anim>
                                    <p:anim calcmode="lin" valueType="num">
                                      <p:cBhvr>
                                        <p:cTn id="83" dur="500" fill="hold"/>
                                        <p:tgtEl>
                                          <p:spTgt spid="54"/>
                                        </p:tgtEl>
                                        <p:attrNameLst>
                                          <p:attrName>ppt_h</p:attrName>
                                        </p:attrNameLst>
                                      </p:cBhvr>
                                      <p:tavLst>
                                        <p:tav tm="0">
                                          <p:val>
                                            <p:fltVal val="0"/>
                                          </p:val>
                                        </p:tav>
                                        <p:tav tm="100000">
                                          <p:val>
                                            <p:strVal val="#ppt_h"/>
                                          </p:val>
                                        </p:tav>
                                      </p:tavLst>
                                    </p:anim>
                                    <p:animEffect transition="in" filter="fade">
                                      <p:cBhvr>
                                        <p:cTn id="84" dur="500"/>
                                        <p:tgtEl>
                                          <p:spTgt spid="54"/>
                                        </p:tgtEl>
                                      </p:cBhvr>
                                    </p:animEffect>
                                  </p:childTnLst>
                                </p:cTn>
                              </p:par>
                              <p:par>
                                <p:cTn id="85" presetID="53" presetClass="entr" presetSubtype="0" fill="hold" nodeType="withEffect">
                                  <p:childTnLst>
                                    <p:set>
                                      <p:cBhvr>
                                        <p:cTn id="86" dur="1" fill="hold">
                                          <p:stCondLst>
                                            <p:cond delay="0"/>
                                          </p:stCondLst>
                                        </p:cTn>
                                        <p:tgtEl>
                                          <p:spTgt spid="55"/>
                                        </p:tgtEl>
                                        <p:attrNameLst>
                                          <p:attrName>style.visibility</p:attrName>
                                        </p:attrNameLst>
                                      </p:cBhvr>
                                      <p:to>
                                        <p:strVal val="visible"/>
                                      </p:to>
                                    </p:set>
                                    <p:anim calcmode="lin" valueType="num">
                                      <p:cBhvr>
                                        <p:cTn id="87" dur="500" fill="hold"/>
                                        <p:tgtEl>
                                          <p:spTgt spid="55"/>
                                        </p:tgtEl>
                                        <p:attrNameLst>
                                          <p:attrName>ppt_w</p:attrName>
                                        </p:attrNameLst>
                                      </p:cBhvr>
                                      <p:tavLst>
                                        <p:tav tm="0">
                                          <p:val>
                                            <p:fltVal val="0"/>
                                          </p:val>
                                        </p:tav>
                                        <p:tav tm="100000">
                                          <p:val>
                                            <p:strVal val="#ppt_w"/>
                                          </p:val>
                                        </p:tav>
                                      </p:tavLst>
                                    </p:anim>
                                    <p:anim calcmode="lin" valueType="num">
                                      <p:cBhvr>
                                        <p:cTn id="88" dur="500" fill="hold"/>
                                        <p:tgtEl>
                                          <p:spTgt spid="55"/>
                                        </p:tgtEl>
                                        <p:attrNameLst>
                                          <p:attrName>ppt_h</p:attrName>
                                        </p:attrNameLst>
                                      </p:cBhvr>
                                      <p:tavLst>
                                        <p:tav tm="0">
                                          <p:val>
                                            <p:fltVal val="0"/>
                                          </p:val>
                                        </p:tav>
                                        <p:tav tm="100000">
                                          <p:val>
                                            <p:strVal val="#ppt_h"/>
                                          </p:val>
                                        </p:tav>
                                      </p:tavLst>
                                    </p:anim>
                                    <p:animEffect transition="in" filter="fade">
                                      <p:cBhvr>
                                        <p:cTn id="89" dur="500"/>
                                        <p:tgtEl>
                                          <p:spTgt spid="55"/>
                                        </p:tgtEl>
                                      </p:cBhvr>
                                    </p:animEffect>
                                  </p:childTnLst>
                                </p:cTn>
                              </p:par>
                              <p:par>
                                <p:cTn id="90" presetID="53" presetClass="entr" presetSubtype="0" fill="hold" grpId="13" nodeType="withEffect">
                                  <p:childTnLst>
                                    <p:set>
                                      <p:cBhvr>
                                        <p:cTn id="91" dur="1" fill="hold">
                                          <p:stCondLst>
                                            <p:cond delay="0"/>
                                          </p:stCondLst>
                                        </p:cTn>
                                        <p:tgtEl>
                                          <p:spTgt spid="155"/>
                                        </p:tgtEl>
                                        <p:attrNameLst>
                                          <p:attrName>style.visibility</p:attrName>
                                        </p:attrNameLst>
                                      </p:cBhvr>
                                      <p:to>
                                        <p:strVal val="visible"/>
                                      </p:to>
                                    </p:set>
                                    <p:anim calcmode="lin" valueType="num">
                                      <p:cBhvr>
                                        <p:cTn id="92" dur="500" fill="hold"/>
                                        <p:tgtEl>
                                          <p:spTgt spid="155"/>
                                        </p:tgtEl>
                                        <p:attrNameLst>
                                          <p:attrName>ppt_w</p:attrName>
                                        </p:attrNameLst>
                                      </p:cBhvr>
                                      <p:tavLst>
                                        <p:tav tm="0">
                                          <p:val>
                                            <p:fltVal val="0"/>
                                          </p:val>
                                        </p:tav>
                                        <p:tav tm="100000">
                                          <p:val>
                                            <p:strVal val="#ppt_w"/>
                                          </p:val>
                                        </p:tav>
                                      </p:tavLst>
                                    </p:anim>
                                    <p:anim calcmode="lin" valueType="num">
                                      <p:cBhvr>
                                        <p:cTn id="93" dur="500" fill="hold"/>
                                        <p:tgtEl>
                                          <p:spTgt spid="155"/>
                                        </p:tgtEl>
                                        <p:attrNameLst>
                                          <p:attrName>ppt_h</p:attrName>
                                        </p:attrNameLst>
                                      </p:cBhvr>
                                      <p:tavLst>
                                        <p:tav tm="0">
                                          <p:val>
                                            <p:fltVal val="0"/>
                                          </p:val>
                                        </p:tav>
                                        <p:tav tm="100000">
                                          <p:val>
                                            <p:strVal val="#ppt_h"/>
                                          </p:val>
                                        </p:tav>
                                      </p:tavLst>
                                    </p:anim>
                                    <p:animEffect transition="in" filter="fade">
                                      <p:cBhvr>
                                        <p:cTn id="94" dur="500"/>
                                        <p:tgtEl>
                                          <p:spTgt spid="155"/>
                                        </p:tgtEl>
                                      </p:cBhvr>
                                    </p:animEffect>
                                  </p:childTnLst>
                                </p:cTn>
                              </p:par>
                              <p:par>
                                <p:cTn id="95" presetID="53" presetClass="entr" presetSubtype="0" fill="hold" grpId="14" nodeType="withEffect">
                                  <p:childTnLst>
                                    <p:set>
                                      <p:cBhvr>
                                        <p:cTn id="96" dur="1" fill="hold">
                                          <p:stCondLst>
                                            <p:cond delay="0"/>
                                          </p:stCondLst>
                                        </p:cTn>
                                        <p:tgtEl>
                                          <p:spTgt spid="156"/>
                                        </p:tgtEl>
                                        <p:attrNameLst>
                                          <p:attrName>style.visibility</p:attrName>
                                        </p:attrNameLst>
                                      </p:cBhvr>
                                      <p:to>
                                        <p:strVal val="visible"/>
                                      </p:to>
                                    </p:set>
                                    <p:anim calcmode="lin" valueType="num">
                                      <p:cBhvr>
                                        <p:cTn id="97" dur="500" fill="hold"/>
                                        <p:tgtEl>
                                          <p:spTgt spid="156"/>
                                        </p:tgtEl>
                                        <p:attrNameLst>
                                          <p:attrName>ppt_w</p:attrName>
                                        </p:attrNameLst>
                                      </p:cBhvr>
                                      <p:tavLst>
                                        <p:tav tm="0">
                                          <p:val>
                                            <p:fltVal val="0"/>
                                          </p:val>
                                        </p:tav>
                                        <p:tav tm="100000">
                                          <p:val>
                                            <p:strVal val="#ppt_w"/>
                                          </p:val>
                                        </p:tav>
                                      </p:tavLst>
                                    </p:anim>
                                    <p:anim calcmode="lin" valueType="num">
                                      <p:cBhvr>
                                        <p:cTn id="98" dur="500" fill="hold"/>
                                        <p:tgtEl>
                                          <p:spTgt spid="156"/>
                                        </p:tgtEl>
                                        <p:attrNameLst>
                                          <p:attrName>ppt_h</p:attrName>
                                        </p:attrNameLst>
                                      </p:cBhvr>
                                      <p:tavLst>
                                        <p:tav tm="0">
                                          <p:val>
                                            <p:fltVal val="0"/>
                                          </p:val>
                                        </p:tav>
                                        <p:tav tm="100000">
                                          <p:val>
                                            <p:strVal val="#ppt_h"/>
                                          </p:val>
                                        </p:tav>
                                      </p:tavLst>
                                    </p:anim>
                                    <p:animEffect transition="in" filter="fade">
                                      <p:cBhvr>
                                        <p:cTn id="99" dur="500"/>
                                        <p:tgtEl>
                                          <p:spTgt spid="156"/>
                                        </p:tgtEl>
                                      </p:cBhvr>
                                    </p:animEffect>
                                  </p:childTnLst>
                                </p:cTn>
                              </p:par>
                              <p:par>
                                <p:cTn id="100" presetID="53" presetClass="entr" presetSubtype="0" fill="hold" nodeType="withEffect">
                                  <p:childTnLst>
                                    <p:set>
                                      <p:cBhvr>
                                        <p:cTn id="101" dur="1" fill="hold">
                                          <p:stCondLst>
                                            <p:cond delay="0"/>
                                          </p:stCondLst>
                                        </p:cTn>
                                        <p:tgtEl>
                                          <p:spTgt spid="157"/>
                                        </p:tgtEl>
                                        <p:attrNameLst>
                                          <p:attrName>style.visibility</p:attrName>
                                        </p:attrNameLst>
                                      </p:cBhvr>
                                      <p:to>
                                        <p:strVal val="visible"/>
                                      </p:to>
                                    </p:set>
                                    <p:anim calcmode="lin" valueType="num">
                                      <p:cBhvr>
                                        <p:cTn id="102" dur="500" fill="hold"/>
                                        <p:tgtEl>
                                          <p:spTgt spid="157"/>
                                        </p:tgtEl>
                                        <p:attrNameLst>
                                          <p:attrName>ppt_w</p:attrName>
                                        </p:attrNameLst>
                                      </p:cBhvr>
                                      <p:tavLst>
                                        <p:tav tm="0">
                                          <p:val>
                                            <p:fltVal val="0"/>
                                          </p:val>
                                        </p:tav>
                                        <p:tav tm="100000">
                                          <p:val>
                                            <p:strVal val="#ppt_w"/>
                                          </p:val>
                                        </p:tav>
                                      </p:tavLst>
                                    </p:anim>
                                    <p:anim calcmode="lin" valueType="num">
                                      <p:cBhvr>
                                        <p:cTn id="103" dur="500" fill="hold"/>
                                        <p:tgtEl>
                                          <p:spTgt spid="157"/>
                                        </p:tgtEl>
                                        <p:attrNameLst>
                                          <p:attrName>ppt_h</p:attrName>
                                        </p:attrNameLst>
                                      </p:cBhvr>
                                      <p:tavLst>
                                        <p:tav tm="0">
                                          <p:val>
                                            <p:fltVal val="0"/>
                                          </p:val>
                                        </p:tav>
                                        <p:tav tm="100000">
                                          <p:val>
                                            <p:strVal val="#ppt_h"/>
                                          </p:val>
                                        </p:tav>
                                      </p:tavLst>
                                    </p:anim>
                                    <p:animEffect transition="in" filter="fade">
                                      <p:cBhvr>
                                        <p:cTn id="104" dur="500"/>
                                        <p:tgtEl>
                                          <p:spTgt spid="157"/>
                                        </p:tgtEl>
                                      </p:cBhvr>
                                    </p:animEffect>
                                  </p:childTnLst>
                                </p:cTn>
                              </p:par>
                              <p:par>
                                <p:cTn id="105" presetID="53" presetClass="entr" presetSubtype="0" fill="hold" nodeType="withEffect">
                                  <p:childTnLst>
                                    <p:set>
                                      <p:cBhvr>
                                        <p:cTn id="106" dur="1" fill="hold">
                                          <p:stCondLst>
                                            <p:cond delay="0"/>
                                          </p:stCondLst>
                                        </p:cTn>
                                        <p:tgtEl>
                                          <p:spTgt spid="7"/>
                                        </p:tgtEl>
                                        <p:attrNameLst>
                                          <p:attrName>style.visibility</p:attrName>
                                        </p:attrNameLst>
                                      </p:cBhvr>
                                      <p:to>
                                        <p:strVal val="visible"/>
                                      </p:to>
                                    </p:set>
                                    <p:anim calcmode="lin" valueType="num">
                                      <p:cBhvr>
                                        <p:cTn id="107" dur="500" fill="hold"/>
                                        <p:tgtEl>
                                          <p:spTgt spid="7"/>
                                        </p:tgtEl>
                                        <p:attrNameLst>
                                          <p:attrName>ppt_w</p:attrName>
                                        </p:attrNameLst>
                                      </p:cBhvr>
                                      <p:tavLst>
                                        <p:tav tm="0">
                                          <p:val>
                                            <p:fltVal val="0"/>
                                          </p:val>
                                        </p:tav>
                                        <p:tav tm="100000">
                                          <p:val>
                                            <p:strVal val="#ppt_w"/>
                                          </p:val>
                                        </p:tav>
                                      </p:tavLst>
                                    </p:anim>
                                    <p:anim calcmode="lin" valueType="num">
                                      <p:cBhvr>
                                        <p:cTn id="108" dur="500" fill="hold"/>
                                        <p:tgtEl>
                                          <p:spTgt spid="7"/>
                                        </p:tgtEl>
                                        <p:attrNameLst>
                                          <p:attrName>ppt_h</p:attrName>
                                        </p:attrNameLst>
                                      </p:cBhvr>
                                      <p:tavLst>
                                        <p:tav tm="0">
                                          <p:val>
                                            <p:fltVal val="0"/>
                                          </p:val>
                                        </p:tav>
                                        <p:tav tm="100000">
                                          <p:val>
                                            <p:strVal val="#ppt_h"/>
                                          </p:val>
                                        </p:tav>
                                      </p:tavLst>
                                    </p:anim>
                                    <p:animEffect transition="in" filter="fade">
                                      <p:cBhvr>
                                        <p:cTn id="109" dur="500"/>
                                        <p:tgtEl>
                                          <p:spTgt spid="7"/>
                                        </p:tgtEl>
                                      </p:cBhvr>
                                    </p:animEffect>
                                  </p:childTnLst>
                                </p:cTn>
                              </p:par>
                              <p:par>
                                <p:cTn id="110" presetID="53" presetClass="entr" presetSubtype="0" fill="hold" nodeType="withEffect">
                                  <p:childTnLst>
                                    <p:set>
                                      <p:cBhvr>
                                        <p:cTn id="111" dur="1" fill="hold">
                                          <p:stCondLst>
                                            <p:cond delay="0"/>
                                          </p:stCondLst>
                                        </p:cTn>
                                        <p:tgtEl>
                                          <p:spTgt spid="163"/>
                                        </p:tgtEl>
                                        <p:attrNameLst>
                                          <p:attrName>style.visibility</p:attrName>
                                        </p:attrNameLst>
                                      </p:cBhvr>
                                      <p:to>
                                        <p:strVal val="visible"/>
                                      </p:to>
                                    </p:set>
                                    <p:anim calcmode="lin" valueType="num">
                                      <p:cBhvr>
                                        <p:cTn id="112" dur="500" fill="hold"/>
                                        <p:tgtEl>
                                          <p:spTgt spid="163"/>
                                        </p:tgtEl>
                                        <p:attrNameLst>
                                          <p:attrName>ppt_w</p:attrName>
                                        </p:attrNameLst>
                                      </p:cBhvr>
                                      <p:tavLst>
                                        <p:tav tm="0">
                                          <p:val>
                                            <p:fltVal val="0"/>
                                          </p:val>
                                        </p:tav>
                                        <p:tav tm="100000">
                                          <p:val>
                                            <p:strVal val="#ppt_w"/>
                                          </p:val>
                                        </p:tav>
                                      </p:tavLst>
                                    </p:anim>
                                    <p:anim calcmode="lin" valueType="num">
                                      <p:cBhvr>
                                        <p:cTn id="113" dur="500" fill="hold"/>
                                        <p:tgtEl>
                                          <p:spTgt spid="163"/>
                                        </p:tgtEl>
                                        <p:attrNameLst>
                                          <p:attrName>ppt_h</p:attrName>
                                        </p:attrNameLst>
                                      </p:cBhvr>
                                      <p:tavLst>
                                        <p:tav tm="0">
                                          <p:val>
                                            <p:fltVal val="0"/>
                                          </p:val>
                                        </p:tav>
                                        <p:tav tm="100000">
                                          <p:val>
                                            <p:strVal val="#ppt_h"/>
                                          </p:val>
                                        </p:tav>
                                      </p:tavLst>
                                    </p:anim>
                                    <p:animEffect transition="in" filter="fade">
                                      <p:cBhvr>
                                        <p:cTn id="114" dur="500"/>
                                        <p:tgtEl>
                                          <p:spTgt spid="163"/>
                                        </p:tgtEl>
                                      </p:cBhvr>
                                    </p:animEffect>
                                  </p:childTnLst>
                                </p:cTn>
                              </p:par>
                              <p:par>
                                <p:cTn id="115" presetID="53" presetClass="entr" presetSubtype="0" fill="hold" grpId="15" nodeType="withEffect">
                                  <p:childTnLst>
                                    <p:set>
                                      <p:cBhvr>
                                        <p:cTn id="116" dur="1" fill="hold">
                                          <p:stCondLst>
                                            <p:cond delay="0"/>
                                          </p:stCondLst>
                                        </p:cTn>
                                        <p:tgtEl>
                                          <p:spTgt spid="166"/>
                                        </p:tgtEl>
                                        <p:attrNameLst>
                                          <p:attrName>style.visibility</p:attrName>
                                        </p:attrNameLst>
                                      </p:cBhvr>
                                      <p:to>
                                        <p:strVal val="visible"/>
                                      </p:to>
                                    </p:set>
                                    <p:anim calcmode="lin" valueType="num">
                                      <p:cBhvr>
                                        <p:cTn id="117" dur="500" fill="hold"/>
                                        <p:tgtEl>
                                          <p:spTgt spid="166"/>
                                        </p:tgtEl>
                                        <p:attrNameLst>
                                          <p:attrName>ppt_w</p:attrName>
                                        </p:attrNameLst>
                                      </p:cBhvr>
                                      <p:tavLst>
                                        <p:tav tm="0">
                                          <p:val>
                                            <p:fltVal val="0"/>
                                          </p:val>
                                        </p:tav>
                                        <p:tav tm="100000">
                                          <p:val>
                                            <p:strVal val="#ppt_w"/>
                                          </p:val>
                                        </p:tav>
                                      </p:tavLst>
                                    </p:anim>
                                    <p:anim calcmode="lin" valueType="num">
                                      <p:cBhvr>
                                        <p:cTn id="118" dur="500" fill="hold"/>
                                        <p:tgtEl>
                                          <p:spTgt spid="166"/>
                                        </p:tgtEl>
                                        <p:attrNameLst>
                                          <p:attrName>ppt_h</p:attrName>
                                        </p:attrNameLst>
                                      </p:cBhvr>
                                      <p:tavLst>
                                        <p:tav tm="0">
                                          <p:val>
                                            <p:fltVal val="0"/>
                                          </p:val>
                                        </p:tav>
                                        <p:tav tm="100000">
                                          <p:val>
                                            <p:strVal val="#ppt_h"/>
                                          </p:val>
                                        </p:tav>
                                      </p:tavLst>
                                    </p:anim>
                                    <p:animEffect transition="in" filter="fade">
                                      <p:cBhvr>
                                        <p:cTn id="119" dur="500"/>
                                        <p:tgtEl>
                                          <p:spTgt spid="166"/>
                                        </p:tgtEl>
                                      </p:cBhvr>
                                    </p:animEffect>
                                  </p:childTnLst>
                                </p:cTn>
                              </p:par>
                              <p:par>
                                <p:cTn id="120" presetID="53" presetClass="entr" presetSubtype="0" fill="hold" grpId="16" nodeType="withEffect">
                                  <p:childTnLst>
                                    <p:set>
                                      <p:cBhvr>
                                        <p:cTn id="121" dur="1" fill="hold">
                                          <p:stCondLst>
                                            <p:cond delay="0"/>
                                          </p:stCondLst>
                                        </p:cTn>
                                        <p:tgtEl>
                                          <p:spTgt spid="167"/>
                                        </p:tgtEl>
                                        <p:attrNameLst>
                                          <p:attrName>style.visibility</p:attrName>
                                        </p:attrNameLst>
                                      </p:cBhvr>
                                      <p:to>
                                        <p:strVal val="visible"/>
                                      </p:to>
                                    </p:set>
                                    <p:anim calcmode="lin" valueType="num">
                                      <p:cBhvr>
                                        <p:cTn id="122" dur="500" fill="hold"/>
                                        <p:tgtEl>
                                          <p:spTgt spid="167"/>
                                        </p:tgtEl>
                                        <p:attrNameLst>
                                          <p:attrName>ppt_w</p:attrName>
                                        </p:attrNameLst>
                                      </p:cBhvr>
                                      <p:tavLst>
                                        <p:tav tm="0">
                                          <p:val>
                                            <p:fltVal val="0"/>
                                          </p:val>
                                        </p:tav>
                                        <p:tav tm="100000">
                                          <p:val>
                                            <p:strVal val="#ppt_w"/>
                                          </p:val>
                                        </p:tav>
                                      </p:tavLst>
                                    </p:anim>
                                    <p:anim calcmode="lin" valueType="num">
                                      <p:cBhvr>
                                        <p:cTn id="123" dur="500" fill="hold"/>
                                        <p:tgtEl>
                                          <p:spTgt spid="167"/>
                                        </p:tgtEl>
                                        <p:attrNameLst>
                                          <p:attrName>ppt_h</p:attrName>
                                        </p:attrNameLst>
                                      </p:cBhvr>
                                      <p:tavLst>
                                        <p:tav tm="0">
                                          <p:val>
                                            <p:fltVal val="0"/>
                                          </p:val>
                                        </p:tav>
                                        <p:tav tm="100000">
                                          <p:val>
                                            <p:strVal val="#ppt_h"/>
                                          </p:val>
                                        </p:tav>
                                      </p:tavLst>
                                    </p:anim>
                                    <p:animEffect transition="in" filter="fade">
                                      <p:cBhvr>
                                        <p:cTn id="124" dur="500"/>
                                        <p:tgtEl>
                                          <p:spTgt spid="167"/>
                                        </p:tgtEl>
                                      </p:cBhvr>
                                    </p:animEffect>
                                  </p:childTnLst>
                                </p:cTn>
                              </p:par>
                              <p:par>
                                <p:cTn id="125" presetID="53" presetClass="entr" presetSubtype="0" fill="hold" nodeType="withEffect">
                                  <p:childTnLst>
                                    <p:set>
                                      <p:cBhvr>
                                        <p:cTn id="126" dur="1" fill="hold">
                                          <p:stCondLst>
                                            <p:cond delay="0"/>
                                          </p:stCondLst>
                                        </p:cTn>
                                        <p:tgtEl>
                                          <p:spTgt spid="168"/>
                                        </p:tgtEl>
                                        <p:attrNameLst>
                                          <p:attrName>style.visibility</p:attrName>
                                        </p:attrNameLst>
                                      </p:cBhvr>
                                      <p:to>
                                        <p:strVal val="visible"/>
                                      </p:to>
                                    </p:set>
                                    <p:anim calcmode="lin" valueType="num">
                                      <p:cBhvr>
                                        <p:cTn id="127" dur="500" fill="hold"/>
                                        <p:tgtEl>
                                          <p:spTgt spid="168"/>
                                        </p:tgtEl>
                                        <p:attrNameLst>
                                          <p:attrName>ppt_w</p:attrName>
                                        </p:attrNameLst>
                                      </p:cBhvr>
                                      <p:tavLst>
                                        <p:tav tm="0">
                                          <p:val>
                                            <p:fltVal val="0"/>
                                          </p:val>
                                        </p:tav>
                                        <p:tav tm="100000">
                                          <p:val>
                                            <p:strVal val="#ppt_w"/>
                                          </p:val>
                                        </p:tav>
                                      </p:tavLst>
                                    </p:anim>
                                    <p:anim calcmode="lin" valueType="num">
                                      <p:cBhvr>
                                        <p:cTn id="128" dur="500" fill="hold"/>
                                        <p:tgtEl>
                                          <p:spTgt spid="168"/>
                                        </p:tgtEl>
                                        <p:attrNameLst>
                                          <p:attrName>ppt_h</p:attrName>
                                        </p:attrNameLst>
                                      </p:cBhvr>
                                      <p:tavLst>
                                        <p:tav tm="0">
                                          <p:val>
                                            <p:fltVal val="0"/>
                                          </p:val>
                                        </p:tav>
                                        <p:tav tm="100000">
                                          <p:val>
                                            <p:strVal val="#ppt_h"/>
                                          </p:val>
                                        </p:tav>
                                      </p:tavLst>
                                    </p:anim>
                                    <p:animEffect transition="in" filter="fade">
                                      <p:cBhvr>
                                        <p:cTn id="129" dur="500"/>
                                        <p:tgtEl>
                                          <p:spTgt spid="168"/>
                                        </p:tgtEl>
                                      </p:cBhvr>
                                    </p:animEffect>
                                  </p:childTnLst>
                                </p:cTn>
                              </p:par>
                              <p:par>
                                <p:cTn id="130" presetID="53" presetClass="entr" presetSubtype="0" fill="hold" nodeType="withEffect">
                                  <p:childTnLst>
                                    <p:set>
                                      <p:cBhvr>
                                        <p:cTn id="131" dur="1" fill="hold">
                                          <p:stCondLst>
                                            <p:cond delay="0"/>
                                          </p:stCondLst>
                                        </p:cTn>
                                        <p:tgtEl>
                                          <p:spTgt spid="173"/>
                                        </p:tgtEl>
                                        <p:attrNameLst>
                                          <p:attrName>style.visibility</p:attrName>
                                        </p:attrNameLst>
                                      </p:cBhvr>
                                      <p:to>
                                        <p:strVal val="visible"/>
                                      </p:to>
                                    </p:set>
                                    <p:anim calcmode="lin" valueType="num">
                                      <p:cBhvr>
                                        <p:cTn id="132" dur="500" fill="hold"/>
                                        <p:tgtEl>
                                          <p:spTgt spid="173"/>
                                        </p:tgtEl>
                                        <p:attrNameLst>
                                          <p:attrName>ppt_w</p:attrName>
                                        </p:attrNameLst>
                                      </p:cBhvr>
                                      <p:tavLst>
                                        <p:tav tm="0">
                                          <p:val>
                                            <p:fltVal val="0"/>
                                          </p:val>
                                        </p:tav>
                                        <p:tav tm="100000">
                                          <p:val>
                                            <p:strVal val="#ppt_w"/>
                                          </p:val>
                                        </p:tav>
                                      </p:tavLst>
                                    </p:anim>
                                    <p:anim calcmode="lin" valueType="num">
                                      <p:cBhvr>
                                        <p:cTn id="133" dur="500" fill="hold"/>
                                        <p:tgtEl>
                                          <p:spTgt spid="173"/>
                                        </p:tgtEl>
                                        <p:attrNameLst>
                                          <p:attrName>ppt_h</p:attrName>
                                        </p:attrNameLst>
                                      </p:cBhvr>
                                      <p:tavLst>
                                        <p:tav tm="0">
                                          <p:val>
                                            <p:fltVal val="0"/>
                                          </p:val>
                                        </p:tav>
                                        <p:tav tm="100000">
                                          <p:val>
                                            <p:strVal val="#ppt_h"/>
                                          </p:val>
                                        </p:tav>
                                      </p:tavLst>
                                    </p:anim>
                                    <p:animEffect transition="in" filter="fade">
                                      <p:cBhvr>
                                        <p:cTn id="134" dur="500"/>
                                        <p:tgtEl>
                                          <p:spTgt spid="173"/>
                                        </p:tgtEl>
                                      </p:cBhvr>
                                    </p:animEffect>
                                  </p:childTnLst>
                                </p:cTn>
                              </p:par>
                              <p:par>
                                <p:cTn id="135" presetID="53" presetClass="entr" presetSubtype="0" fill="hold" nodeType="withEffect">
                                  <p:childTnLst>
                                    <p:set>
                                      <p:cBhvr>
                                        <p:cTn id="136" dur="1" fill="hold">
                                          <p:stCondLst>
                                            <p:cond delay="0"/>
                                          </p:stCondLst>
                                        </p:cTn>
                                        <p:tgtEl>
                                          <p:spTgt spid="174"/>
                                        </p:tgtEl>
                                        <p:attrNameLst>
                                          <p:attrName>style.visibility</p:attrName>
                                        </p:attrNameLst>
                                      </p:cBhvr>
                                      <p:to>
                                        <p:strVal val="visible"/>
                                      </p:to>
                                    </p:set>
                                    <p:anim calcmode="lin" valueType="num">
                                      <p:cBhvr>
                                        <p:cTn id="137" dur="500" fill="hold"/>
                                        <p:tgtEl>
                                          <p:spTgt spid="174"/>
                                        </p:tgtEl>
                                        <p:attrNameLst>
                                          <p:attrName>ppt_w</p:attrName>
                                        </p:attrNameLst>
                                      </p:cBhvr>
                                      <p:tavLst>
                                        <p:tav tm="0">
                                          <p:val>
                                            <p:fltVal val="0"/>
                                          </p:val>
                                        </p:tav>
                                        <p:tav tm="100000">
                                          <p:val>
                                            <p:strVal val="#ppt_w"/>
                                          </p:val>
                                        </p:tav>
                                      </p:tavLst>
                                    </p:anim>
                                    <p:anim calcmode="lin" valueType="num">
                                      <p:cBhvr>
                                        <p:cTn id="138" dur="500" fill="hold"/>
                                        <p:tgtEl>
                                          <p:spTgt spid="174"/>
                                        </p:tgtEl>
                                        <p:attrNameLst>
                                          <p:attrName>ppt_h</p:attrName>
                                        </p:attrNameLst>
                                      </p:cBhvr>
                                      <p:tavLst>
                                        <p:tav tm="0">
                                          <p:val>
                                            <p:fltVal val="0"/>
                                          </p:val>
                                        </p:tav>
                                        <p:tav tm="100000">
                                          <p:val>
                                            <p:strVal val="#ppt_h"/>
                                          </p:val>
                                        </p:tav>
                                      </p:tavLst>
                                    </p:anim>
                                    <p:animEffect transition="in" filter="fade">
                                      <p:cBhvr>
                                        <p:cTn id="139" dur="500"/>
                                        <p:tgtEl>
                                          <p:spTgt spid="174"/>
                                        </p:tgtEl>
                                      </p:cBhvr>
                                    </p:animEffect>
                                  </p:childTnLst>
                                </p:cTn>
                              </p:par>
                              <p:par>
                                <p:cTn id="140" presetID="53" presetClass="entr" presetSubtype="0" fill="hold" nodeType="withEffect">
                                  <p:childTnLst>
                                    <p:set>
                                      <p:cBhvr>
                                        <p:cTn id="141" dur="1" fill="hold">
                                          <p:stCondLst>
                                            <p:cond delay="0"/>
                                          </p:stCondLst>
                                        </p:cTn>
                                        <p:tgtEl>
                                          <p:spTgt spid="175"/>
                                        </p:tgtEl>
                                        <p:attrNameLst>
                                          <p:attrName>style.visibility</p:attrName>
                                        </p:attrNameLst>
                                      </p:cBhvr>
                                      <p:to>
                                        <p:strVal val="visible"/>
                                      </p:to>
                                    </p:set>
                                    <p:anim calcmode="lin" valueType="num">
                                      <p:cBhvr>
                                        <p:cTn id="142" dur="500" fill="hold"/>
                                        <p:tgtEl>
                                          <p:spTgt spid="175"/>
                                        </p:tgtEl>
                                        <p:attrNameLst>
                                          <p:attrName>ppt_w</p:attrName>
                                        </p:attrNameLst>
                                      </p:cBhvr>
                                      <p:tavLst>
                                        <p:tav tm="0">
                                          <p:val>
                                            <p:fltVal val="0"/>
                                          </p:val>
                                        </p:tav>
                                        <p:tav tm="100000">
                                          <p:val>
                                            <p:strVal val="#ppt_w"/>
                                          </p:val>
                                        </p:tav>
                                      </p:tavLst>
                                    </p:anim>
                                    <p:anim calcmode="lin" valueType="num">
                                      <p:cBhvr>
                                        <p:cTn id="143" dur="500" fill="hold"/>
                                        <p:tgtEl>
                                          <p:spTgt spid="175"/>
                                        </p:tgtEl>
                                        <p:attrNameLst>
                                          <p:attrName>ppt_h</p:attrName>
                                        </p:attrNameLst>
                                      </p:cBhvr>
                                      <p:tavLst>
                                        <p:tav tm="0">
                                          <p:val>
                                            <p:fltVal val="0"/>
                                          </p:val>
                                        </p:tav>
                                        <p:tav tm="100000">
                                          <p:val>
                                            <p:strVal val="#ppt_h"/>
                                          </p:val>
                                        </p:tav>
                                      </p:tavLst>
                                    </p:anim>
                                    <p:animEffect transition="in" filter="fade">
                                      <p:cBhvr>
                                        <p:cTn id="144" dur="500"/>
                                        <p:tgtEl>
                                          <p:spTgt spid="175"/>
                                        </p:tgtEl>
                                      </p:cBhvr>
                                    </p:animEffect>
                                  </p:childTnLst>
                                </p:cTn>
                              </p:par>
                              <p:par>
                                <p:cTn id="145" presetID="53" presetClass="entr" presetSubtype="0" fill="hold" nodeType="withEffect">
                                  <p:childTnLst>
                                    <p:set>
                                      <p:cBhvr>
                                        <p:cTn id="146" dur="1" fill="hold">
                                          <p:stCondLst>
                                            <p:cond delay="0"/>
                                          </p:stCondLst>
                                        </p:cTn>
                                        <p:tgtEl>
                                          <p:spTgt spid="176"/>
                                        </p:tgtEl>
                                        <p:attrNameLst>
                                          <p:attrName>style.visibility</p:attrName>
                                        </p:attrNameLst>
                                      </p:cBhvr>
                                      <p:to>
                                        <p:strVal val="visible"/>
                                      </p:to>
                                    </p:set>
                                    <p:anim calcmode="lin" valueType="num">
                                      <p:cBhvr>
                                        <p:cTn id="147" dur="500" fill="hold"/>
                                        <p:tgtEl>
                                          <p:spTgt spid="176"/>
                                        </p:tgtEl>
                                        <p:attrNameLst>
                                          <p:attrName>ppt_w</p:attrName>
                                        </p:attrNameLst>
                                      </p:cBhvr>
                                      <p:tavLst>
                                        <p:tav tm="0">
                                          <p:val>
                                            <p:fltVal val="0"/>
                                          </p:val>
                                        </p:tav>
                                        <p:tav tm="100000">
                                          <p:val>
                                            <p:strVal val="#ppt_w"/>
                                          </p:val>
                                        </p:tav>
                                      </p:tavLst>
                                    </p:anim>
                                    <p:anim calcmode="lin" valueType="num">
                                      <p:cBhvr>
                                        <p:cTn id="148" dur="500" fill="hold"/>
                                        <p:tgtEl>
                                          <p:spTgt spid="176"/>
                                        </p:tgtEl>
                                        <p:attrNameLst>
                                          <p:attrName>ppt_h</p:attrName>
                                        </p:attrNameLst>
                                      </p:cBhvr>
                                      <p:tavLst>
                                        <p:tav tm="0">
                                          <p:val>
                                            <p:fltVal val="0"/>
                                          </p:val>
                                        </p:tav>
                                        <p:tav tm="100000">
                                          <p:val>
                                            <p:strVal val="#ppt_h"/>
                                          </p:val>
                                        </p:tav>
                                      </p:tavLst>
                                    </p:anim>
                                    <p:animEffect transition="in" filter="fade">
                                      <p:cBhvr>
                                        <p:cTn id="149"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1" grpId="1" animBg="1"/>
      <p:bldP spid="32" grpId="2" animBg="1"/>
      <p:bldP spid="33" grpId="3" animBg="1"/>
      <p:bldP spid="34" grpId="4" animBg="1"/>
      <p:bldP spid="35" grpId="5" animBg="1"/>
      <p:bldP spid="36" grpId="6" animBg="1"/>
      <p:bldP spid="37" grpId="7" animBg="1"/>
      <p:bldP spid="48" grpId="8" animBg="1"/>
      <p:bldP spid="49" grpId="9" animBg="1"/>
      <p:bldP spid="50" grpId="10" animBg="1"/>
      <p:bldP spid="51" grpId="11" animBg="1"/>
      <p:bldP spid="52" grpId="12" animBg="1"/>
      <p:bldP spid="155" grpId="13"/>
      <p:bldP spid="156" grpId="14"/>
      <p:bldP spid="166" grpId="15"/>
      <p:bldP spid="167" grpId="16"/>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cxnSp>
        <p:nvCxnSpPr>
          <p:cNvPr id="36" name="直接连接符 35">
            <a:extLst>
              <a:ext uri="{FF2B5EF4-FFF2-40B4-BE49-F238E27FC236}">
                <a16:creationId xmlns="" xmlns:p14="http://schemas.microsoft.com/office/powerpoint/2010/main" xmlns:p15="http://schemas.microsoft.com/office/powerpoint/2012/main" xmlns:a16="http://schemas.microsoft.com/office/drawing/2014/main" id="{736AE81A-644B-4376-9B7B-7F7A0E01F90E}"/>
              </a:ext>
            </a:extLst>
          </p:cNvPr>
          <p:cNvCxnSpPr/>
          <p:nvPr/>
        </p:nvCxnSpPr>
        <p:spPr>
          <a:xfrm>
            <a:off x="5706088" y="1671568"/>
            <a:ext cx="1735321" cy="0"/>
          </a:xfrm>
          <a:prstGeom prst="line">
            <a:avLst/>
          </a:prstGeom>
          <a:ln w="3175" cap="rnd">
            <a:solidFill>
              <a:schemeClr val="bg1">
                <a:lumMod val="75000"/>
                <a:alpha val="24000"/>
              </a:schemeClr>
            </a:solidFill>
            <a:round/>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22" name="ïşlídè">
            <a:extLst>
              <a:ext uri="{FF2B5EF4-FFF2-40B4-BE49-F238E27FC236}">
                <a16:creationId xmlns="" xmlns:p14="http://schemas.microsoft.com/office/powerpoint/2010/main" xmlns:p15="http://schemas.microsoft.com/office/powerpoint/2012/main" xmlns:a16="http://schemas.microsoft.com/office/drawing/2014/main" id="{F729B7E8-4A7C-4462-AFC5-438BF17E55A3}"/>
              </a:ext>
            </a:extLst>
          </p:cNvPr>
          <p:cNvSpPr/>
          <p:nvPr/>
        </p:nvSpPr>
        <p:spPr bwMode="auto">
          <a:xfrm>
            <a:off x="613980" y="2431295"/>
            <a:ext cx="547028" cy="718459"/>
          </a:xfrm>
          <a:prstGeom prst="can">
            <a:avLst/>
          </a:prstGeom>
          <a:solidFill>
            <a:srgbClr val="6BFAFD">
              <a:alpha val="36863"/>
            </a:srgbClr>
          </a:solidFill>
          <a:ln>
            <a:noFill/>
          </a:ln>
        </p:spPr>
        <p:txBody>
          <a:bodyPr vert="horz" wrap="square" lIns="91440" tIns="45720" rIns="91440" bIns="45720" numCol="1" anchor="t" anchorCtr="0" compatLnSpc="1">
            <a:normAutofit/>
          </a:bodyPr>
          <a:lstStyle/>
          <a:p>
            <a:endParaRPr lang="zh-CN" altLang="en-US"/>
          </a:p>
        </p:txBody>
      </p:sp>
      <p:sp>
        <p:nvSpPr>
          <p:cNvPr id="23" name="îṣľïḍé">
            <a:extLst>
              <a:ext uri="{FF2B5EF4-FFF2-40B4-BE49-F238E27FC236}">
                <a16:creationId xmlns="" xmlns:p14="http://schemas.microsoft.com/office/powerpoint/2010/main" xmlns:p15="http://schemas.microsoft.com/office/powerpoint/2012/main" xmlns:a16="http://schemas.microsoft.com/office/drawing/2014/main" id="{119B25C1-870C-4F80-9F95-4CEA3965E253}"/>
              </a:ext>
            </a:extLst>
          </p:cNvPr>
          <p:cNvSpPr/>
          <p:nvPr/>
        </p:nvSpPr>
        <p:spPr bwMode="auto">
          <a:xfrm>
            <a:off x="1923771" y="2237395"/>
            <a:ext cx="547028" cy="911510"/>
          </a:xfrm>
          <a:prstGeom prst="can">
            <a:avLst/>
          </a:prstGeom>
          <a:solidFill>
            <a:srgbClr val="6BFAFD">
              <a:alpha val="36863"/>
            </a:srgbClr>
          </a:solidFill>
          <a:ln>
            <a:noFill/>
          </a:ln>
        </p:spPr>
        <p:txBody>
          <a:bodyPr vert="horz" wrap="square" lIns="91440" tIns="45720" rIns="91440" bIns="45720" numCol="1" anchor="t" anchorCtr="0" compatLnSpc="1">
            <a:normAutofit/>
          </a:bodyPr>
          <a:lstStyle/>
          <a:p>
            <a:endParaRPr lang="zh-CN" altLang="en-US"/>
          </a:p>
        </p:txBody>
      </p:sp>
      <p:sp>
        <p:nvSpPr>
          <p:cNvPr id="24" name="íSļïḓê">
            <a:extLst>
              <a:ext uri="{FF2B5EF4-FFF2-40B4-BE49-F238E27FC236}">
                <a16:creationId xmlns="" xmlns:p14="http://schemas.microsoft.com/office/powerpoint/2010/main" xmlns:p15="http://schemas.microsoft.com/office/powerpoint/2012/main" xmlns:a16="http://schemas.microsoft.com/office/drawing/2014/main" id="{12433E07-5072-4FE7-9436-DD2D807A03EA}"/>
              </a:ext>
            </a:extLst>
          </p:cNvPr>
          <p:cNvSpPr/>
          <p:nvPr/>
        </p:nvSpPr>
        <p:spPr bwMode="auto">
          <a:xfrm>
            <a:off x="3354746" y="1951285"/>
            <a:ext cx="545329" cy="1199317"/>
          </a:xfrm>
          <a:prstGeom prst="can">
            <a:avLst/>
          </a:prstGeom>
          <a:solidFill>
            <a:srgbClr val="6BFAFD">
              <a:alpha val="36863"/>
            </a:srgbClr>
          </a:solidFill>
          <a:ln>
            <a:noFill/>
          </a:ln>
        </p:spPr>
        <p:txBody>
          <a:bodyPr vert="horz" wrap="square" lIns="91440" tIns="45720" rIns="91440" bIns="45720" numCol="1" anchor="t" anchorCtr="0" compatLnSpc="1">
            <a:normAutofit/>
          </a:bodyPr>
          <a:lstStyle/>
          <a:p>
            <a:endParaRPr lang="zh-CN" altLang="en-US"/>
          </a:p>
        </p:txBody>
      </p:sp>
      <p:sp>
        <p:nvSpPr>
          <p:cNvPr id="25" name="iṧḻîḑè">
            <a:extLst>
              <a:ext uri="{FF2B5EF4-FFF2-40B4-BE49-F238E27FC236}">
                <a16:creationId xmlns="" xmlns:p14="http://schemas.microsoft.com/office/powerpoint/2010/main" xmlns:p15="http://schemas.microsoft.com/office/powerpoint/2012/main" xmlns:a16="http://schemas.microsoft.com/office/drawing/2014/main" id="{8779A203-791E-4F59-96B2-50FE514ECA9F}"/>
              </a:ext>
            </a:extLst>
          </p:cNvPr>
          <p:cNvSpPr/>
          <p:nvPr/>
        </p:nvSpPr>
        <p:spPr bwMode="auto">
          <a:xfrm>
            <a:off x="768380" y="2843165"/>
            <a:ext cx="224997" cy="211235"/>
          </a:xfrm>
          <a:custGeom>
            <a:avLst/>
            <a:gdLst>
              <a:gd name="T0" fmla="*/ 4448 w 5811"/>
              <a:gd name="T1" fmla="*/ 4374 h 6827"/>
              <a:gd name="T2" fmla="*/ 4640 w 5811"/>
              <a:gd name="T3" fmla="*/ 4074 h 6827"/>
              <a:gd name="T4" fmla="*/ 5160 w 5811"/>
              <a:gd name="T5" fmla="*/ 2255 h 6827"/>
              <a:gd name="T6" fmla="*/ 2905 w 5811"/>
              <a:gd name="T7" fmla="*/ 0 h 6827"/>
              <a:gd name="T8" fmla="*/ 650 w 5811"/>
              <a:gd name="T9" fmla="*/ 2255 h 6827"/>
              <a:gd name="T10" fmla="*/ 1363 w 5811"/>
              <a:gd name="T11" fmla="*/ 4373 h 6827"/>
              <a:gd name="T12" fmla="*/ 0 w 5811"/>
              <a:gd name="T13" fmla="*/ 5506 h 6827"/>
              <a:gd name="T14" fmla="*/ 939 w 5811"/>
              <a:gd name="T15" fmla="*/ 6498 h 6827"/>
              <a:gd name="T16" fmla="*/ 2905 w 5811"/>
              <a:gd name="T17" fmla="*/ 6827 h 6827"/>
              <a:gd name="T18" fmla="*/ 4871 w 5811"/>
              <a:gd name="T19" fmla="*/ 6498 h 6827"/>
              <a:gd name="T20" fmla="*/ 5811 w 5811"/>
              <a:gd name="T21" fmla="*/ 5506 h 6827"/>
              <a:gd name="T22" fmla="*/ 4448 w 5811"/>
              <a:gd name="T23" fmla="*/ 4374 h 6827"/>
              <a:gd name="T24" fmla="*/ 2905 w 5811"/>
              <a:gd name="T25" fmla="*/ 1551 h 6827"/>
              <a:gd name="T26" fmla="*/ 3610 w 5811"/>
              <a:gd name="T27" fmla="*/ 2255 h 6827"/>
              <a:gd name="T28" fmla="*/ 2905 w 5811"/>
              <a:gd name="T29" fmla="*/ 2960 h 6827"/>
              <a:gd name="T30" fmla="*/ 2201 w 5811"/>
              <a:gd name="T31" fmla="*/ 2255 h 6827"/>
              <a:gd name="T32" fmla="*/ 2905 w 5811"/>
              <a:gd name="T33" fmla="*/ 1551 h 6827"/>
              <a:gd name="T34" fmla="*/ 4675 w 5811"/>
              <a:gd name="T35" fmla="*/ 6008 h 6827"/>
              <a:gd name="T36" fmla="*/ 2905 w 5811"/>
              <a:gd name="T37" fmla="*/ 6298 h 6827"/>
              <a:gd name="T38" fmla="*/ 1136 w 5811"/>
              <a:gd name="T39" fmla="*/ 6008 h 6827"/>
              <a:gd name="T40" fmla="*/ 528 w 5811"/>
              <a:gd name="T41" fmla="*/ 5506 h 6827"/>
              <a:gd name="T42" fmla="*/ 1719 w 5811"/>
              <a:gd name="T43" fmla="*/ 4831 h 6827"/>
              <a:gd name="T44" fmla="*/ 2761 w 5811"/>
              <a:gd name="T45" fmla="*/ 5768 h 6827"/>
              <a:gd name="T46" fmla="*/ 2905 w 5811"/>
              <a:gd name="T47" fmla="*/ 5812 h 6827"/>
              <a:gd name="T48" fmla="*/ 3050 w 5811"/>
              <a:gd name="T49" fmla="*/ 5768 h 6827"/>
              <a:gd name="T50" fmla="*/ 3666 w 5811"/>
              <a:gd name="T51" fmla="*/ 5270 h 6827"/>
              <a:gd name="T52" fmla="*/ 4092 w 5811"/>
              <a:gd name="T53" fmla="*/ 4831 h 6827"/>
              <a:gd name="T54" fmla="*/ 5283 w 5811"/>
              <a:gd name="T55" fmla="*/ 5506 h 6827"/>
              <a:gd name="T56" fmla="*/ 4675 w 5811"/>
              <a:gd name="T57" fmla="*/ 600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811" h="6826">
                <a:moveTo>
                  <a:pt x="4448" y="4374"/>
                </a:moveTo>
                <a:cubicBezTo>
                  <a:pt x="4517" y="4275"/>
                  <a:pt x="4581" y="4175"/>
                  <a:pt x="4640" y="4074"/>
                </a:cubicBezTo>
                <a:cubicBezTo>
                  <a:pt x="4985" y="3483"/>
                  <a:pt x="5160" y="2871"/>
                  <a:pt x="5160" y="2255"/>
                </a:cubicBezTo>
                <a:cubicBezTo>
                  <a:pt x="5160" y="1012"/>
                  <a:pt x="4149" y="0"/>
                  <a:pt x="2905" y="0"/>
                </a:cubicBezTo>
                <a:cubicBezTo>
                  <a:pt x="1662" y="0"/>
                  <a:pt x="650" y="1012"/>
                  <a:pt x="650" y="2255"/>
                </a:cubicBezTo>
                <a:cubicBezTo>
                  <a:pt x="650" y="2973"/>
                  <a:pt x="895" y="3696"/>
                  <a:pt x="1363" y="4373"/>
                </a:cubicBezTo>
                <a:cubicBezTo>
                  <a:pt x="501" y="4604"/>
                  <a:pt x="0" y="5014"/>
                  <a:pt x="0" y="5506"/>
                </a:cubicBezTo>
                <a:cubicBezTo>
                  <a:pt x="0" y="5903"/>
                  <a:pt x="333" y="6256"/>
                  <a:pt x="939" y="6498"/>
                </a:cubicBezTo>
                <a:cubicBezTo>
                  <a:pt x="1469" y="6710"/>
                  <a:pt x="2167" y="6827"/>
                  <a:pt x="2905" y="6827"/>
                </a:cubicBezTo>
                <a:cubicBezTo>
                  <a:pt x="3644" y="6827"/>
                  <a:pt x="4342" y="6710"/>
                  <a:pt x="4871" y="6498"/>
                </a:cubicBezTo>
                <a:cubicBezTo>
                  <a:pt x="5477" y="6256"/>
                  <a:pt x="5811" y="5903"/>
                  <a:pt x="5811" y="5506"/>
                </a:cubicBezTo>
                <a:cubicBezTo>
                  <a:pt x="5811" y="5014"/>
                  <a:pt x="5310" y="4604"/>
                  <a:pt x="4448" y="4374"/>
                </a:cubicBezTo>
                <a:close/>
                <a:moveTo>
                  <a:pt x="2905" y="1551"/>
                </a:moveTo>
                <a:cubicBezTo>
                  <a:pt x="3294" y="1551"/>
                  <a:pt x="3610" y="1866"/>
                  <a:pt x="3610" y="2255"/>
                </a:cubicBezTo>
                <a:cubicBezTo>
                  <a:pt x="3610" y="2644"/>
                  <a:pt x="3294" y="2960"/>
                  <a:pt x="2905" y="2960"/>
                </a:cubicBezTo>
                <a:cubicBezTo>
                  <a:pt x="2516" y="2960"/>
                  <a:pt x="2201" y="2644"/>
                  <a:pt x="2201" y="2255"/>
                </a:cubicBezTo>
                <a:cubicBezTo>
                  <a:pt x="2201" y="1866"/>
                  <a:pt x="2516" y="1551"/>
                  <a:pt x="2905" y="1551"/>
                </a:cubicBezTo>
                <a:close/>
                <a:moveTo>
                  <a:pt x="4675" y="6008"/>
                </a:moveTo>
                <a:cubicBezTo>
                  <a:pt x="4207" y="6195"/>
                  <a:pt x="3578" y="6298"/>
                  <a:pt x="2905" y="6298"/>
                </a:cubicBezTo>
                <a:cubicBezTo>
                  <a:pt x="2233" y="6298"/>
                  <a:pt x="1604" y="6195"/>
                  <a:pt x="1136" y="6008"/>
                </a:cubicBezTo>
                <a:cubicBezTo>
                  <a:pt x="766" y="5860"/>
                  <a:pt x="528" y="5663"/>
                  <a:pt x="528" y="5506"/>
                </a:cubicBezTo>
                <a:cubicBezTo>
                  <a:pt x="528" y="5295"/>
                  <a:pt x="944" y="4996"/>
                  <a:pt x="1719" y="4831"/>
                </a:cubicBezTo>
                <a:cubicBezTo>
                  <a:pt x="2232" y="5420"/>
                  <a:pt x="2739" y="5754"/>
                  <a:pt x="2761" y="5768"/>
                </a:cubicBezTo>
                <a:cubicBezTo>
                  <a:pt x="2805" y="5797"/>
                  <a:pt x="2855" y="5812"/>
                  <a:pt x="2905" y="5812"/>
                </a:cubicBezTo>
                <a:cubicBezTo>
                  <a:pt x="2956" y="5812"/>
                  <a:pt x="3006" y="5797"/>
                  <a:pt x="3050" y="5768"/>
                </a:cubicBezTo>
                <a:cubicBezTo>
                  <a:pt x="3061" y="5761"/>
                  <a:pt x="3327" y="5586"/>
                  <a:pt x="3666" y="5270"/>
                </a:cubicBezTo>
                <a:cubicBezTo>
                  <a:pt x="3819" y="5128"/>
                  <a:pt x="3961" y="4982"/>
                  <a:pt x="4092" y="4831"/>
                </a:cubicBezTo>
                <a:cubicBezTo>
                  <a:pt x="4866" y="4997"/>
                  <a:pt x="5283" y="5295"/>
                  <a:pt x="5283" y="5506"/>
                </a:cubicBezTo>
                <a:cubicBezTo>
                  <a:pt x="5283" y="5663"/>
                  <a:pt x="5044" y="5860"/>
                  <a:pt x="4675" y="6008"/>
                </a:cubicBezTo>
                <a:close/>
              </a:path>
            </a:pathLst>
          </a:custGeom>
          <a:solidFill>
            <a:srgbClr val="6BFAFD"/>
          </a:solidFill>
          <a:ln>
            <a:noFill/>
          </a:ln>
        </p:spPr>
        <p:txBody>
          <a:bodyPr wrap="square" lIns="91440" tIns="45720" rIns="91440" bIns="45720">
            <a:normAutofit fontScale="47500" lnSpcReduction="20000"/>
          </a:bodyPr>
          <a:lstStyle/>
          <a:p>
            <a:endParaRPr lang="zh-CN" altLang="en-US"/>
          </a:p>
        </p:txBody>
      </p:sp>
      <p:sp>
        <p:nvSpPr>
          <p:cNvPr id="26" name="íṡ1iḑê">
            <a:extLst>
              <a:ext uri="{FF2B5EF4-FFF2-40B4-BE49-F238E27FC236}">
                <a16:creationId xmlns="" xmlns:p14="http://schemas.microsoft.com/office/powerpoint/2010/main" xmlns:p15="http://schemas.microsoft.com/office/powerpoint/2012/main" xmlns:a16="http://schemas.microsoft.com/office/drawing/2014/main" id="{5FBBF9BA-5123-4C25-9656-170227137DF9}"/>
              </a:ext>
            </a:extLst>
          </p:cNvPr>
          <p:cNvSpPr/>
          <p:nvPr/>
        </p:nvSpPr>
        <p:spPr bwMode="auto">
          <a:xfrm>
            <a:off x="2078172" y="2843165"/>
            <a:ext cx="224997" cy="211235"/>
          </a:xfrm>
          <a:custGeom>
            <a:avLst/>
            <a:gdLst>
              <a:gd name="T0" fmla="*/ 4448 w 5811"/>
              <a:gd name="T1" fmla="*/ 4374 h 6827"/>
              <a:gd name="T2" fmla="*/ 4640 w 5811"/>
              <a:gd name="T3" fmla="*/ 4074 h 6827"/>
              <a:gd name="T4" fmla="*/ 5160 w 5811"/>
              <a:gd name="T5" fmla="*/ 2255 h 6827"/>
              <a:gd name="T6" fmla="*/ 2905 w 5811"/>
              <a:gd name="T7" fmla="*/ 0 h 6827"/>
              <a:gd name="T8" fmla="*/ 650 w 5811"/>
              <a:gd name="T9" fmla="*/ 2255 h 6827"/>
              <a:gd name="T10" fmla="*/ 1363 w 5811"/>
              <a:gd name="T11" fmla="*/ 4373 h 6827"/>
              <a:gd name="T12" fmla="*/ 0 w 5811"/>
              <a:gd name="T13" fmla="*/ 5506 h 6827"/>
              <a:gd name="T14" fmla="*/ 939 w 5811"/>
              <a:gd name="T15" fmla="*/ 6498 h 6827"/>
              <a:gd name="T16" fmla="*/ 2905 w 5811"/>
              <a:gd name="T17" fmla="*/ 6827 h 6827"/>
              <a:gd name="T18" fmla="*/ 4871 w 5811"/>
              <a:gd name="T19" fmla="*/ 6498 h 6827"/>
              <a:gd name="T20" fmla="*/ 5811 w 5811"/>
              <a:gd name="T21" fmla="*/ 5506 h 6827"/>
              <a:gd name="T22" fmla="*/ 4448 w 5811"/>
              <a:gd name="T23" fmla="*/ 4374 h 6827"/>
              <a:gd name="T24" fmla="*/ 2905 w 5811"/>
              <a:gd name="T25" fmla="*/ 1551 h 6827"/>
              <a:gd name="T26" fmla="*/ 3610 w 5811"/>
              <a:gd name="T27" fmla="*/ 2255 h 6827"/>
              <a:gd name="T28" fmla="*/ 2905 w 5811"/>
              <a:gd name="T29" fmla="*/ 2960 h 6827"/>
              <a:gd name="T30" fmla="*/ 2201 w 5811"/>
              <a:gd name="T31" fmla="*/ 2255 h 6827"/>
              <a:gd name="T32" fmla="*/ 2905 w 5811"/>
              <a:gd name="T33" fmla="*/ 1551 h 6827"/>
              <a:gd name="T34" fmla="*/ 4675 w 5811"/>
              <a:gd name="T35" fmla="*/ 6008 h 6827"/>
              <a:gd name="T36" fmla="*/ 2905 w 5811"/>
              <a:gd name="T37" fmla="*/ 6298 h 6827"/>
              <a:gd name="T38" fmla="*/ 1136 w 5811"/>
              <a:gd name="T39" fmla="*/ 6008 h 6827"/>
              <a:gd name="T40" fmla="*/ 528 w 5811"/>
              <a:gd name="T41" fmla="*/ 5506 h 6827"/>
              <a:gd name="T42" fmla="*/ 1719 w 5811"/>
              <a:gd name="T43" fmla="*/ 4831 h 6827"/>
              <a:gd name="T44" fmla="*/ 2761 w 5811"/>
              <a:gd name="T45" fmla="*/ 5768 h 6827"/>
              <a:gd name="T46" fmla="*/ 2905 w 5811"/>
              <a:gd name="T47" fmla="*/ 5812 h 6827"/>
              <a:gd name="T48" fmla="*/ 3050 w 5811"/>
              <a:gd name="T49" fmla="*/ 5768 h 6827"/>
              <a:gd name="T50" fmla="*/ 3666 w 5811"/>
              <a:gd name="T51" fmla="*/ 5270 h 6827"/>
              <a:gd name="T52" fmla="*/ 4092 w 5811"/>
              <a:gd name="T53" fmla="*/ 4831 h 6827"/>
              <a:gd name="T54" fmla="*/ 5283 w 5811"/>
              <a:gd name="T55" fmla="*/ 5506 h 6827"/>
              <a:gd name="T56" fmla="*/ 4675 w 5811"/>
              <a:gd name="T57" fmla="*/ 600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811" h="6826">
                <a:moveTo>
                  <a:pt x="4448" y="4374"/>
                </a:moveTo>
                <a:cubicBezTo>
                  <a:pt x="4517" y="4275"/>
                  <a:pt x="4581" y="4175"/>
                  <a:pt x="4640" y="4074"/>
                </a:cubicBezTo>
                <a:cubicBezTo>
                  <a:pt x="4985" y="3483"/>
                  <a:pt x="5160" y="2871"/>
                  <a:pt x="5160" y="2255"/>
                </a:cubicBezTo>
                <a:cubicBezTo>
                  <a:pt x="5160" y="1012"/>
                  <a:pt x="4149" y="0"/>
                  <a:pt x="2905" y="0"/>
                </a:cubicBezTo>
                <a:cubicBezTo>
                  <a:pt x="1662" y="0"/>
                  <a:pt x="650" y="1012"/>
                  <a:pt x="650" y="2255"/>
                </a:cubicBezTo>
                <a:cubicBezTo>
                  <a:pt x="650" y="2973"/>
                  <a:pt x="895" y="3696"/>
                  <a:pt x="1363" y="4373"/>
                </a:cubicBezTo>
                <a:cubicBezTo>
                  <a:pt x="501" y="4604"/>
                  <a:pt x="0" y="5014"/>
                  <a:pt x="0" y="5506"/>
                </a:cubicBezTo>
                <a:cubicBezTo>
                  <a:pt x="0" y="5903"/>
                  <a:pt x="333" y="6256"/>
                  <a:pt x="939" y="6498"/>
                </a:cubicBezTo>
                <a:cubicBezTo>
                  <a:pt x="1469" y="6710"/>
                  <a:pt x="2167" y="6827"/>
                  <a:pt x="2905" y="6827"/>
                </a:cubicBezTo>
                <a:cubicBezTo>
                  <a:pt x="3644" y="6827"/>
                  <a:pt x="4342" y="6710"/>
                  <a:pt x="4871" y="6498"/>
                </a:cubicBezTo>
                <a:cubicBezTo>
                  <a:pt x="5477" y="6256"/>
                  <a:pt x="5811" y="5903"/>
                  <a:pt x="5811" y="5506"/>
                </a:cubicBezTo>
                <a:cubicBezTo>
                  <a:pt x="5811" y="5014"/>
                  <a:pt x="5310" y="4604"/>
                  <a:pt x="4448" y="4374"/>
                </a:cubicBezTo>
                <a:close/>
                <a:moveTo>
                  <a:pt x="2905" y="1551"/>
                </a:moveTo>
                <a:cubicBezTo>
                  <a:pt x="3294" y="1551"/>
                  <a:pt x="3610" y="1866"/>
                  <a:pt x="3610" y="2255"/>
                </a:cubicBezTo>
                <a:cubicBezTo>
                  <a:pt x="3610" y="2644"/>
                  <a:pt x="3294" y="2960"/>
                  <a:pt x="2905" y="2960"/>
                </a:cubicBezTo>
                <a:cubicBezTo>
                  <a:pt x="2516" y="2960"/>
                  <a:pt x="2201" y="2644"/>
                  <a:pt x="2201" y="2255"/>
                </a:cubicBezTo>
                <a:cubicBezTo>
                  <a:pt x="2201" y="1866"/>
                  <a:pt x="2516" y="1551"/>
                  <a:pt x="2905" y="1551"/>
                </a:cubicBezTo>
                <a:close/>
                <a:moveTo>
                  <a:pt x="4675" y="6008"/>
                </a:moveTo>
                <a:cubicBezTo>
                  <a:pt x="4207" y="6195"/>
                  <a:pt x="3578" y="6298"/>
                  <a:pt x="2905" y="6298"/>
                </a:cubicBezTo>
                <a:cubicBezTo>
                  <a:pt x="2233" y="6298"/>
                  <a:pt x="1604" y="6195"/>
                  <a:pt x="1136" y="6008"/>
                </a:cubicBezTo>
                <a:cubicBezTo>
                  <a:pt x="766" y="5860"/>
                  <a:pt x="528" y="5663"/>
                  <a:pt x="528" y="5506"/>
                </a:cubicBezTo>
                <a:cubicBezTo>
                  <a:pt x="528" y="5295"/>
                  <a:pt x="944" y="4996"/>
                  <a:pt x="1719" y="4831"/>
                </a:cubicBezTo>
                <a:cubicBezTo>
                  <a:pt x="2232" y="5420"/>
                  <a:pt x="2739" y="5754"/>
                  <a:pt x="2761" y="5768"/>
                </a:cubicBezTo>
                <a:cubicBezTo>
                  <a:pt x="2805" y="5797"/>
                  <a:pt x="2855" y="5812"/>
                  <a:pt x="2905" y="5812"/>
                </a:cubicBezTo>
                <a:cubicBezTo>
                  <a:pt x="2956" y="5812"/>
                  <a:pt x="3006" y="5797"/>
                  <a:pt x="3050" y="5768"/>
                </a:cubicBezTo>
                <a:cubicBezTo>
                  <a:pt x="3061" y="5761"/>
                  <a:pt x="3327" y="5586"/>
                  <a:pt x="3666" y="5270"/>
                </a:cubicBezTo>
                <a:cubicBezTo>
                  <a:pt x="3819" y="5128"/>
                  <a:pt x="3961" y="4982"/>
                  <a:pt x="4092" y="4831"/>
                </a:cubicBezTo>
                <a:cubicBezTo>
                  <a:pt x="4866" y="4997"/>
                  <a:pt x="5283" y="5295"/>
                  <a:pt x="5283" y="5506"/>
                </a:cubicBezTo>
                <a:cubicBezTo>
                  <a:pt x="5283" y="5663"/>
                  <a:pt x="5044" y="5860"/>
                  <a:pt x="4675" y="6008"/>
                </a:cubicBezTo>
                <a:close/>
              </a:path>
            </a:pathLst>
          </a:custGeom>
          <a:solidFill>
            <a:srgbClr val="6BFAFD"/>
          </a:solidFill>
          <a:ln>
            <a:noFill/>
          </a:ln>
        </p:spPr>
        <p:txBody>
          <a:bodyPr wrap="square" lIns="91440" tIns="45720" rIns="91440" bIns="45720">
            <a:normAutofit fontScale="47500" lnSpcReduction="20000"/>
          </a:bodyPr>
          <a:lstStyle/>
          <a:p>
            <a:endParaRPr lang="zh-CN" altLang="en-US"/>
          </a:p>
        </p:txBody>
      </p:sp>
      <p:sp>
        <p:nvSpPr>
          <p:cNvPr id="27" name="iṣ1îdé">
            <a:extLst>
              <a:ext uri="{FF2B5EF4-FFF2-40B4-BE49-F238E27FC236}">
                <a16:creationId xmlns="" xmlns:p14="http://schemas.microsoft.com/office/powerpoint/2010/main" xmlns:p15="http://schemas.microsoft.com/office/powerpoint/2012/main" xmlns:a16="http://schemas.microsoft.com/office/drawing/2014/main" id="{3659099E-00E9-4BB7-B56F-68503B8337C0}"/>
              </a:ext>
            </a:extLst>
          </p:cNvPr>
          <p:cNvSpPr/>
          <p:nvPr/>
        </p:nvSpPr>
        <p:spPr bwMode="auto">
          <a:xfrm>
            <a:off x="3509145" y="2843165"/>
            <a:ext cx="224997" cy="211235"/>
          </a:xfrm>
          <a:custGeom>
            <a:avLst/>
            <a:gdLst>
              <a:gd name="T0" fmla="*/ 4448 w 5811"/>
              <a:gd name="T1" fmla="*/ 4374 h 6827"/>
              <a:gd name="T2" fmla="*/ 4640 w 5811"/>
              <a:gd name="T3" fmla="*/ 4074 h 6827"/>
              <a:gd name="T4" fmla="*/ 5160 w 5811"/>
              <a:gd name="T5" fmla="*/ 2255 h 6827"/>
              <a:gd name="T6" fmla="*/ 2905 w 5811"/>
              <a:gd name="T7" fmla="*/ 0 h 6827"/>
              <a:gd name="T8" fmla="*/ 650 w 5811"/>
              <a:gd name="T9" fmla="*/ 2255 h 6827"/>
              <a:gd name="T10" fmla="*/ 1363 w 5811"/>
              <a:gd name="T11" fmla="*/ 4373 h 6827"/>
              <a:gd name="T12" fmla="*/ 0 w 5811"/>
              <a:gd name="T13" fmla="*/ 5506 h 6827"/>
              <a:gd name="T14" fmla="*/ 939 w 5811"/>
              <a:gd name="T15" fmla="*/ 6498 h 6827"/>
              <a:gd name="T16" fmla="*/ 2905 w 5811"/>
              <a:gd name="T17" fmla="*/ 6827 h 6827"/>
              <a:gd name="T18" fmla="*/ 4871 w 5811"/>
              <a:gd name="T19" fmla="*/ 6498 h 6827"/>
              <a:gd name="T20" fmla="*/ 5811 w 5811"/>
              <a:gd name="T21" fmla="*/ 5506 h 6827"/>
              <a:gd name="T22" fmla="*/ 4448 w 5811"/>
              <a:gd name="T23" fmla="*/ 4374 h 6827"/>
              <a:gd name="T24" fmla="*/ 2905 w 5811"/>
              <a:gd name="T25" fmla="*/ 1551 h 6827"/>
              <a:gd name="T26" fmla="*/ 3610 w 5811"/>
              <a:gd name="T27" fmla="*/ 2255 h 6827"/>
              <a:gd name="T28" fmla="*/ 2905 w 5811"/>
              <a:gd name="T29" fmla="*/ 2960 h 6827"/>
              <a:gd name="T30" fmla="*/ 2201 w 5811"/>
              <a:gd name="T31" fmla="*/ 2255 h 6827"/>
              <a:gd name="T32" fmla="*/ 2905 w 5811"/>
              <a:gd name="T33" fmla="*/ 1551 h 6827"/>
              <a:gd name="T34" fmla="*/ 4675 w 5811"/>
              <a:gd name="T35" fmla="*/ 6008 h 6827"/>
              <a:gd name="T36" fmla="*/ 2905 w 5811"/>
              <a:gd name="T37" fmla="*/ 6298 h 6827"/>
              <a:gd name="T38" fmla="*/ 1136 w 5811"/>
              <a:gd name="T39" fmla="*/ 6008 h 6827"/>
              <a:gd name="T40" fmla="*/ 528 w 5811"/>
              <a:gd name="T41" fmla="*/ 5506 h 6827"/>
              <a:gd name="T42" fmla="*/ 1719 w 5811"/>
              <a:gd name="T43" fmla="*/ 4831 h 6827"/>
              <a:gd name="T44" fmla="*/ 2761 w 5811"/>
              <a:gd name="T45" fmla="*/ 5768 h 6827"/>
              <a:gd name="T46" fmla="*/ 2905 w 5811"/>
              <a:gd name="T47" fmla="*/ 5812 h 6827"/>
              <a:gd name="T48" fmla="*/ 3050 w 5811"/>
              <a:gd name="T49" fmla="*/ 5768 h 6827"/>
              <a:gd name="T50" fmla="*/ 3666 w 5811"/>
              <a:gd name="T51" fmla="*/ 5270 h 6827"/>
              <a:gd name="T52" fmla="*/ 4092 w 5811"/>
              <a:gd name="T53" fmla="*/ 4831 h 6827"/>
              <a:gd name="T54" fmla="*/ 5283 w 5811"/>
              <a:gd name="T55" fmla="*/ 5506 h 6827"/>
              <a:gd name="T56" fmla="*/ 4675 w 5811"/>
              <a:gd name="T57" fmla="*/ 600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811" h="6826">
                <a:moveTo>
                  <a:pt x="4448" y="4374"/>
                </a:moveTo>
                <a:cubicBezTo>
                  <a:pt x="4517" y="4275"/>
                  <a:pt x="4581" y="4175"/>
                  <a:pt x="4640" y="4074"/>
                </a:cubicBezTo>
                <a:cubicBezTo>
                  <a:pt x="4985" y="3483"/>
                  <a:pt x="5160" y="2871"/>
                  <a:pt x="5160" y="2255"/>
                </a:cubicBezTo>
                <a:cubicBezTo>
                  <a:pt x="5160" y="1012"/>
                  <a:pt x="4149" y="0"/>
                  <a:pt x="2905" y="0"/>
                </a:cubicBezTo>
                <a:cubicBezTo>
                  <a:pt x="1662" y="0"/>
                  <a:pt x="650" y="1012"/>
                  <a:pt x="650" y="2255"/>
                </a:cubicBezTo>
                <a:cubicBezTo>
                  <a:pt x="650" y="2973"/>
                  <a:pt x="895" y="3696"/>
                  <a:pt x="1363" y="4373"/>
                </a:cubicBezTo>
                <a:cubicBezTo>
                  <a:pt x="501" y="4604"/>
                  <a:pt x="0" y="5014"/>
                  <a:pt x="0" y="5506"/>
                </a:cubicBezTo>
                <a:cubicBezTo>
                  <a:pt x="0" y="5903"/>
                  <a:pt x="333" y="6256"/>
                  <a:pt x="939" y="6498"/>
                </a:cubicBezTo>
                <a:cubicBezTo>
                  <a:pt x="1469" y="6710"/>
                  <a:pt x="2167" y="6827"/>
                  <a:pt x="2905" y="6827"/>
                </a:cubicBezTo>
                <a:cubicBezTo>
                  <a:pt x="3644" y="6827"/>
                  <a:pt x="4342" y="6710"/>
                  <a:pt x="4871" y="6498"/>
                </a:cubicBezTo>
                <a:cubicBezTo>
                  <a:pt x="5477" y="6256"/>
                  <a:pt x="5811" y="5903"/>
                  <a:pt x="5811" y="5506"/>
                </a:cubicBezTo>
                <a:cubicBezTo>
                  <a:pt x="5811" y="5014"/>
                  <a:pt x="5310" y="4604"/>
                  <a:pt x="4448" y="4374"/>
                </a:cubicBezTo>
                <a:close/>
                <a:moveTo>
                  <a:pt x="2905" y="1551"/>
                </a:moveTo>
                <a:cubicBezTo>
                  <a:pt x="3294" y="1551"/>
                  <a:pt x="3610" y="1866"/>
                  <a:pt x="3610" y="2255"/>
                </a:cubicBezTo>
                <a:cubicBezTo>
                  <a:pt x="3610" y="2644"/>
                  <a:pt x="3294" y="2960"/>
                  <a:pt x="2905" y="2960"/>
                </a:cubicBezTo>
                <a:cubicBezTo>
                  <a:pt x="2516" y="2960"/>
                  <a:pt x="2201" y="2644"/>
                  <a:pt x="2201" y="2255"/>
                </a:cubicBezTo>
                <a:cubicBezTo>
                  <a:pt x="2201" y="1866"/>
                  <a:pt x="2516" y="1551"/>
                  <a:pt x="2905" y="1551"/>
                </a:cubicBezTo>
                <a:close/>
                <a:moveTo>
                  <a:pt x="4675" y="6008"/>
                </a:moveTo>
                <a:cubicBezTo>
                  <a:pt x="4207" y="6195"/>
                  <a:pt x="3578" y="6298"/>
                  <a:pt x="2905" y="6298"/>
                </a:cubicBezTo>
                <a:cubicBezTo>
                  <a:pt x="2233" y="6298"/>
                  <a:pt x="1604" y="6195"/>
                  <a:pt x="1136" y="6008"/>
                </a:cubicBezTo>
                <a:cubicBezTo>
                  <a:pt x="766" y="5860"/>
                  <a:pt x="528" y="5663"/>
                  <a:pt x="528" y="5506"/>
                </a:cubicBezTo>
                <a:cubicBezTo>
                  <a:pt x="528" y="5295"/>
                  <a:pt x="944" y="4996"/>
                  <a:pt x="1719" y="4831"/>
                </a:cubicBezTo>
                <a:cubicBezTo>
                  <a:pt x="2232" y="5420"/>
                  <a:pt x="2739" y="5754"/>
                  <a:pt x="2761" y="5768"/>
                </a:cubicBezTo>
                <a:cubicBezTo>
                  <a:pt x="2805" y="5797"/>
                  <a:pt x="2855" y="5812"/>
                  <a:pt x="2905" y="5812"/>
                </a:cubicBezTo>
                <a:cubicBezTo>
                  <a:pt x="2956" y="5812"/>
                  <a:pt x="3006" y="5797"/>
                  <a:pt x="3050" y="5768"/>
                </a:cubicBezTo>
                <a:cubicBezTo>
                  <a:pt x="3061" y="5761"/>
                  <a:pt x="3327" y="5586"/>
                  <a:pt x="3666" y="5270"/>
                </a:cubicBezTo>
                <a:cubicBezTo>
                  <a:pt x="3819" y="5128"/>
                  <a:pt x="3961" y="4982"/>
                  <a:pt x="4092" y="4831"/>
                </a:cubicBezTo>
                <a:cubicBezTo>
                  <a:pt x="4866" y="4997"/>
                  <a:pt x="5283" y="5295"/>
                  <a:pt x="5283" y="5506"/>
                </a:cubicBezTo>
                <a:cubicBezTo>
                  <a:pt x="5283" y="5663"/>
                  <a:pt x="5044" y="5860"/>
                  <a:pt x="4675" y="6008"/>
                </a:cubicBezTo>
                <a:close/>
              </a:path>
            </a:pathLst>
          </a:custGeom>
          <a:solidFill>
            <a:srgbClr val="6BFAFD"/>
          </a:solidFill>
          <a:ln>
            <a:noFill/>
          </a:ln>
        </p:spPr>
        <p:txBody>
          <a:bodyPr wrap="square" lIns="91440" tIns="45720" rIns="91440" bIns="45720">
            <a:normAutofit fontScale="47500" lnSpcReduction="20000"/>
          </a:bodyPr>
          <a:lstStyle/>
          <a:p>
            <a:endParaRPr lang="zh-CN" altLang="en-US"/>
          </a:p>
        </p:txBody>
      </p:sp>
      <p:sp>
        <p:nvSpPr>
          <p:cNvPr id="37" name="iSļíḑè">
            <a:extLst>
              <a:ext uri="{FF2B5EF4-FFF2-40B4-BE49-F238E27FC236}">
                <a16:creationId xmlns="" xmlns:p14="http://schemas.microsoft.com/office/powerpoint/2010/main" xmlns:p15="http://schemas.microsoft.com/office/powerpoint/2012/main" xmlns:a16="http://schemas.microsoft.com/office/drawing/2014/main" id="{C6FEAC9A-82F8-41DD-BA3B-9FC047655A41}"/>
              </a:ext>
            </a:extLst>
          </p:cNvPr>
          <p:cNvSpPr/>
          <p:nvPr/>
        </p:nvSpPr>
        <p:spPr>
          <a:xfrm>
            <a:off x="4971756" y="1279872"/>
            <a:ext cx="734332" cy="748621"/>
          </a:xfrm>
          <a:prstGeom prst="ellipse">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endParaRPr lang="zh-CN" altLang="en-US" b="1">
              <a:solidFill>
                <a:srgbClr val="03E2E7"/>
              </a:solidFill>
              <a:latin typeface="思源黑体 CN Heavy" panose="020B0A00000000000000" pitchFamily="34" charset="-122"/>
              <a:ea typeface="思源黑体 CN Heavy" panose="020B0A00000000000000" pitchFamily="34" charset="-122"/>
              <a:cs typeface="+mn-ea"/>
            </a:endParaRPr>
          </a:p>
        </p:txBody>
      </p:sp>
      <p:sp>
        <p:nvSpPr>
          <p:cNvPr id="38" name="íṧľîḑê">
            <a:extLst>
              <a:ext uri="{FF2B5EF4-FFF2-40B4-BE49-F238E27FC236}">
                <a16:creationId xmlns="" xmlns:p14="http://schemas.microsoft.com/office/powerpoint/2010/main" xmlns:p15="http://schemas.microsoft.com/office/powerpoint/2012/main" xmlns:a16="http://schemas.microsoft.com/office/drawing/2014/main" id="{0DF553EC-3522-435E-92ED-7C0E13BA2F85}"/>
              </a:ext>
            </a:extLst>
          </p:cNvPr>
          <p:cNvSpPr/>
          <p:nvPr/>
        </p:nvSpPr>
        <p:spPr>
          <a:xfrm>
            <a:off x="7441409" y="1298631"/>
            <a:ext cx="734332" cy="748621"/>
          </a:xfrm>
          <a:prstGeom prst="ellipse">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endParaRPr lang="zh-CN" altLang="en-US" b="1">
              <a:solidFill>
                <a:srgbClr val="03E2E7"/>
              </a:solidFill>
              <a:latin typeface="思源黑体 CN Heavy" panose="020B0A00000000000000" pitchFamily="34" charset="-122"/>
              <a:ea typeface="思源黑体 CN Heavy" panose="020B0A00000000000000" pitchFamily="34" charset="-122"/>
              <a:cs typeface="+mn-ea"/>
            </a:endParaRPr>
          </a:p>
        </p:txBody>
      </p:sp>
      <p:sp>
        <p:nvSpPr>
          <p:cNvPr id="39" name="í$ļîḋe">
            <a:extLst>
              <a:ext uri="{FF2B5EF4-FFF2-40B4-BE49-F238E27FC236}">
                <a16:creationId xmlns="" xmlns:p14="http://schemas.microsoft.com/office/powerpoint/2010/main" xmlns:p15="http://schemas.microsoft.com/office/powerpoint/2012/main" xmlns:a16="http://schemas.microsoft.com/office/drawing/2014/main" id="{DFE2611E-89DA-4206-AE2A-E9EA9E3A0292}"/>
              </a:ext>
            </a:extLst>
          </p:cNvPr>
          <p:cNvSpPr/>
          <p:nvPr/>
        </p:nvSpPr>
        <p:spPr>
          <a:xfrm>
            <a:off x="6210245" y="1298631"/>
            <a:ext cx="734332" cy="748621"/>
          </a:xfrm>
          <a:prstGeom prst="ellipse">
            <a:avLst/>
          </a:prstGeom>
          <a:gradFill flip="none" rotWithShape="1">
            <a:gsLst>
              <a:gs pos="100000">
                <a:srgbClr val="00FEFE">
                  <a:alpha val="35000"/>
                </a:srgbClr>
              </a:gs>
              <a:gs pos="0">
                <a:srgbClr val="23FEFE">
                  <a:alpha val="64000"/>
                </a:srgbClr>
              </a:gs>
              <a:gs pos="55000">
                <a:srgbClr val="6BFAFD">
                  <a:alpha val="0"/>
                </a:srgbClr>
              </a:gs>
            </a:gsLst>
            <a:path path="circle">
              <a:fillToRect l="50000" t="50000" r="50000" b="50000"/>
            </a:path>
          </a:gradFill>
          <a:ln>
            <a:noFill/>
          </a:ln>
        </p:spPr>
        <p:txBody>
          <a:bodyPr lIns="91440" tIns="45720" rIns="91440" bIns="4572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endParaRPr lang="zh-CN" altLang="en-US" b="1">
              <a:solidFill>
                <a:srgbClr val="03E2E7"/>
              </a:solidFill>
              <a:latin typeface="思源黑体 CN Heavy" panose="020B0A00000000000000" pitchFamily="34" charset="-122"/>
              <a:ea typeface="思源黑体 CN Heavy" panose="020B0A00000000000000" pitchFamily="34" charset="-122"/>
              <a:cs typeface="+mn-ea"/>
            </a:endParaRPr>
          </a:p>
        </p:txBody>
      </p:sp>
      <p:grpSp>
        <p:nvGrpSpPr>
          <p:cNvPr id="40" name="îṧḷïdè">
            <a:extLst>
              <a:ext uri="{FF2B5EF4-FFF2-40B4-BE49-F238E27FC236}">
                <a16:creationId xmlns="" xmlns:p14="http://schemas.microsoft.com/office/powerpoint/2010/main" xmlns:p15="http://schemas.microsoft.com/office/powerpoint/2012/main" xmlns:a16="http://schemas.microsoft.com/office/drawing/2014/main" id="{AD5F3525-F00B-421E-BC1E-39219670AB38}"/>
              </a:ext>
            </a:extLst>
          </p:cNvPr>
          <p:cNvGrpSpPr/>
          <p:nvPr/>
        </p:nvGrpSpPr>
        <p:grpSpPr>
          <a:xfrm>
            <a:off x="5875439" y="1588605"/>
            <a:ext cx="165454" cy="168674"/>
            <a:chOff x="3378940" y="5485094"/>
            <a:chExt cx="356253" cy="356253"/>
          </a:xfrm>
          <a:solidFill>
            <a:srgbClr val="00FEFE">
              <a:alpha val="32157"/>
            </a:srgbClr>
          </a:solidFill>
        </p:grpSpPr>
        <p:sp>
          <p:nvSpPr>
            <p:cNvPr id="46" name="îṥľîḓe">
              <a:extLst>
                <a:ext uri="{FF2B5EF4-FFF2-40B4-BE49-F238E27FC236}">
                  <a16:creationId xmlns="" xmlns:p14="http://schemas.microsoft.com/office/powerpoint/2010/main" xmlns:p15="http://schemas.microsoft.com/office/powerpoint/2012/main" xmlns:a16="http://schemas.microsoft.com/office/drawing/2014/main" id="{D41F0D00-0058-4D55-8D37-EB777EC707F6}"/>
                </a:ext>
              </a:extLst>
            </p:cNvPr>
            <p:cNvSpPr/>
            <p:nvPr/>
          </p:nvSpPr>
          <p:spPr>
            <a:xfrm>
              <a:off x="3378940" y="5485094"/>
              <a:ext cx="356253" cy="356253"/>
            </a:xfrm>
            <a:prstGeom prst="ellipse">
              <a:avLst/>
            </a:prstGeom>
            <a:grpFill/>
            <a:ln w="3175">
              <a:solidFill>
                <a:srgbClr val="6BFAFD"/>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p>
          </p:txBody>
        </p:sp>
        <p:sp>
          <p:nvSpPr>
            <p:cNvPr id="56" name="íšlïďê">
              <a:extLst>
                <a:ext uri="{FF2B5EF4-FFF2-40B4-BE49-F238E27FC236}">
                  <a16:creationId xmlns="" xmlns:p14="http://schemas.microsoft.com/office/powerpoint/2010/main" xmlns:p15="http://schemas.microsoft.com/office/powerpoint/2012/main" xmlns:a16="http://schemas.microsoft.com/office/drawing/2014/main" id="{3B91557F-1B9E-4460-9F59-2508187BADD4}"/>
                </a:ext>
              </a:extLst>
            </p:cNvPr>
            <p:cNvSpPr/>
            <p:nvPr/>
          </p:nvSpPr>
          <p:spPr>
            <a:xfrm>
              <a:off x="3464860" y="5539946"/>
              <a:ext cx="184412" cy="246548"/>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a:p>
          </p:txBody>
        </p:sp>
      </p:grpSp>
      <p:grpSp>
        <p:nvGrpSpPr>
          <p:cNvPr id="57" name="îṧļíďê">
            <a:extLst>
              <a:ext uri="{FF2B5EF4-FFF2-40B4-BE49-F238E27FC236}">
                <a16:creationId xmlns="" xmlns:p14="http://schemas.microsoft.com/office/powerpoint/2010/main" xmlns:p15="http://schemas.microsoft.com/office/powerpoint/2012/main" xmlns:a16="http://schemas.microsoft.com/office/drawing/2014/main" id="{8A23F6C2-076A-4914-84FB-4962D400D5A2}"/>
              </a:ext>
            </a:extLst>
          </p:cNvPr>
          <p:cNvGrpSpPr/>
          <p:nvPr/>
        </p:nvGrpSpPr>
        <p:grpSpPr>
          <a:xfrm>
            <a:off x="7110266" y="1588605"/>
            <a:ext cx="165454" cy="168674"/>
            <a:chOff x="3378940" y="5485094"/>
            <a:chExt cx="356253" cy="356253"/>
          </a:xfrm>
          <a:solidFill>
            <a:srgbClr val="00FEFE">
              <a:alpha val="32157"/>
            </a:srgbClr>
          </a:solidFill>
        </p:grpSpPr>
        <p:sp>
          <p:nvSpPr>
            <p:cNvPr id="58" name="i$ḻîďê">
              <a:extLst>
                <a:ext uri="{FF2B5EF4-FFF2-40B4-BE49-F238E27FC236}">
                  <a16:creationId xmlns="" xmlns:p14="http://schemas.microsoft.com/office/powerpoint/2010/main" xmlns:p15="http://schemas.microsoft.com/office/powerpoint/2012/main" xmlns:a16="http://schemas.microsoft.com/office/drawing/2014/main" id="{DEFAB146-C430-42E5-BEE2-6BEDEB970A8F}"/>
                </a:ext>
              </a:extLst>
            </p:cNvPr>
            <p:cNvSpPr/>
            <p:nvPr/>
          </p:nvSpPr>
          <p:spPr>
            <a:xfrm>
              <a:off x="3378940" y="5485094"/>
              <a:ext cx="356253" cy="356253"/>
            </a:xfrm>
            <a:prstGeom prst="ellipse">
              <a:avLst/>
            </a:prstGeom>
            <a:grpFill/>
            <a:ln w="3175">
              <a:solidFill>
                <a:srgbClr val="6BFAFD"/>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p>
          </p:txBody>
        </p:sp>
        <p:sp>
          <p:nvSpPr>
            <p:cNvPr id="59" name="iŝḷîḑe">
              <a:extLst>
                <a:ext uri="{FF2B5EF4-FFF2-40B4-BE49-F238E27FC236}">
                  <a16:creationId xmlns="" xmlns:p14="http://schemas.microsoft.com/office/powerpoint/2010/main" xmlns:p15="http://schemas.microsoft.com/office/powerpoint/2012/main" xmlns:a16="http://schemas.microsoft.com/office/drawing/2014/main" id="{F87E590B-D3DF-493A-9E42-9931A824F0DB}"/>
                </a:ext>
              </a:extLst>
            </p:cNvPr>
            <p:cNvSpPr/>
            <p:nvPr/>
          </p:nvSpPr>
          <p:spPr>
            <a:xfrm>
              <a:off x="3464860" y="5539946"/>
              <a:ext cx="184412" cy="246548"/>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a:p>
          </p:txBody>
        </p:sp>
      </p:grpSp>
      <p:sp>
        <p:nvSpPr>
          <p:cNvPr id="35" name="TextBox 13">
            <a:extLst>
              <a:ext uri="{FF2B5EF4-FFF2-40B4-BE49-F238E27FC236}">
                <a16:creationId xmlns="" xmlns:p14="http://schemas.microsoft.com/office/powerpoint/2010/main" xmlns:p15="http://schemas.microsoft.com/office/powerpoint/2012/main" xmlns:a16="http://schemas.microsoft.com/office/drawing/2014/main" id="{CF1C4230-A195-49DE-BD0E-AA1A4BF8AC3F}"/>
              </a:ext>
            </a:extLst>
          </p:cNvPr>
          <p:cNvSpPr txBox="1"/>
          <p:nvPr/>
        </p:nvSpPr>
        <p:spPr>
          <a:xfrm>
            <a:off x="432657" y="3226626"/>
            <a:ext cx="888158" cy="427746"/>
          </a:xfrm>
          <a:prstGeom prst="rect">
            <a:avLst/>
          </a:prstGeom>
          <a:noFill/>
        </p:spPr>
        <p:txBody>
          <a:bodyPr wrap="square" lIns="0" tIns="0" rIns="0" bIns="0" rtlCol="0" anchor="ctr" anchorCtr="0">
            <a:spAutoFit/>
          </a:bodyPr>
          <a:lstStyle/>
          <a:p>
            <a:pPr algn="ctr" defTabSz="1216817">
              <a:lnSpc>
                <a:spcPct val="120000"/>
              </a:lnSpc>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a:t>
            </a:r>
            <a:endParaRPr lang="en-US" altLang="zh-CN"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a:p>
            <a:pPr algn="ctr" defTabSz="1216817">
              <a:lnSpc>
                <a:spcPct val="120000"/>
              </a:lnSpc>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2" name="TextBox 13">
            <a:extLst>
              <a:ext uri="{FF2B5EF4-FFF2-40B4-BE49-F238E27FC236}">
                <a16:creationId xmlns="" xmlns:p14="http://schemas.microsoft.com/office/powerpoint/2010/main" xmlns:p15="http://schemas.microsoft.com/office/powerpoint/2012/main" xmlns:a16="http://schemas.microsoft.com/office/drawing/2014/main" id="{B16EED8C-C4FC-40E6-83BA-395A61B70AA2}"/>
              </a:ext>
            </a:extLst>
          </p:cNvPr>
          <p:cNvSpPr txBox="1"/>
          <p:nvPr/>
        </p:nvSpPr>
        <p:spPr>
          <a:xfrm>
            <a:off x="1741804" y="3226626"/>
            <a:ext cx="888158" cy="427746"/>
          </a:xfrm>
          <a:prstGeom prst="rect">
            <a:avLst/>
          </a:prstGeom>
          <a:noFill/>
        </p:spPr>
        <p:txBody>
          <a:bodyPr wrap="square" lIns="0" tIns="0" rIns="0" bIns="0" rtlCol="0" anchor="ctr" anchorCtr="0">
            <a:spAutoFit/>
          </a:bodyPr>
          <a:lstStyle/>
          <a:p>
            <a:pPr algn="ctr" defTabSz="1216817">
              <a:lnSpc>
                <a:spcPct val="120000"/>
              </a:lnSpc>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a:t>
            </a:r>
            <a:endParaRPr lang="en-US" altLang="zh-CN"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a:p>
            <a:pPr algn="ctr" defTabSz="1216817">
              <a:lnSpc>
                <a:spcPct val="120000"/>
              </a:lnSpc>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3" name="TextBox 13">
            <a:extLst>
              <a:ext uri="{FF2B5EF4-FFF2-40B4-BE49-F238E27FC236}">
                <a16:creationId xmlns="" xmlns:p14="http://schemas.microsoft.com/office/powerpoint/2010/main" xmlns:p15="http://schemas.microsoft.com/office/powerpoint/2012/main" xmlns:a16="http://schemas.microsoft.com/office/drawing/2014/main" id="{1CAF79A7-7A0C-4915-9435-0931754F344A}"/>
              </a:ext>
            </a:extLst>
          </p:cNvPr>
          <p:cNvSpPr txBox="1"/>
          <p:nvPr/>
        </p:nvSpPr>
        <p:spPr>
          <a:xfrm>
            <a:off x="3166806" y="3226626"/>
            <a:ext cx="888158" cy="427746"/>
          </a:xfrm>
          <a:prstGeom prst="rect">
            <a:avLst/>
          </a:prstGeom>
          <a:noFill/>
        </p:spPr>
        <p:txBody>
          <a:bodyPr wrap="square" lIns="0" tIns="0" rIns="0" bIns="0" rtlCol="0" anchor="ctr" anchorCtr="0">
            <a:spAutoFit/>
          </a:bodyPr>
          <a:lstStyle/>
          <a:p>
            <a:pPr algn="ctr" defTabSz="1216817">
              <a:lnSpc>
                <a:spcPct val="120000"/>
              </a:lnSpc>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a:t>
            </a:r>
            <a:endParaRPr lang="en-US" altLang="zh-CN"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a:p>
            <a:pPr algn="ctr" defTabSz="1216817">
              <a:lnSpc>
                <a:spcPct val="120000"/>
              </a:lnSpc>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4" name="TextBox 13">
            <a:extLst>
              <a:ext uri="{FF2B5EF4-FFF2-40B4-BE49-F238E27FC236}">
                <a16:creationId xmlns="" xmlns:p14="http://schemas.microsoft.com/office/powerpoint/2010/main" xmlns:p15="http://schemas.microsoft.com/office/powerpoint/2012/main" xmlns:a16="http://schemas.microsoft.com/office/drawing/2014/main" id="{86CCD2A0-9AF4-4B08-BE1A-6E6CC64A7CD1}"/>
              </a:ext>
            </a:extLst>
          </p:cNvPr>
          <p:cNvSpPr txBox="1"/>
          <p:nvPr/>
        </p:nvSpPr>
        <p:spPr>
          <a:xfrm>
            <a:off x="6045466" y="2262222"/>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5" name="TextBox 13">
            <a:extLst>
              <a:ext uri="{FF2B5EF4-FFF2-40B4-BE49-F238E27FC236}">
                <a16:creationId xmlns="" xmlns:p14="http://schemas.microsoft.com/office/powerpoint/2010/main" xmlns:p15="http://schemas.microsoft.com/office/powerpoint/2012/main" xmlns:a16="http://schemas.microsoft.com/office/drawing/2014/main" id="{20FBA041-69A8-4E4B-854D-927DD60EAE5C}"/>
              </a:ext>
            </a:extLst>
          </p:cNvPr>
          <p:cNvSpPr txBox="1"/>
          <p:nvPr/>
        </p:nvSpPr>
        <p:spPr>
          <a:xfrm>
            <a:off x="5077534" y="2462783"/>
            <a:ext cx="3031037" cy="275845"/>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47" name="TextBox 13">
            <a:extLst>
              <a:ext uri="{FF2B5EF4-FFF2-40B4-BE49-F238E27FC236}">
                <a16:creationId xmlns="" xmlns:p14="http://schemas.microsoft.com/office/powerpoint/2010/main" xmlns:p15="http://schemas.microsoft.com/office/powerpoint/2012/main" xmlns:a16="http://schemas.microsoft.com/office/drawing/2014/main" id="{7E4C4243-95B1-4EC1-82CF-997D3B98344B}"/>
              </a:ext>
            </a:extLst>
          </p:cNvPr>
          <p:cNvSpPr txBox="1"/>
          <p:nvPr/>
        </p:nvSpPr>
        <p:spPr>
          <a:xfrm>
            <a:off x="6045466" y="2958544"/>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8" name="TextBox 13">
            <a:extLst>
              <a:ext uri="{FF2B5EF4-FFF2-40B4-BE49-F238E27FC236}">
                <a16:creationId xmlns="" xmlns:p14="http://schemas.microsoft.com/office/powerpoint/2010/main" xmlns:p15="http://schemas.microsoft.com/office/powerpoint/2012/main" xmlns:a16="http://schemas.microsoft.com/office/drawing/2014/main" id="{552718B8-2C13-4EC9-B919-FE2BBAD97EFC}"/>
              </a:ext>
            </a:extLst>
          </p:cNvPr>
          <p:cNvSpPr txBox="1"/>
          <p:nvPr/>
        </p:nvSpPr>
        <p:spPr>
          <a:xfrm>
            <a:off x="5077534" y="3159105"/>
            <a:ext cx="3031037" cy="275845"/>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54" name="earth-with-americas_44996">
            <a:extLst>
              <a:ext uri="{FF2B5EF4-FFF2-40B4-BE49-F238E27FC236}">
                <a16:creationId xmlns="" xmlns:p14="http://schemas.microsoft.com/office/powerpoint/2010/main" xmlns:p15="http://schemas.microsoft.com/office/powerpoint/2012/main" xmlns:a16="http://schemas.microsoft.com/office/drawing/2014/main" id="{554B5D76-581E-4D1E-B3B5-B6B6398853AC}"/>
              </a:ext>
            </a:extLst>
          </p:cNvPr>
          <p:cNvSpPr>
            <a:spLocks noChangeAspect="1"/>
          </p:cNvSpPr>
          <p:nvPr/>
        </p:nvSpPr>
        <p:spPr bwMode="auto">
          <a:xfrm>
            <a:off x="725267" y="1932792"/>
            <a:ext cx="347270" cy="34680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cxnSp>
        <p:nvCxnSpPr>
          <p:cNvPr id="55" name="直接连接符 54">
            <a:extLst>
              <a:ext uri="{FF2B5EF4-FFF2-40B4-BE49-F238E27FC236}">
                <a16:creationId xmlns="" xmlns:p14="http://schemas.microsoft.com/office/powerpoint/2010/main" xmlns:p15="http://schemas.microsoft.com/office/powerpoint/2012/main" xmlns:a16="http://schemas.microsoft.com/office/drawing/2014/main" id="{0E8E9148-34BF-411D-8596-A7DFA803A7B2}"/>
              </a:ext>
            </a:extLst>
          </p:cNvPr>
          <p:cNvCxnSpPr/>
          <p:nvPr/>
        </p:nvCxnSpPr>
        <p:spPr>
          <a:xfrm flipH="1">
            <a:off x="1190160" y="1799483"/>
            <a:ext cx="768995" cy="271214"/>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64" name="earth-with-americas_44996">
            <a:extLst>
              <a:ext uri="{FF2B5EF4-FFF2-40B4-BE49-F238E27FC236}">
                <a16:creationId xmlns="" xmlns:p14="http://schemas.microsoft.com/office/powerpoint/2010/main" xmlns:p15="http://schemas.microsoft.com/office/powerpoint/2012/main" xmlns:a16="http://schemas.microsoft.com/office/drawing/2014/main" id="{107D2C38-3F6F-4F3E-958C-8D0BFE57E682}"/>
              </a:ext>
            </a:extLst>
          </p:cNvPr>
          <p:cNvSpPr>
            <a:spLocks noChangeAspect="1"/>
          </p:cNvSpPr>
          <p:nvPr/>
        </p:nvSpPr>
        <p:spPr bwMode="auto">
          <a:xfrm>
            <a:off x="2034574" y="1611292"/>
            <a:ext cx="347270" cy="34680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cxnSp>
        <p:nvCxnSpPr>
          <p:cNvPr id="65" name="直接连接符 64">
            <a:extLst>
              <a:ext uri="{FF2B5EF4-FFF2-40B4-BE49-F238E27FC236}">
                <a16:creationId xmlns="" xmlns:p14="http://schemas.microsoft.com/office/powerpoint/2010/main" xmlns:p15="http://schemas.microsoft.com/office/powerpoint/2012/main" xmlns:a16="http://schemas.microsoft.com/office/drawing/2014/main" id="{6C01F56F-C9F2-4D2F-A242-42413B0DDE43}"/>
              </a:ext>
            </a:extLst>
          </p:cNvPr>
          <p:cNvCxnSpPr/>
          <p:nvPr/>
        </p:nvCxnSpPr>
        <p:spPr>
          <a:xfrm flipH="1">
            <a:off x="2527604" y="1583156"/>
            <a:ext cx="747147" cy="137905"/>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66" name="earth-with-americas_44996">
            <a:extLst>
              <a:ext uri="{FF2B5EF4-FFF2-40B4-BE49-F238E27FC236}">
                <a16:creationId xmlns="" xmlns:p14="http://schemas.microsoft.com/office/powerpoint/2010/main" xmlns:p15="http://schemas.microsoft.com/office/powerpoint/2012/main" xmlns:a16="http://schemas.microsoft.com/office/drawing/2014/main" id="{5CD68960-0761-458F-A425-903E6DDAEABB}"/>
              </a:ext>
            </a:extLst>
          </p:cNvPr>
          <p:cNvSpPr>
            <a:spLocks noChangeAspect="1"/>
          </p:cNvSpPr>
          <p:nvPr/>
        </p:nvSpPr>
        <p:spPr bwMode="auto">
          <a:xfrm>
            <a:off x="3458171" y="1452676"/>
            <a:ext cx="347270" cy="346807"/>
          </a:xfrm>
          <a:custGeom>
            <a:avLst/>
            <a:gdLst>
              <a:gd name="T0" fmla="*/ 99 w 604"/>
              <a:gd name="T1" fmla="*/ 144 h 604"/>
              <a:gd name="T2" fmla="*/ 91 w 604"/>
              <a:gd name="T3" fmla="*/ 181 h 604"/>
              <a:gd name="T4" fmla="*/ 64 w 604"/>
              <a:gd name="T5" fmla="*/ 154 h 604"/>
              <a:gd name="T6" fmla="*/ 44 w 604"/>
              <a:gd name="T7" fmla="*/ 207 h 604"/>
              <a:gd name="T8" fmla="*/ 16 w 604"/>
              <a:gd name="T9" fmla="*/ 245 h 604"/>
              <a:gd name="T10" fmla="*/ 12 w 604"/>
              <a:gd name="T11" fmla="*/ 284 h 604"/>
              <a:gd name="T12" fmla="*/ 20 w 604"/>
              <a:gd name="T13" fmla="*/ 411 h 604"/>
              <a:gd name="T14" fmla="*/ 35 w 604"/>
              <a:gd name="T15" fmla="*/ 441 h 604"/>
              <a:gd name="T16" fmla="*/ 51 w 604"/>
              <a:gd name="T17" fmla="*/ 468 h 604"/>
              <a:gd name="T18" fmla="*/ 84 w 604"/>
              <a:gd name="T19" fmla="*/ 465 h 604"/>
              <a:gd name="T20" fmla="*/ 123 w 604"/>
              <a:gd name="T21" fmla="*/ 467 h 604"/>
              <a:gd name="T22" fmla="*/ 154 w 604"/>
              <a:gd name="T23" fmla="*/ 565 h 604"/>
              <a:gd name="T24" fmla="*/ 189 w 604"/>
              <a:gd name="T25" fmla="*/ 550 h 604"/>
              <a:gd name="T26" fmla="*/ 428 w 604"/>
              <a:gd name="T27" fmla="*/ 576 h 604"/>
              <a:gd name="T28" fmla="*/ 390 w 604"/>
              <a:gd name="T29" fmla="*/ 478 h 604"/>
              <a:gd name="T30" fmla="*/ 341 w 604"/>
              <a:gd name="T31" fmla="*/ 366 h 604"/>
              <a:gd name="T32" fmla="*/ 303 w 604"/>
              <a:gd name="T33" fmla="*/ 296 h 604"/>
              <a:gd name="T34" fmla="*/ 249 w 604"/>
              <a:gd name="T35" fmla="*/ 268 h 604"/>
              <a:gd name="T36" fmla="*/ 241 w 604"/>
              <a:gd name="T37" fmla="*/ 253 h 604"/>
              <a:gd name="T38" fmla="*/ 207 w 604"/>
              <a:gd name="T39" fmla="*/ 184 h 604"/>
              <a:gd name="T40" fmla="*/ 218 w 604"/>
              <a:gd name="T41" fmla="*/ 108 h 604"/>
              <a:gd name="T42" fmla="*/ 179 w 604"/>
              <a:gd name="T43" fmla="*/ 97 h 604"/>
              <a:gd name="T44" fmla="*/ 248 w 604"/>
              <a:gd name="T45" fmla="*/ 69 h 604"/>
              <a:gd name="T46" fmla="*/ 326 w 604"/>
              <a:gd name="T47" fmla="*/ 75 h 604"/>
              <a:gd name="T48" fmla="*/ 343 w 604"/>
              <a:gd name="T49" fmla="*/ 72 h 604"/>
              <a:gd name="T50" fmla="*/ 380 w 604"/>
              <a:gd name="T51" fmla="*/ 66 h 604"/>
              <a:gd name="T52" fmla="*/ 388 w 604"/>
              <a:gd name="T53" fmla="*/ 82 h 604"/>
              <a:gd name="T54" fmla="*/ 404 w 604"/>
              <a:gd name="T55" fmla="*/ 59 h 604"/>
              <a:gd name="T56" fmla="*/ 436 w 604"/>
              <a:gd name="T57" fmla="*/ 60 h 604"/>
              <a:gd name="T58" fmla="*/ 474 w 604"/>
              <a:gd name="T59" fmla="*/ 91 h 604"/>
              <a:gd name="T60" fmla="*/ 435 w 604"/>
              <a:gd name="T61" fmla="*/ 79 h 604"/>
              <a:gd name="T62" fmla="*/ 424 w 604"/>
              <a:gd name="T63" fmla="*/ 92 h 604"/>
              <a:gd name="T64" fmla="*/ 395 w 604"/>
              <a:gd name="T65" fmla="*/ 94 h 604"/>
              <a:gd name="T66" fmla="*/ 400 w 604"/>
              <a:gd name="T67" fmla="*/ 143 h 604"/>
              <a:gd name="T68" fmla="*/ 450 w 604"/>
              <a:gd name="T69" fmla="*/ 116 h 604"/>
              <a:gd name="T70" fmla="*/ 472 w 604"/>
              <a:gd name="T71" fmla="*/ 147 h 604"/>
              <a:gd name="T72" fmla="*/ 465 w 604"/>
              <a:gd name="T73" fmla="*/ 158 h 604"/>
              <a:gd name="T74" fmla="*/ 463 w 604"/>
              <a:gd name="T75" fmla="*/ 148 h 604"/>
              <a:gd name="T76" fmla="*/ 444 w 604"/>
              <a:gd name="T77" fmla="*/ 144 h 604"/>
              <a:gd name="T78" fmla="*/ 445 w 604"/>
              <a:gd name="T79" fmla="*/ 154 h 604"/>
              <a:gd name="T80" fmla="*/ 402 w 604"/>
              <a:gd name="T81" fmla="*/ 180 h 604"/>
              <a:gd name="T82" fmla="*/ 345 w 604"/>
              <a:gd name="T83" fmla="*/ 240 h 604"/>
              <a:gd name="T84" fmla="*/ 287 w 604"/>
              <a:gd name="T85" fmla="*/ 275 h 604"/>
              <a:gd name="T86" fmla="*/ 337 w 604"/>
              <a:gd name="T87" fmla="*/ 312 h 604"/>
              <a:gd name="T88" fmla="*/ 417 w 604"/>
              <a:gd name="T89" fmla="*/ 305 h 604"/>
              <a:gd name="T90" fmla="*/ 484 w 604"/>
              <a:gd name="T91" fmla="*/ 361 h 604"/>
              <a:gd name="T92" fmla="*/ 511 w 604"/>
              <a:gd name="T93" fmla="*/ 438 h 604"/>
              <a:gd name="T94" fmla="*/ 457 w 604"/>
              <a:gd name="T95" fmla="*/ 509 h 604"/>
              <a:gd name="T96" fmla="*/ 428 w 604"/>
              <a:gd name="T97" fmla="*/ 538 h 604"/>
              <a:gd name="T98" fmla="*/ 444 w 604"/>
              <a:gd name="T99" fmla="*/ 569 h 604"/>
              <a:gd name="T100" fmla="*/ 116 w 604"/>
              <a:gd name="T101" fmla="*/ 436 h 604"/>
              <a:gd name="T102" fmla="*/ 86 w 604"/>
              <a:gd name="T103" fmla="*/ 427 h 604"/>
              <a:gd name="T104" fmla="*/ 89 w 604"/>
              <a:gd name="T105" fmla="*/ 417 h 604"/>
              <a:gd name="T106" fmla="*/ 226 w 604"/>
              <a:gd name="T107" fmla="*/ 130 h 604"/>
              <a:gd name="T108" fmla="*/ 430 w 604"/>
              <a:gd name="T109" fmla="*/ 173 h 604"/>
              <a:gd name="T110" fmla="*/ 453 w 604"/>
              <a:gd name="T111" fmla="*/ 166 h 604"/>
              <a:gd name="T112" fmla="*/ 442 w 604"/>
              <a:gd name="T113" fmla="*/ 166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 h="604">
                <a:moveTo>
                  <a:pt x="302" y="0"/>
                </a:moveTo>
                <a:cubicBezTo>
                  <a:pt x="200" y="0"/>
                  <a:pt x="109" y="51"/>
                  <a:pt x="55" y="129"/>
                </a:cubicBezTo>
                <a:lnTo>
                  <a:pt x="96" y="131"/>
                </a:lnTo>
                <a:lnTo>
                  <a:pt x="127" y="144"/>
                </a:lnTo>
                <a:lnTo>
                  <a:pt x="122" y="148"/>
                </a:lnTo>
                <a:lnTo>
                  <a:pt x="99" y="144"/>
                </a:lnTo>
                <a:lnTo>
                  <a:pt x="99" y="149"/>
                </a:lnTo>
                <a:lnTo>
                  <a:pt x="108" y="154"/>
                </a:lnTo>
                <a:lnTo>
                  <a:pt x="97" y="157"/>
                </a:lnTo>
                <a:lnTo>
                  <a:pt x="97" y="163"/>
                </a:lnTo>
                <a:lnTo>
                  <a:pt x="74" y="165"/>
                </a:lnTo>
                <a:lnTo>
                  <a:pt x="91" y="181"/>
                </a:lnTo>
                <a:lnTo>
                  <a:pt x="94" y="194"/>
                </a:lnTo>
                <a:lnTo>
                  <a:pt x="86" y="198"/>
                </a:lnTo>
                <a:lnTo>
                  <a:pt x="62" y="178"/>
                </a:lnTo>
                <a:lnTo>
                  <a:pt x="62" y="169"/>
                </a:lnTo>
                <a:lnTo>
                  <a:pt x="68" y="160"/>
                </a:lnTo>
                <a:lnTo>
                  <a:pt x="64" y="154"/>
                </a:lnTo>
                <a:lnTo>
                  <a:pt x="37" y="172"/>
                </a:lnTo>
                <a:lnTo>
                  <a:pt x="30" y="171"/>
                </a:lnTo>
                <a:cubicBezTo>
                  <a:pt x="27" y="177"/>
                  <a:pt x="25" y="182"/>
                  <a:pt x="23" y="187"/>
                </a:cubicBezTo>
                <a:lnTo>
                  <a:pt x="35" y="189"/>
                </a:lnTo>
                <a:lnTo>
                  <a:pt x="47" y="203"/>
                </a:lnTo>
                <a:lnTo>
                  <a:pt x="44" y="207"/>
                </a:lnTo>
                <a:lnTo>
                  <a:pt x="35" y="197"/>
                </a:lnTo>
                <a:lnTo>
                  <a:pt x="31" y="202"/>
                </a:lnTo>
                <a:lnTo>
                  <a:pt x="38" y="212"/>
                </a:lnTo>
                <a:lnTo>
                  <a:pt x="36" y="230"/>
                </a:lnTo>
                <a:lnTo>
                  <a:pt x="17" y="230"/>
                </a:lnTo>
                <a:lnTo>
                  <a:pt x="16" y="245"/>
                </a:lnTo>
                <a:lnTo>
                  <a:pt x="32" y="255"/>
                </a:lnTo>
                <a:lnTo>
                  <a:pt x="38" y="263"/>
                </a:lnTo>
                <a:lnTo>
                  <a:pt x="29" y="265"/>
                </a:lnTo>
                <a:lnTo>
                  <a:pt x="5" y="246"/>
                </a:lnTo>
                <a:cubicBezTo>
                  <a:pt x="4" y="255"/>
                  <a:pt x="2" y="264"/>
                  <a:pt x="1" y="273"/>
                </a:cubicBezTo>
                <a:lnTo>
                  <a:pt x="12" y="284"/>
                </a:lnTo>
                <a:lnTo>
                  <a:pt x="13" y="301"/>
                </a:lnTo>
                <a:lnTo>
                  <a:pt x="2" y="310"/>
                </a:lnTo>
                <a:lnTo>
                  <a:pt x="0" y="311"/>
                </a:lnTo>
                <a:cubicBezTo>
                  <a:pt x="1" y="333"/>
                  <a:pt x="4" y="354"/>
                  <a:pt x="9" y="374"/>
                </a:cubicBezTo>
                <a:cubicBezTo>
                  <a:pt x="11" y="383"/>
                  <a:pt x="14" y="393"/>
                  <a:pt x="17" y="402"/>
                </a:cubicBezTo>
                <a:cubicBezTo>
                  <a:pt x="18" y="405"/>
                  <a:pt x="19" y="408"/>
                  <a:pt x="20" y="411"/>
                </a:cubicBezTo>
                <a:lnTo>
                  <a:pt x="33" y="407"/>
                </a:lnTo>
                <a:lnTo>
                  <a:pt x="33" y="430"/>
                </a:lnTo>
                <a:lnTo>
                  <a:pt x="29" y="431"/>
                </a:lnTo>
                <a:cubicBezTo>
                  <a:pt x="30" y="433"/>
                  <a:pt x="31" y="435"/>
                  <a:pt x="32" y="437"/>
                </a:cubicBezTo>
                <a:lnTo>
                  <a:pt x="36" y="437"/>
                </a:lnTo>
                <a:lnTo>
                  <a:pt x="35" y="441"/>
                </a:lnTo>
                <a:lnTo>
                  <a:pt x="34" y="440"/>
                </a:lnTo>
                <a:cubicBezTo>
                  <a:pt x="34" y="441"/>
                  <a:pt x="35" y="443"/>
                  <a:pt x="35" y="444"/>
                </a:cubicBezTo>
                <a:cubicBezTo>
                  <a:pt x="36" y="445"/>
                  <a:pt x="36" y="446"/>
                  <a:pt x="37" y="447"/>
                </a:cubicBezTo>
                <a:cubicBezTo>
                  <a:pt x="40" y="453"/>
                  <a:pt x="43" y="458"/>
                  <a:pt x="47" y="463"/>
                </a:cubicBezTo>
                <a:lnTo>
                  <a:pt x="51" y="463"/>
                </a:lnTo>
                <a:lnTo>
                  <a:pt x="51" y="468"/>
                </a:lnTo>
                <a:lnTo>
                  <a:pt x="56" y="468"/>
                </a:lnTo>
                <a:lnTo>
                  <a:pt x="68" y="451"/>
                </a:lnTo>
                <a:lnTo>
                  <a:pt x="85" y="451"/>
                </a:lnTo>
                <a:lnTo>
                  <a:pt x="99" y="460"/>
                </a:lnTo>
                <a:lnTo>
                  <a:pt x="92" y="466"/>
                </a:lnTo>
                <a:lnTo>
                  <a:pt x="84" y="465"/>
                </a:lnTo>
                <a:lnTo>
                  <a:pt x="85" y="475"/>
                </a:lnTo>
                <a:lnTo>
                  <a:pt x="89" y="478"/>
                </a:lnTo>
                <a:lnTo>
                  <a:pt x="104" y="479"/>
                </a:lnTo>
                <a:lnTo>
                  <a:pt x="107" y="452"/>
                </a:lnTo>
                <a:lnTo>
                  <a:pt x="115" y="453"/>
                </a:lnTo>
                <a:lnTo>
                  <a:pt x="123" y="467"/>
                </a:lnTo>
                <a:lnTo>
                  <a:pt x="124" y="489"/>
                </a:lnTo>
                <a:lnTo>
                  <a:pt x="137" y="500"/>
                </a:lnTo>
                <a:lnTo>
                  <a:pt x="141" y="514"/>
                </a:lnTo>
                <a:lnTo>
                  <a:pt x="132" y="534"/>
                </a:lnTo>
                <a:lnTo>
                  <a:pt x="121" y="544"/>
                </a:lnTo>
                <a:cubicBezTo>
                  <a:pt x="132" y="552"/>
                  <a:pt x="143" y="559"/>
                  <a:pt x="154" y="565"/>
                </a:cubicBezTo>
                <a:lnTo>
                  <a:pt x="164" y="564"/>
                </a:lnTo>
                <a:lnTo>
                  <a:pt x="172" y="558"/>
                </a:lnTo>
                <a:lnTo>
                  <a:pt x="173" y="539"/>
                </a:lnTo>
                <a:lnTo>
                  <a:pt x="183" y="539"/>
                </a:lnTo>
                <a:lnTo>
                  <a:pt x="183" y="551"/>
                </a:lnTo>
                <a:lnTo>
                  <a:pt x="189" y="550"/>
                </a:lnTo>
                <a:lnTo>
                  <a:pt x="192" y="556"/>
                </a:lnTo>
                <a:lnTo>
                  <a:pt x="182" y="562"/>
                </a:lnTo>
                <a:lnTo>
                  <a:pt x="173" y="566"/>
                </a:lnTo>
                <a:lnTo>
                  <a:pt x="165" y="571"/>
                </a:lnTo>
                <a:cubicBezTo>
                  <a:pt x="206" y="592"/>
                  <a:pt x="253" y="604"/>
                  <a:pt x="302" y="604"/>
                </a:cubicBezTo>
                <a:cubicBezTo>
                  <a:pt x="347" y="604"/>
                  <a:pt x="390" y="594"/>
                  <a:pt x="428" y="576"/>
                </a:cubicBezTo>
                <a:lnTo>
                  <a:pt x="413" y="563"/>
                </a:lnTo>
                <a:lnTo>
                  <a:pt x="400" y="540"/>
                </a:lnTo>
                <a:lnTo>
                  <a:pt x="402" y="517"/>
                </a:lnTo>
                <a:lnTo>
                  <a:pt x="391" y="503"/>
                </a:lnTo>
                <a:lnTo>
                  <a:pt x="396" y="480"/>
                </a:lnTo>
                <a:lnTo>
                  <a:pt x="390" y="478"/>
                </a:lnTo>
                <a:lnTo>
                  <a:pt x="390" y="428"/>
                </a:lnTo>
                <a:cubicBezTo>
                  <a:pt x="390" y="428"/>
                  <a:pt x="373" y="415"/>
                  <a:pt x="372" y="415"/>
                </a:cubicBezTo>
                <a:cubicBezTo>
                  <a:pt x="371" y="415"/>
                  <a:pt x="363" y="413"/>
                  <a:pt x="363" y="413"/>
                </a:cubicBezTo>
                <a:lnTo>
                  <a:pt x="361" y="404"/>
                </a:lnTo>
                <a:lnTo>
                  <a:pt x="339" y="376"/>
                </a:lnTo>
                <a:lnTo>
                  <a:pt x="341" y="366"/>
                </a:lnTo>
                <a:lnTo>
                  <a:pt x="342" y="350"/>
                </a:lnTo>
                <a:lnTo>
                  <a:pt x="357" y="339"/>
                </a:lnTo>
                <a:lnTo>
                  <a:pt x="355" y="321"/>
                </a:lnTo>
                <a:lnTo>
                  <a:pt x="332" y="319"/>
                </a:lnTo>
                <a:lnTo>
                  <a:pt x="315" y="299"/>
                </a:lnTo>
                <a:lnTo>
                  <a:pt x="303" y="296"/>
                </a:lnTo>
                <a:lnTo>
                  <a:pt x="294" y="294"/>
                </a:lnTo>
                <a:lnTo>
                  <a:pt x="295" y="287"/>
                </a:lnTo>
                <a:lnTo>
                  <a:pt x="285" y="286"/>
                </a:lnTo>
                <a:lnTo>
                  <a:pt x="285" y="290"/>
                </a:lnTo>
                <a:lnTo>
                  <a:pt x="260" y="283"/>
                </a:lnTo>
                <a:lnTo>
                  <a:pt x="249" y="268"/>
                </a:lnTo>
                <a:lnTo>
                  <a:pt x="254" y="260"/>
                </a:lnTo>
                <a:lnTo>
                  <a:pt x="237" y="236"/>
                </a:lnTo>
                <a:lnTo>
                  <a:pt x="235" y="219"/>
                </a:lnTo>
                <a:lnTo>
                  <a:pt x="228" y="219"/>
                </a:lnTo>
                <a:lnTo>
                  <a:pt x="230" y="236"/>
                </a:lnTo>
                <a:lnTo>
                  <a:pt x="241" y="253"/>
                </a:lnTo>
                <a:lnTo>
                  <a:pt x="240" y="260"/>
                </a:lnTo>
                <a:lnTo>
                  <a:pt x="231" y="259"/>
                </a:lnTo>
                <a:lnTo>
                  <a:pt x="219" y="239"/>
                </a:lnTo>
                <a:lnTo>
                  <a:pt x="219" y="216"/>
                </a:lnTo>
                <a:lnTo>
                  <a:pt x="207" y="210"/>
                </a:lnTo>
                <a:lnTo>
                  <a:pt x="207" y="184"/>
                </a:lnTo>
                <a:lnTo>
                  <a:pt x="230" y="157"/>
                </a:lnTo>
                <a:lnTo>
                  <a:pt x="228" y="140"/>
                </a:lnTo>
                <a:lnTo>
                  <a:pt x="234" y="136"/>
                </a:lnTo>
                <a:lnTo>
                  <a:pt x="227" y="129"/>
                </a:lnTo>
                <a:lnTo>
                  <a:pt x="227" y="116"/>
                </a:lnTo>
                <a:lnTo>
                  <a:pt x="218" y="108"/>
                </a:lnTo>
                <a:lnTo>
                  <a:pt x="193" y="108"/>
                </a:lnTo>
                <a:lnTo>
                  <a:pt x="189" y="112"/>
                </a:lnTo>
                <a:lnTo>
                  <a:pt x="159" y="112"/>
                </a:lnTo>
                <a:lnTo>
                  <a:pt x="148" y="103"/>
                </a:lnTo>
                <a:lnTo>
                  <a:pt x="157" y="97"/>
                </a:lnTo>
                <a:lnTo>
                  <a:pt x="179" y="97"/>
                </a:lnTo>
                <a:lnTo>
                  <a:pt x="179" y="93"/>
                </a:lnTo>
                <a:lnTo>
                  <a:pt x="169" y="91"/>
                </a:lnTo>
                <a:lnTo>
                  <a:pt x="175" y="86"/>
                </a:lnTo>
                <a:lnTo>
                  <a:pt x="189" y="84"/>
                </a:lnTo>
                <a:lnTo>
                  <a:pt x="211" y="69"/>
                </a:lnTo>
                <a:lnTo>
                  <a:pt x="248" y="69"/>
                </a:lnTo>
                <a:lnTo>
                  <a:pt x="268" y="76"/>
                </a:lnTo>
                <a:lnTo>
                  <a:pt x="275" y="79"/>
                </a:lnTo>
                <a:lnTo>
                  <a:pt x="281" y="80"/>
                </a:lnTo>
                <a:lnTo>
                  <a:pt x="290" y="71"/>
                </a:lnTo>
                <a:lnTo>
                  <a:pt x="319" y="71"/>
                </a:lnTo>
                <a:lnTo>
                  <a:pt x="326" y="75"/>
                </a:lnTo>
                <a:lnTo>
                  <a:pt x="338" y="77"/>
                </a:lnTo>
                <a:lnTo>
                  <a:pt x="339" y="82"/>
                </a:lnTo>
                <a:lnTo>
                  <a:pt x="359" y="83"/>
                </a:lnTo>
                <a:lnTo>
                  <a:pt x="356" y="76"/>
                </a:lnTo>
                <a:lnTo>
                  <a:pt x="339" y="76"/>
                </a:lnTo>
                <a:lnTo>
                  <a:pt x="343" y="72"/>
                </a:lnTo>
                <a:lnTo>
                  <a:pt x="341" y="67"/>
                </a:lnTo>
                <a:lnTo>
                  <a:pt x="325" y="67"/>
                </a:lnTo>
                <a:lnTo>
                  <a:pt x="343" y="55"/>
                </a:lnTo>
                <a:lnTo>
                  <a:pt x="359" y="55"/>
                </a:lnTo>
                <a:lnTo>
                  <a:pt x="367" y="65"/>
                </a:lnTo>
                <a:lnTo>
                  <a:pt x="380" y="66"/>
                </a:lnTo>
                <a:lnTo>
                  <a:pt x="388" y="59"/>
                </a:lnTo>
                <a:lnTo>
                  <a:pt x="393" y="61"/>
                </a:lnTo>
                <a:lnTo>
                  <a:pt x="383" y="72"/>
                </a:lnTo>
                <a:cubicBezTo>
                  <a:pt x="383" y="72"/>
                  <a:pt x="368" y="72"/>
                  <a:pt x="369" y="72"/>
                </a:cubicBezTo>
                <a:cubicBezTo>
                  <a:pt x="369" y="72"/>
                  <a:pt x="370" y="82"/>
                  <a:pt x="370" y="82"/>
                </a:cubicBezTo>
                <a:lnTo>
                  <a:pt x="388" y="82"/>
                </a:lnTo>
                <a:lnTo>
                  <a:pt x="390" y="77"/>
                </a:lnTo>
                <a:lnTo>
                  <a:pt x="402" y="76"/>
                </a:lnTo>
                <a:lnTo>
                  <a:pt x="404" y="69"/>
                </a:lnTo>
                <a:lnTo>
                  <a:pt x="396" y="68"/>
                </a:lnTo>
                <a:lnTo>
                  <a:pt x="399" y="61"/>
                </a:lnTo>
                <a:lnTo>
                  <a:pt x="404" y="59"/>
                </a:lnTo>
                <a:lnTo>
                  <a:pt x="424" y="60"/>
                </a:lnTo>
                <a:lnTo>
                  <a:pt x="413" y="70"/>
                </a:lnTo>
                <a:lnTo>
                  <a:pt x="415" y="78"/>
                </a:lnTo>
                <a:lnTo>
                  <a:pt x="426" y="79"/>
                </a:lnTo>
                <a:lnTo>
                  <a:pt x="425" y="66"/>
                </a:lnTo>
                <a:lnTo>
                  <a:pt x="436" y="60"/>
                </a:lnTo>
                <a:lnTo>
                  <a:pt x="455" y="58"/>
                </a:lnTo>
                <a:lnTo>
                  <a:pt x="482" y="70"/>
                </a:lnTo>
                <a:lnTo>
                  <a:pt x="482" y="81"/>
                </a:lnTo>
                <a:lnTo>
                  <a:pt x="491" y="83"/>
                </a:lnTo>
                <a:lnTo>
                  <a:pt x="487" y="91"/>
                </a:lnTo>
                <a:lnTo>
                  <a:pt x="474" y="91"/>
                </a:lnTo>
                <a:lnTo>
                  <a:pt x="471" y="101"/>
                </a:lnTo>
                <a:lnTo>
                  <a:pt x="442" y="94"/>
                </a:lnTo>
                <a:lnTo>
                  <a:pt x="465" y="82"/>
                </a:lnTo>
                <a:lnTo>
                  <a:pt x="456" y="75"/>
                </a:lnTo>
                <a:lnTo>
                  <a:pt x="437" y="77"/>
                </a:lnTo>
                <a:lnTo>
                  <a:pt x="435" y="79"/>
                </a:lnTo>
                <a:lnTo>
                  <a:pt x="435" y="79"/>
                </a:lnTo>
                <a:lnTo>
                  <a:pt x="435" y="79"/>
                </a:lnTo>
                <a:lnTo>
                  <a:pt x="429" y="85"/>
                </a:lnTo>
                <a:lnTo>
                  <a:pt x="420" y="86"/>
                </a:lnTo>
                <a:lnTo>
                  <a:pt x="421" y="90"/>
                </a:lnTo>
                <a:lnTo>
                  <a:pt x="424" y="92"/>
                </a:lnTo>
                <a:lnTo>
                  <a:pt x="424" y="93"/>
                </a:lnTo>
                <a:lnTo>
                  <a:pt x="417" y="94"/>
                </a:lnTo>
                <a:lnTo>
                  <a:pt x="416" y="99"/>
                </a:lnTo>
                <a:lnTo>
                  <a:pt x="409" y="99"/>
                </a:lnTo>
                <a:lnTo>
                  <a:pt x="408" y="90"/>
                </a:lnTo>
                <a:lnTo>
                  <a:pt x="395" y="94"/>
                </a:lnTo>
                <a:lnTo>
                  <a:pt x="369" y="110"/>
                </a:lnTo>
                <a:lnTo>
                  <a:pt x="372" y="120"/>
                </a:lnTo>
                <a:lnTo>
                  <a:pt x="379" y="125"/>
                </a:lnTo>
                <a:lnTo>
                  <a:pt x="394" y="127"/>
                </a:lnTo>
                <a:lnTo>
                  <a:pt x="394" y="144"/>
                </a:lnTo>
                <a:lnTo>
                  <a:pt x="400" y="143"/>
                </a:lnTo>
                <a:lnTo>
                  <a:pt x="407" y="130"/>
                </a:lnTo>
                <a:lnTo>
                  <a:pt x="422" y="125"/>
                </a:lnTo>
                <a:lnTo>
                  <a:pt x="422" y="105"/>
                </a:lnTo>
                <a:lnTo>
                  <a:pt x="431" y="98"/>
                </a:lnTo>
                <a:lnTo>
                  <a:pt x="452" y="103"/>
                </a:lnTo>
                <a:lnTo>
                  <a:pt x="450" y="116"/>
                </a:lnTo>
                <a:lnTo>
                  <a:pt x="456" y="116"/>
                </a:lnTo>
                <a:lnTo>
                  <a:pt x="471" y="109"/>
                </a:lnTo>
                <a:lnTo>
                  <a:pt x="472" y="126"/>
                </a:lnTo>
                <a:lnTo>
                  <a:pt x="483" y="133"/>
                </a:lnTo>
                <a:lnTo>
                  <a:pt x="482" y="143"/>
                </a:lnTo>
                <a:lnTo>
                  <a:pt x="472" y="147"/>
                </a:lnTo>
                <a:lnTo>
                  <a:pt x="472" y="150"/>
                </a:lnTo>
                <a:lnTo>
                  <a:pt x="485" y="156"/>
                </a:lnTo>
                <a:lnTo>
                  <a:pt x="485" y="163"/>
                </a:lnTo>
                <a:lnTo>
                  <a:pt x="481" y="163"/>
                </a:lnTo>
                <a:cubicBezTo>
                  <a:pt x="481" y="163"/>
                  <a:pt x="481" y="163"/>
                  <a:pt x="481" y="163"/>
                </a:cubicBezTo>
                <a:lnTo>
                  <a:pt x="465" y="158"/>
                </a:lnTo>
                <a:lnTo>
                  <a:pt x="464" y="153"/>
                </a:lnTo>
                <a:lnTo>
                  <a:pt x="464" y="153"/>
                </a:lnTo>
                <a:lnTo>
                  <a:pt x="469" y="150"/>
                </a:lnTo>
                <a:lnTo>
                  <a:pt x="469" y="145"/>
                </a:lnTo>
                <a:lnTo>
                  <a:pt x="464" y="144"/>
                </a:lnTo>
                <a:lnTo>
                  <a:pt x="463" y="148"/>
                </a:lnTo>
                <a:lnTo>
                  <a:pt x="454" y="149"/>
                </a:lnTo>
                <a:lnTo>
                  <a:pt x="453" y="149"/>
                </a:lnTo>
                <a:lnTo>
                  <a:pt x="453" y="150"/>
                </a:lnTo>
                <a:lnTo>
                  <a:pt x="450" y="150"/>
                </a:lnTo>
                <a:lnTo>
                  <a:pt x="447" y="145"/>
                </a:lnTo>
                <a:lnTo>
                  <a:pt x="444" y="144"/>
                </a:lnTo>
                <a:lnTo>
                  <a:pt x="438" y="144"/>
                </a:lnTo>
                <a:lnTo>
                  <a:pt x="435" y="146"/>
                </a:lnTo>
                <a:lnTo>
                  <a:pt x="435" y="151"/>
                </a:lnTo>
                <a:lnTo>
                  <a:pt x="441" y="153"/>
                </a:lnTo>
                <a:lnTo>
                  <a:pt x="446" y="154"/>
                </a:lnTo>
                <a:lnTo>
                  <a:pt x="445" y="154"/>
                </a:lnTo>
                <a:lnTo>
                  <a:pt x="440" y="160"/>
                </a:lnTo>
                <a:lnTo>
                  <a:pt x="438" y="157"/>
                </a:lnTo>
                <a:lnTo>
                  <a:pt x="433" y="156"/>
                </a:lnTo>
                <a:lnTo>
                  <a:pt x="420" y="168"/>
                </a:lnTo>
                <a:lnTo>
                  <a:pt x="422" y="169"/>
                </a:lnTo>
                <a:lnTo>
                  <a:pt x="402" y="180"/>
                </a:lnTo>
                <a:lnTo>
                  <a:pt x="384" y="199"/>
                </a:lnTo>
                <a:lnTo>
                  <a:pt x="383" y="207"/>
                </a:lnTo>
                <a:lnTo>
                  <a:pt x="365" y="219"/>
                </a:lnTo>
                <a:lnTo>
                  <a:pt x="356" y="228"/>
                </a:lnTo>
                <a:lnTo>
                  <a:pt x="357" y="246"/>
                </a:lnTo>
                <a:lnTo>
                  <a:pt x="345" y="240"/>
                </a:lnTo>
                <a:lnTo>
                  <a:pt x="345" y="230"/>
                </a:lnTo>
                <a:lnTo>
                  <a:pt x="310" y="230"/>
                </a:lnTo>
                <a:lnTo>
                  <a:pt x="293" y="239"/>
                </a:lnTo>
                <a:lnTo>
                  <a:pt x="285" y="253"/>
                </a:lnTo>
                <a:lnTo>
                  <a:pt x="282" y="264"/>
                </a:lnTo>
                <a:lnTo>
                  <a:pt x="287" y="275"/>
                </a:lnTo>
                <a:lnTo>
                  <a:pt x="301" y="277"/>
                </a:lnTo>
                <a:lnTo>
                  <a:pt x="323" y="262"/>
                </a:lnTo>
                <a:lnTo>
                  <a:pt x="325" y="270"/>
                </a:lnTo>
                <a:lnTo>
                  <a:pt x="318" y="282"/>
                </a:lnTo>
                <a:lnTo>
                  <a:pt x="335" y="285"/>
                </a:lnTo>
                <a:lnTo>
                  <a:pt x="337" y="312"/>
                </a:lnTo>
                <a:lnTo>
                  <a:pt x="360" y="316"/>
                </a:lnTo>
                <a:lnTo>
                  <a:pt x="375" y="298"/>
                </a:lnTo>
                <a:lnTo>
                  <a:pt x="393" y="302"/>
                </a:lnTo>
                <a:lnTo>
                  <a:pt x="400" y="311"/>
                </a:lnTo>
                <a:lnTo>
                  <a:pt x="417" y="310"/>
                </a:lnTo>
                <a:lnTo>
                  <a:pt x="417" y="305"/>
                </a:lnTo>
                <a:lnTo>
                  <a:pt x="427" y="309"/>
                </a:lnTo>
                <a:lnTo>
                  <a:pt x="437" y="326"/>
                </a:lnTo>
                <a:lnTo>
                  <a:pt x="456" y="326"/>
                </a:lnTo>
                <a:lnTo>
                  <a:pt x="463" y="338"/>
                </a:lnTo>
                <a:lnTo>
                  <a:pt x="464" y="353"/>
                </a:lnTo>
                <a:lnTo>
                  <a:pt x="484" y="361"/>
                </a:lnTo>
                <a:lnTo>
                  <a:pt x="510" y="361"/>
                </a:lnTo>
                <a:lnTo>
                  <a:pt x="517" y="373"/>
                </a:lnTo>
                <a:lnTo>
                  <a:pt x="529" y="377"/>
                </a:lnTo>
                <a:lnTo>
                  <a:pt x="527" y="387"/>
                </a:lnTo>
                <a:lnTo>
                  <a:pt x="514" y="403"/>
                </a:lnTo>
                <a:lnTo>
                  <a:pt x="511" y="438"/>
                </a:lnTo>
                <a:lnTo>
                  <a:pt x="499" y="447"/>
                </a:lnTo>
                <a:lnTo>
                  <a:pt x="482" y="447"/>
                </a:lnTo>
                <a:lnTo>
                  <a:pt x="477" y="457"/>
                </a:lnTo>
                <a:lnTo>
                  <a:pt x="481" y="475"/>
                </a:lnTo>
                <a:lnTo>
                  <a:pt x="463" y="498"/>
                </a:lnTo>
                <a:lnTo>
                  <a:pt x="457" y="509"/>
                </a:lnTo>
                <a:lnTo>
                  <a:pt x="440" y="517"/>
                </a:lnTo>
                <a:lnTo>
                  <a:pt x="428" y="519"/>
                </a:lnTo>
                <a:lnTo>
                  <a:pt x="428" y="524"/>
                </a:lnTo>
                <a:lnTo>
                  <a:pt x="436" y="526"/>
                </a:lnTo>
                <a:lnTo>
                  <a:pt x="435" y="531"/>
                </a:lnTo>
                <a:lnTo>
                  <a:pt x="428" y="538"/>
                </a:lnTo>
                <a:lnTo>
                  <a:pt x="432" y="544"/>
                </a:lnTo>
                <a:lnTo>
                  <a:pt x="441" y="544"/>
                </a:lnTo>
                <a:lnTo>
                  <a:pt x="440" y="551"/>
                </a:lnTo>
                <a:lnTo>
                  <a:pt x="438" y="557"/>
                </a:lnTo>
                <a:lnTo>
                  <a:pt x="437" y="563"/>
                </a:lnTo>
                <a:lnTo>
                  <a:pt x="444" y="569"/>
                </a:lnTo>
                <a:cubicBezTo>
                  <a:pt x="539" y="518"/>
                  <a:pt x="604" y="417"/>
                  <a:pt x="604" y="302"/>
                </a:cubicBezTo>
                <a:cubicBezTo>
                  <a:pt x="604" y="136"/>
                  <a:pt x="469" y="0"/>
                  <a:pt x="302" y="0"/>
                </a:cubicBezTo>
                <a:close/>
                <a:moveTo>
                  <a:pt x="137" y="449"/>
                </a:moveTo>
                <a:lnTo>
                  <a:pt x="124" y="449"/>
                </a:lnTo>
                <a:lnTo>
                  <a:pt x="124" y="435"/>
                </a:lnTo>
                <a:lnTo>
                  <a:pt x="116" y="436"/>
                </a:lnTo>
                <a:lnTo>
                  <a:pt x="109" y="443"/>
                </a:lnTo>
                <a:lnTo>
                  <a:pt x="90" y="445"/>
                </a:lnTo>
                <a:lnTo>
                  <a:pt x="90" y="436"/>
                </a:lnTo>
                <a:lnTo>
                  <a:pt x="95" y="436"/>
                </a:lnTo>
                <a:lnTo>
                  <a:pt x="95" y="431"/>
                </a:lnTo>
                <a:lnTo>
                  <a:pt x="86" y="427"/>
                </a:lnTo>
                <a:lnTo>
                  <a:pt x="70" y="424"/>
                </a:lnTo>
                <a:lnTo>
                  <a:pt x="63" y="415"/>
                </a:lnTo>
                <a:lnTo>
                  <a:pt x="74" y="404"/>
                </a:lnTo>
                <a:lnTo>
                  <a:pt x="82" y="409"/>
                </a:lnTo>
                <a:lnTo>
                  <a:pt x="81" y="417"/>
                </a:lnTo>
                <a:lnTo>
                  <a:pt x="89" y="417"/>
                </a:lnTo>
                <a:lnTo>
                  <a:pt x="98" y="412"/>
                </a:lnTo>
                <a:lnTo>
                  <a:pt x="129" y="427"/>
                </a:lnTo>
                <a:lnTo>
                  <a:pt x="130" y="443"/>
                </a:lnTo>
                <a:lnTo>
                  <a:pt x="137" y="443"/>
                </a:lnTo>
                <a:lnTo>
                  <a:pt x="137" y="449"/>
                </a:lnTo>
                <a:close/>
                <a:moveTo>
                  <a:pt x="226" y="130"/>
                </a:moveTo>
                <a:lnTo>
                  <a:pt x="225" y="138"/>
                </a:lnTo>
                <a:lnTo>
                  <a:pt x="220" y="138"/>
                </a:lnTo>
                <a:cubicBezTo>
                  <a:pt x="219" y="138"/>
                  <a:pt x="218" y="129"/>
                  <a:pt x="218" y="129"/>
                </a:cubicBezTo>
                <a:lnTo>
                  <a:pt x="226" y="130"/>
                </a:lnTo>
                <a:close/>
                <a:moveTo>
                  <a:pt x="436" y="173"/>
                </a:moveTo>
                <a:lnTo>
                  <a:pt x="430" y="173"/>
                </a:lnTo>
                <a:lnTo>
                  <a:pt x="430" y="169"/>
                </a:lnTo>
                <a:lnTo>
                  <a:pt x="433" y="166"/>
                </a:lnTo>
                <a:lnTo>
                  <a:pt x="437" y="169"/>
                </a:lnTo>
                <a:lnTo>
                  <a:pt x="436" y="173"/>
                </a:lnTo>
                <a:close/>
                <a:moveTo>
                  <a:pt x="457" y="165"/>
                </a:moveTo>
                <a:lnTo>
                  <a:pt x="453" y="166"/>
                </a:lnTo>
                <a:lnTo>
                  <a:pt x="452" y="170"/>
                </a:lnTo>
                <a:lnTo>
                  <a:pt x="449" y="172"/>
                </a:lnTo>
                <a:lnTo>
                  <a:pt x="444" y="172"/>
                </a:lnTo>
                <a:cubicBezTo>
                  <a:pt x="444" y="171"/>
                  <a:pt x="444" y="170"/>
                  <a:pt x="444" y="170"/>
                </a:cubicBezTo>
                <a:lnTo>
                  <a:pt x="442" y="170"/>
                </a:lnTo>
                <a:lnTo>
                  <a:pt x="442" y="166"/>
                </a:lnTo>
                <a:lnTo>
                  <a:pt x="450" y="166"/>
                </a:lnTo>
                <a:lnTo>
                  <a:pt x="452" y="161"/>
                </a:lnTo>
                <a:lnTo>
                  <a:pt x="455" y="161"/>
                </a:lnTo>
                <a:lnTo>
                  <a:pt x="459" y="162"/>
                </a:lnTo>
                <a:lnTo>
                  <a:pt x="457" y="165"/>
                </a:lnTo>
                <a:close/>
              </a:path>
            </a:pathLst>
          </a:custGeom>
          <a:solidFill>
            <a:srgbClr val="6BFAFD"/>
          </a:solidFill>
          <a:ln>
            <a:noFill/>
          </a:ln>
          <a:effectLst>
            <a:innerShdw blurRad="114300">
              <a:prstClr val="black"/>
            </a:innerShdw>
          </a:effectLst>
        </p:spPr>
        <p:txBody>
          <a:bodyPr/>
          <a:lstStyle/>
          <a:p>
            <a:endParaRPr/>
          </a:p>
        </p:txBody>
      </p:sp>
      <p:sp>
        <p:nvSpPr>
          <p:cNvPr id="16" name="矩形 15">
            <a:extLst>
              <a:ext uri="{FF2B5EF4-FFF2-40B4-BE49-F238E27FC236}">
                <a16:creationId xmlns="" xmlns:p14="http://schemas.microsoft.com/office/powerpoint/2010/main" xmlns:p15="http://schemas.microsoft.com/office/powerpoint/2012/main" xmlns:a16="http://schemas.microsoft.com/office/drawing/2014/main" id="{981A124E-6933-4B66-8391-11235296ADB8}"/>
              </a:ext>
            </a:extLst>
          </p:cNvPr>
          <p:cNvSpPr/>
          <p:nvPr/>
        </p:nvSpPr>
        <p:spPr>
          <a:xfrm>
            <a:off x="5025737" y="1486902"/>
            <a:ext cx="646331" cy="369332"/>
          </a:xfrm>
          <a:prstGeom prst="rect">
            <a:avLst/>
          </a:prstGeom>
        </p:spPr>
        <p:txBody>
          <a:bodyPr wrap="none">
            <a:spAutoFit/>
          </a:bodyPr>
          <a:lstStyle/>
          <a:p>
            <a:pPr lvl="0" algn="ctr">
              <a:spcBef>
                <a:spcPct val="0"/>
              </a:spcBef>
            </a:pPr>
            <a:r>
              <a:rPr lang="zh-CN" altLang="en-US"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sp>
        <p:nvSpPr>
          <p:cNvPr id="68" name="矩形 67">
            <a:extLst>
              <a:ext uri="{FF2B5EF4-FFF2-40B4-BE49-F238E27FC236}">
                <a16:creationId xmlns="" xmlns:p14="http://schemas.microsoft.com/office/powerpoint/2010/main" xmlns:p15="http://schemas.microsoft.com/office/powerpoint/2012/main" xmlns:a16="http://schemas.microsoft.com/office/drawing/2014/main" id="{656D6505-1652-4D4F-8059-1347569A5BE0}"/>
              </a:ext>
            </a:extLst>
          </p:cNvPr>
          <p:cNvSpPr/>
          <p:nvPr/>
        </p:nvSpPr>
        <p:spPr>
          <a:xfrm>
            <a:off x="6255818" y="1486902"/>
            <a:ext cx="646331" cy="369332"/>
          </a:xfrm>
          <a:prstGeom prst="rect">
            <a:avLst/>
          </a:prstGeom>
        </p:spPr>
        <p:txBody>
          <a:bodyPr wrap="none">
            <a:spAutoFit/>
          </a:bodyPr>
          <a:lstStyle/>
          <a:p>
            <a:pPr lvl="0" algn="ctr">
              <a:spcBef>
                <a:spcPct val="0"/>
              </a:spcBef>
            </a:pPr>
            <a:r>
              <a:rPr lang="zh-CN" altLang="en-US"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sp>
        <p:nvSpPr>
          <p:cNvPr id="69" name="矩形 68">
            <a:extLst>
              <a:ext uri="{FF2B5EF4-FFF2-40B4-BE49-F238E27FC236}">
                <a16:creationId xmlns="" xmlns:p14="http://schemas.microsoft.com/office/powerpoint/2010/main" xmlns:p15="http://schemas.microsoft.com/office/powerpoint/2012/main" xmlns:a16="http://schemas.microsoft.com/office/drawing/2014/main" id="{A6BC423A-0F40-476F-A5CE-EED32CA6805F}"/>
              </a:ext>
            </a:extLst>
          </p:cNvPr>
          <p:cNvSpPr/>
          <p:nvPr/>
        </p:nvSpPr>
        <p:spPr>
          <a:xfrm>
            <a:off x="7485409" y="1484415"/>
            <a:ext cx="646331" cy="369332"/>
          </a:xfrm>
          <a:prstGeom prst="rect">
            <a:avLst/>
          </a:prstGeom>
        </p:spPr>
        <p:txBody>
          <a:bodyPr wrap="none">
            <a:spAutoFit/>
          </a:bodyPr>
          <a:lstStyle/>
          <a:p>
            <a:pPr lvl="0" algn="ctr">
              <a:spcBef>
                <a:spcPct val="0"/>
              </a:spcBef>
            </a:pPr>
            <a:r>
              <a:rPr lang="zh-CN" altLang="en-US"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内容</a:t>
            </a:r>
          </a:p>
        </p:txBody>
      </p:sp>
    </p:spTree>
    <p:extLst>
      <p:ext uri="{BB962C8B-B14F-4D97-AF65-F5344CB8AC3E}">
        <p14:creationId xmlns:p14="http://schemas.microsoft.com/office/powerpoint/2010/main" val="8291991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0" fill="hold" grpId="1" nodeType="withEffec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par>
                                <p:cTn id="15" presetID="53" presetClass="entr" presetSubtype="0" fill="hold" grpId="2" nodeType="withEffec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par>
                                <p:cTn id="20" presetID="53" presetClass="entr" presetSubtype="0" fill="hold" grpId="3" nodeType="withEffec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par>
                                <p:cTn id="25" presetID="53" presetClass="entr" presetSubtype="0" fill="hold" grpId="4" nodeType="withEffec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0" fill="hold" grpId="5" nodeType="withEffec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53" presetClass="entr" presetSubtype="0" fill="hold" grpId="9" nodeType="withEffect">
                                  <p:childTnLst>
                                    <p:set>
                                      <p:cBhvr>
                                        <p:cTn id="36" dur="1" fill="hold">
                                          <p:stCondLst>
                                            <p:cond delay="0"/>
                                          </p:stCondLst>
                                        </p:cTn>
                                        <p:tgtEl>
                                          <p:spTgt spid="35"/>
                                        </p:tgtEl>
                                        <p:attrNameLst>
                                          <p:attrName>style.visibility</p:attrName>
                                        </p:attrNameLst>
                                      </p:cBhvr>
                                      <p:to>
                                        <p:strVal val="visible"/>
                                      </p:to>
                                    </p:set>
                                    <p:anim calcmode="lin" valueType="num">
                                      <p:cBhvr>
                                        <p:cTn id="37" dur="500" fill="hold"/>
                                        <p:tgtEl>
                                          <p:spTgt spid="35"/>
                                        </p:tgtEl>
                                        <p:attrNameLst>
                                          <p:attrName>ppt_w</p:attrName>
                                        </p:attrNameLst>
                                      </p:cBhvr>
                                      <p:tavLst>
                                        <p:tav tm="0">
                                          <p:val>
                                            <p:fltVal val="0"/>
                                          </p:val>
                                        </p:tav>
                                        <p:tav tm="100000">
                                          <p:val>
                                            <p:strVal val="#ppt_w"/>
                                          </p:val>
                                        </p:tav>
                                      </p:tavLst>
                                    </p:anim>
                                    <p:anim calcmode="lin" valueType="num">
                                      <p:cBhvr>
                                        <p:cTn id="38" dur="500" fill="hold"/>
                                        <p:tgtEl>
                                          <p:spTgt spid="35"/>
                                        </p:tgtEl>
                                        <p:attrNameLst>
                                          <p:attrName>ppt_h</p:attrName>
                                        </p:attrNameLst>
                                      </p:cBhvr>
                                      <p:tavLst>
                                        <p:tav tm="0">
                                          <p:val>
                                            <p:fltVal val="0"/>
                                          </p:val>
                                        </p:tav>
                                        <p:tav tm="100000">
                                          <p:val>
                                            <p:strVal val="#ppt_h"/>
                                          </p:val>
                                        </p:tav>
                                      </p:tavLst>
                                    </p:anim>
                                    <p:animEffect transition="in" filter="fade">
                                      <p:cBhvr>
                                        <p:cTn id="39" dur="500"/>
                                        <p:tgtEl>
                                          <p:spTgt spid="35"/>
                                        </p:tgtEl>
                                      </p:cBhvr>
                                    </p:animEffect>
                                  </p:childTnLst>
                                </p:cTn>
                              </p:par>
                              <p:par>
                                <p:cTn id="40" presetID="53" presetClass="entr" presetSubtype="0" fill="hold" grpId="10" nodeType="withEffect">
                                  <p:childTnLst>
                                    <p:set>
                                      <p:cBhvr>
                                        <p:cTn id="41" dur="1" fill="hold">
                                          <p:stCondLst>
                                            <p:cond delay="0"/>
                                          </p:stCondLst>
                                        </p:cTn>
                                        <p:tgtEl>
                                          <p:spTgt spid="42"/>
                                        </p:tgtEl>
                                        <p:attrNameLst>
                                          <p:attrName>style.visibility</p:attrName>
                                        </p:attrNameLst>
                                      </p:cBhvr>
                                      <p:to>
                                        <p:strVal val="visible"/>
                                      </p:to>
                                    </p:set>
                                    <p:anim calcmode="lin" valueType="num">
                                      <p:cBhvr>
                                        <p:cTn id="42" dur="500" fill="hold"/>
                                        <p:tgtEl>
                                          <p:spTgt spid="42"/>
                                        </p:tgtEl>
                                        <p:attrNameLst>
                                          <p:attrName>ppt_w</p:attrName>
                                        </p:attrNameLst>
                                      </p:cBhvr>
                                      <p:tavLst>
                                        <p:tav tm="0">
                                          <p:val>
                                            <p:fltVal val="0"/>
                                          </p:val>
                                        </p:tav>
                                        <p:tav tm="100000">
                                          <p:val>
                                            <p:strVal val="#ppt_w"/>
                                          </p:val>
                                        </p:tav>
                                      </p:tavLst>
                                    </p:anim>
                                    <p:anim calcmode="lin" valueType="num">
                                      <p:cBhvr>
                                        <p:cTn id="43" dur="500" fill="hold"/>
                                        <p:tgtEl>
                                          <p:spTgt spid="42"/>
                                        </p:tgtEl>
                                        <p:attrNameLst>
                                          <p:attrName>ppt_h</p:attrName>
                                        </p:attrNameLst>
                                      </p:cBhvr>
                                      <p:tavLst>
                                        <p:tav tm="0">
                                          <p:val>
                                            <p:fltVal val="0"/>
                                          </p:val>
                                        </p:tav>
                                        <p:tav tm="100000">
                                          <p:val>
                                            <p:strVal val="#ppt_h"/>
                                          </p:val>
                                        </p:tav>
                                      </p:tavLst>
                                    </p:anim>
                                    <p:animEffect transition="in" filter="fade">
                                      <p:cBhvr>
                                        <p:cTn id="44" dur="500"/>
                                        <p:tgtEl>
                                          <p:spTgt spid="42"/>
                                        </p:tgtEl>
                                      </p:cBhvr>
                                    </p:animEffect>
                                  </p:childTnLst>
                                </p:cTn>
                              </p:par>
                              <p:par>
                                <p:cTn id="45" presetID="53" presetClass="entr" presetSubtype="0" fill="hold" grpId="11" nodeType="withEffect">
                                  <p:childTnLst>
                                    <p:set>
                                      <p:cBhvr>
                                        <p:cTn id="46" dur="1" fill="hold">
                                          <p:stCondLst>
                                            <p:cond delay="0"/>
                                          </p:stCondLst>
                                        </p:cTn>
                                        <p:tgtEl>
                                          <p:spTgt spid="43"/>
                                        </p:tgtEl>
                                        <p:attrNameLst>
                                          <p:attrName>style.visibility</p:attrName>
                                        </p:attrNameLst>
                                      </p:cBhvr>
                                      <p:to>
                                        <p:strVal val="visible"/>
                                      </p:to>
                                    </p:set>
                                    <p:anim calcmode="lin" valueType="num">
                                      <p:cBhvr>
                                        <p:cTn id="47" dur="500" fill="hold"/>
                                        <p:tgtEl>
                                          <p:spTgt spid="43"/>
                                        </p:tgtEl>
                                        <p:attrNameLst>
                                          <p:attrName>ppt_w</p:attrName>
                                        </p:attrNameLst>
                                      </p:cBhvr>
                                      <p:tavLst>
                                        <p:tav tm="0">
                                          <p:val>
                                            <p:fltVal val="0"/>
                                          </p:val>
                                        </p:tav>
                                        <p:tav tm="100000">
                                          <p:val>
                                            <p:strVal val="#ppt_w"/>
                                          </p:val>
                                        </p:tav>
                                      </p:tavLst>
                                    </p:anim>
                                    <p:anim calcmode="lin" valueType="num">
                                      <p:cBhvr>
                                        <p:cTn id="48" dur="500" fill="hold"/>
                                        <p:tgtEl>
                                          <p:spTgt spid="43"/>
                                        </p:tgtEl>
                                        <p:attrNameLst>
                                          <p:attrName>ppt_h</p:attrName>
                                        </p:attrNameLst>
                                      </p:cBhvr>
                                      <p:tavLst>
                                        <p:tav tm="0">
                                          <p:val>
                                            <p:fltVal val="0"/>
                                          </p:val>
                                        </p:tav>
                                        <p:tav tm="100000">
                                          <p:val>
                                            <p:strVal val="#ppt_h"/>
                                          </p:val>
                                        </p:tav>
                                      </p:tavLst>
                                    </p:anim>
                                    <p:animEffect transition="in" filter="fade">
                                      <p:cBhvr>
                                        <p:cTn id="49" dur="500"/>
                                        <p:tgtEl>
                                          <p:spTgt spid="43"/>
                                        </p:tgtEl>
                                      </p:cBhvr>
                                    </p:animEffect>
                                  </p:childTnLst>
                                </p:cTn>
                              </p:par>
                              <p:par>
                                <p:cTn id="50" presetID="53" presetClass="entr" presetSubtype="0" fill="hold" nodeType="withEffect">
                                  <p:childTnLst>
                                    <p:set>
                                      <p:cBhvr>
                                        <p:cTn id="51" dur="1" fill="hold">
                                          <p:stCondLst>
                                            <p:cond delay="0"/>
                                          </p:stCondLst>
                                        </p:cTn>
                                        <p:tgtEl>
                                          <p:spTgt spid="54"/>
                                        </p:tgtEl>
                                        <p:attrNameLst>
                                          <p:attrName>style.visibility</p:attrName>
                                        </p:attrNameLst>
                                      </p:cBhvr>
                                      <p:to>
                                        <p:strVal val="visible"/>
                                      </p:to>
                                    </p:se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animEffect transition="in" filter="fade">
                                      <p:cBhvr>
                                        <p:cTn id="54" dur="500"/>
                                        <p:tgtEl>
                                          <p:spTgt spid="54"/>
                                        </p:tgtEl>
                                      </p:cBhvr>
                                    </p:animEffect>
                                  </p:childTnLst>
                                </p:cTn>
                              </p:par>
                              <p:par>
                                <p:cTn id="55" presetID="22" presetClass="entr" presetSubtype="8" fill="hold" nodeType="withEffect">
                                  <p:childTnLst>
                                    <p:set>
                                      <p:cBhvr>
                                        <p:cTn id="56" dur="1" fill="hold">
                                          <p:stCondLst>
                                            <p:cond delay="0"/>
                                          </p:stCondLst>
                                        </p:cTn>
                                        <p:tgtEl>
                                          <p:spTgt spid="55"/>
                                        </p:tgtEl>
                                        <p:attrNameLst>
                                          <p:attrName>style.visibility</p:attrName>
                                        </p:attrNameLst>
                                      </p:cBhvr>
                                      <p:to>
                                        <p:strVal val="visible"/>
                                      </p:to>
                                    </p:set>
                                    <p:animEffect transition="in" filter="wipe(left)">
                                      <p:cBhvr>
                                        <p:cTn id="57" dur="500"/>
                                        <p:tgtEl>
                                          <p:spTgt spid="55"/>
                                        </p:tgtEl>
                                      </p:cBhvr>
                                    </p:animEffect>
                                  </p:childTnLst>
                                </p:cTn>
                              </p:par>
                              <p:par>
                                <p:cTn id="58" presetID="53" presetClass="entr" presetSubtype="0" fill="hold" nodeType="withEffect">
                                  <p:childTnLst>
                                    <p:set>
                                      <p:cBhvr>
                                        <p:cTn id="59" dur="1" fill="hold">
                                          <p:stCondLst>
                                            <p:cond delay="0"/>
                                          </p:stCondLst>
                                        </p:cTn>
                                        <p:tgtEl>
                                          <p:spTgt spid="64"/>
                                        </p:tgtEl>
                                        <p:attrNameLst>
                                          <p:attrName>style.visibility</p:attrName>
                                        </p:attrNameLst>
                                      </p:cBhvr>
                                      <p:to>
                                        <p:strVal val="visible"/>
                                      </p:to>
                                    </p:set>
                                    <p:anim calcmode="lin" valueType="num">
                                      <p:cBhvr>
                                        <p:cTn id="60" dur="500" fill="hold"/>
                                        <p:tgtEl>
                                          <p:spTgt spid="64"/>
                                        </p:tgtEl>
                                        <p:attrNameLst>
                                          <p:attrName>ppt_w</p:attrName>
                                        </p:attrNameLst>
                                      </p:cBhvr>
                                      <p:tavLst>
                                        <p:tav tm="0">
                                          <p:val>
                                            <p:fltVal val="0"/>
                                          </p:val>
                                        </p:tav>
                                        <p:tav tm="100000">
                                          <p:val>
                                            <p:strVal val="#ppt_w"/>
                                          </p:val>
                                        </p:tav>
                                      </p:tavLst>
                                    </p:anim>
                                    <p:anim calcmode="lin" valueType="num">
                                      <p:cBhvr>
                                        <p:cTn id="61" dur="500" fill="hold"/>
                                        <p:tgtEl>
                                          <p:spTgt spid="64"/>
                                        </p:tgtEl>
                                        <p:attrNameLst>
                                          <p:attrName>ppt_h</p:attrName>
                                        </p:attrNameLst>
                                      </p:cBhvr>
                                      <p:tavLst>
                                        <p:tav tm="0">
                                          <p:val>
                                            <p:fltVal val="0"/>
                                          </p:val>
                                        </p:tav>
                                        <p:tav tm="100000">
                                          <p:val>
                                            <p:strVal val="#ppt_h"/>
                                          </p:val>
                                        </p:tav>
                                      </p:tavLst>
                                    </p:anim>
                                    <p:animEffect transition="in" filter="fade">
                                      <p:cBhvr>
                                        <p:cTn id="62" dur="500"/>
                                        <p:tgtEl>
                                          <p:spTgt spid="64"/>
                                        </p:tgtEl>
                                      </p:cBhvr>
                                    </p:animEffect>
                                  </p:childTnLst>
                                </p:cTn>
                              </p:par>
                              <p:par>
                                <p:cTn id="63" presetID="22" presetClass="entr" presetSubtype="8" fill="hold" nodeType="withEffect">
                                  <p:childTnLst>
                                    <p:set>
                                      <p:cBhvr>
                                        <p:cTn id="64" dur="1" fill="hold">
                                          <p:stCondLst>
                                            <p:cond delay="0"/>
                                          </p:stCondLst>
                                        </p:cTn>
                                        <p:tgtEl>
                                          <p:spTgt spid="65"/>
                                        </p:tgtEl>
                                        <p:attrNameLst>
                                          <p:attrName>style.visibility</p:attrName>
                                        </p:attrNameLst>
                                      </p:cBhvr>
                                      <p:to>
                                        <p:strVal val="visible"/>
                                      </p:to>
                                    </p:set>
                                    <p:animEffect transition="in" filter="wipe(left)">
                                      <p:cBhvr>
                                        <p:cTn id="65" dur="500"/>
                                        <p:tgtEl>
                                          <p:spTgt spid="65"/>
                                        </p:tgtEl>
                                      </p:cBhvr>
                                    </p:animEffect>
                                  </p:childTnLst>
                                </p:cTn>
                              </p:par>
                              <p:par>
                                <p:cTn id="66" presetID="53" presetClass="entr" presetSubtype="0" fill="hold" nodeType="withEffect">
                                  <p:childTnLst>
                                    <p:set>
                                      <p:cBhvr>
                                        <p:cTn id="67" dur="1" fill="hold">
                                          <p:stCondLst>
                                            <p:cond delay="0"/>
                                          </p:stCondLst>
                                        </p:cTn>
                                        <p:tgtEl>
                                          <p:spTgt spid="66"/>
                                        </p:tgtEl>
                                        <p:attrNameLst>
                                          <p:attrName>style.visibility</p:attrName>
                                        </p:attrNameLst>
                                      </p:cBhvr>
                                      <p:to>
                                        <p:strVal val="visible"/>
                                      </p:to>
                                    </p:set>
                                    <p:anim calcmode="lin" valueType="num">
                                      <p:cBhvr>
                                        <p:cTn id="68" dur="500" fill="hold"/>
                                        <p:tgtEl>
                                          <p:spTgt spid="66"/>
                                        </p:tgtEl>
                                        <p:attrNameLst>
                                          <p:attrName>ppt_w</p:attrName>
                                        </p:attrNameLst>
                                      </p:cBhvr>
                                      <p:tavLst>
                                        <p:tav tm="0">
                                          <p:val>
                                            <p:fltVal val="0"/>
                                          </p:val>
                                        </p:tav>
                                        <p:tav tm="100000">
                                          <p:val>
                                            <p:strVal val="#ppt_w"/>
                                          </p:val>
                                        </p:tav>
                                      </p:tavLst>
                                    </p:anim>
                                    <p:anim calcmode="lin" valueType="num">
                                      <p:cBhvr>
                                        <p:cTn id="69" dur="500" fill="hold"/>
                                        <p:tgtEl>
                                          <p:spTgt spid="66"/>
                                        </p:tgtEl>
                                        <p:attrNameLst>
                                          <p:attrName>ppt_h</p:attrName>
                                        </p:attrNameLst>
                                      </p:cBhvr>
                                      <p:tavLst>
                                        <p:tav tm="0">
                                          <p:val>
                                            <p:fltVal val="0"/>
                                          </p:val>
                                        </p:tav>
                                        <p:tav tm="100000">
                                          <p:val>
                                            <p:strVal val="#ppt_h"/>
                                          </p:val>
                                        </p:tav>
                                      </p:tavLst>
                                    </p:anim>
                                    <p:animEffect transition="in" filter="fade">
                                      <p:cBhvr>
                                        <p:cTn id="70" dur="500"/>
                                        <p:tgtEl>
                                          <p:spTgt spid="66"/>
                                        </p:tgtEl>
                                      </p:cBhvr>
                                    </p:animEffect>
                                  </p:childTnLst>
                                </p:cTn>
                              </p:par>
                            </p:childTnLst>
                          </p:cTn>
                        </p:par>
                      </p:childTnLst>
                    </p:cTn>
                  </p:par>
                  <p:par>
                    <p:cTn id="71" fill="hold" nodeType="clickPar">
                      <p:stCondLst>
                        <p:cond delay="indefinite"/>
                        <p:cond evt="onBegin" delay="0">
                          <p:tn val="70"/>
                        </p:cond>
                      </p:stCondLst>
                      <p:childTnLst>
                        <p:par>
                          <p:cTn id="72" fill="hold" nodeType="withGroup">
                            <p:stCondLst>
                              <p:cond delay="indefinite"/>
                            </p:stCondLst>
                          </p:cTn>
                        </p:par>
                        <p:par>
                          <p:cTn id="73" fill="hold" nodeType="afterGroup">
                            <p:stCondLst>
                              <p:cond delay="0"/>
                            </p:stCondLst>
                            <p:childTnLst>
                              <p:par>
                                <p:cTn id="74" presetID="42" presetClass="entr" presetSubtype="0" fill="hold" nodeType="clickEffect">
                                  <p:childTnLst>
                                    <p:set>
                                      <p:cBhvr>
                                        <p:cTn id="75" dur="1" fill="hold">
                                          <p:stCondLst>
                                            <p:cond delay="0"/>
                                          </p:stCondLst>
                                        </p:cTn>
                                        <p:tgtEl>
                                          <p:spTgt spid="36"/>
                                        </p:tgtEl>
                                        <p:attrNameLst>
                                          <p:attrName>style.visibility</p:attrName>
                                        </p:attrNameLst>
                                      </p:cBhvr>
                                      <p:to>
                                        <p:strVal val="visible"/>
                                      </p:to>
                                    </p:set>
                                    <p:animEffect transition="in" filter="fade">
                                      <p:cBhvr>
                                        <p:cTn id="76" dur="1000"/>
                                        <p:tgtEl>
                                          <p:spTgt spid="36"/>
                                        </p:tgtEl>
                                      </p:cBhvr>
                                    </p:animEffect>
                                    <p:anim calcmode="lin" valueType="num">
                                      <p:cBhvr>
                                        <p:cTn id="77" dur="1000" fill="hold"/>
                                        <p:tgtEl>
                                          <p:spTgt spid="36"/>
                                        </p:tgtEl>
                                        <p:attrNameLst>
                                          <p:attrName>ppt_x</p:attrName>
                                        </p:attrNameLst>
                                      </p:cBhvr>
                                      <p:tavLst>
                                        <p:tav tm="0">
                                          <p:val>
                                            <p:strVal val="#ppt_x"/>
                                          </p:val>
                                        </p:tav>
                                        <p:tav tm="100000">
                                          <p:val>
                                            <p:strVal val="#ppt_x"/>
                                          </p:val>
                                        </p:tav>
                                      </p:tavLst>
                                    </p:anim>
                                    <p:anim calcmode="lin" valueType="num">
                                      <p:cBhvr>
                                        <p:cTn id="78" dur="1000" fill="hold"/>
                                        <p:tgtEl>
                                          <p:spTgt spid="36"/>
                                        </p:tgtEl>
                                        <p:attrNameLst>
                                          <p:attrName>ppt_y</p:attrName>
                                        </p:attrNameLst>
                                      </p:cBhvr>
                                      <p:tavLst>
                                        <p:tav tm="0">
                                          <p:val>
                                            <p:strVal val="#ppt_y+.1"/>
                                          </p:val>
                                        </p:tav>
                                        <p:tav tm="100000">
                                          <p:val>
                                            <p:strVal val="#ppt_y"/>
                                          </p:val>
                                        </p:tav>
                                      </p:tavLst>
                                    </p:anim>
                                  </p:childTnLst>
                                </p:cTn>
                              </p:par>
                              <p:par>
                                <p:cTn id="79" presetID="42" presetClass="entr" presetSubtype="0" fill="hold" grpId="6" nodeType="withEffect">
                                  <p:childTnLst>
                                    <p:set>
                                      <p:cBhvr>
                                        <p:cTn id="80" dur="1" fill="hold">
                                          <p:stCondLst>
                                            <p:cond delay="0"/>
                                          </p:stCondLst>
                                        </p:cTn>
                                        <p:tgtEl>
                                          <p:spTgt spid="37"/>
                                        </p:tgtEl>
                                        <p:attrNameLst>
                                          <p:attrName>style.visibility</p:attrName>
                                        </p:attrNameLst>
                                      </p:cBhvr>
                                      <p:to>
                                        <p:strVal val="visible"/>
                                      </p:to>
                                    </p:set>
                                    <p:animEffect transition="in" filter="fade">
                                      <p:cBhvr>
                                        <p:cTn id="81" dur="1000"/>
                                        <p:tgtEl>
                                          <p:spTgt spid="37"/>
                                        </p:tgtEl>
                                      </p:cBhvr>
                                    </p:animEffect>
                                    <p:anim calcmode="lin" valueType="num">
                                      <p:cBhvr>
                                        <p:cTn id="82" dur="1000" fill="hold"/>
                                        <p:tgtEl>
                                          <p:spTgt spid="37"/>
                                        </p:tgtEl>
                                        <p:attrNameLst>
                                          <p:attrName>ppt_x</p:attrName>
                                        </p:attrNameLst>
                                      </p:cBhvr>
                                      <p:tavLst>
                                        <p:tav tm="0">
                                          <p:val>
                                            <p:strVal val="#ppt_x"/>
                                          </p:val>
                                        </p:tav>
                                        <p:tav tm="100000">
                                          <p:val>
                                            <p:strVal val="#ppt_x"/>
                                          </p:val>
                                        </p:tav>
                                      </p:tavLst>
                                    </p:anim>
                                    <p:anim calcmode="lin" valueType="num">
                                      <p:cBhvr>
                                        <p:cTn id="83" dur="1000" fill="hold"/>
                                        <p:tgtEl>
                                          <p:spTgt spid="37"/>
                                        </p:tgtEl>
                                        <p:attrNameLst>
                                          <p:attrName>ppt_y</p:attrName>
                                        </p:attrNameLst>
                                      </p:cBhvr>
                                      <p:tavLst>
                                        <p:tav tm="0">
                                          <p:val>
                                            <p:strVal val="#ppt_y+.1"/>
                                          </p:val>
                                        </p:tav>
                                        <p:tav tm="100000">
                                          <p:val>
                                            <p:strVal val="#ppt_y"/>
                                          </p:val>
                                        </p:tav>
                                      </p:tavLst>
                                    </p:anim>
                                  </p:childTnLst>
                                </p:cTn>
                              </p:par>
                              <p:par>
                                <p:cTn id="84" presetID="42" presetClass="entr" presetSubtype="0" fill="hold" grpId="7" nodeType="withEffect">
                                  <p:childTnLst>
                                    <p:set>
                                      <p:cBhvr>
                                        <p:cTn id="85" dur="1" fill="hold">
                                          <p:stCondLst>
                                            <p:cond delay="0"/>
                                          </p:stCondLst>
                                        </p:cTn>
                                        <p:tgtEl>
                                          <p:spTgt spid="38"/>
                                        </p:tgtEl>
                                        <p:attrNameLst>
                                          <p:attrName>style.visibility</p:attrName>
                                        </p:attrNameLst>
                                      </p:cBhvr>
                                      <p:to>
                                        <p:strVal val="visible"/>
                                      </p:to>
                                    </p:set>
                                    <p:animEffect transition="in" filter="fade">
                                      <p:cBhvr>
                                        <p:cTn id="86" dur="1000"/>
                                        <p:tgtEl>
                                          <p:spTgt spid="38"/>
                                        </p:tgtEl>
                                      </p:cBhvr>
                                    </p:animEffect>
                                    <p:anim calcmode="lin" valueType="num">
                                      <p:cBhvr>
                                        <p:cTn id="87" dur="1000" fill="hold"/>
                                        <p:tgtEl>
                                          <p:spTgt spid="38"/>
                                        </p:tgtEl>
                                        <p:attrNameLst>
                                          <p:attrName>ppt_x</p:attrName>
                                        </p:attrNameLst>
                                      </p:cBhvr>
                                      <p:tavLst>
                                        <p:tav tm="0">
                                          <p:val>
                                            <p:strVal val="#ppt_x"/>
                                          </p:val>
                                        </p:tav>
                                        <p:tav tm="100000">
                                          <p:val>
                                            <p:strVal val="#ppt_x"/>
                                          </p:val>
                                        </p:tav>
                                      </p:tavLst>
                                    </p:anim>
                                    <p:anim calcmode="lin" valueType="num">
                                      <p:cBhvr>
                                        <p:cTn id="88" dur="1000" fill="hold"/>
                                        <p:tgtEl>
                                          <p:spTgt spid="38"/>
                                        </p:tgtEl>
                                        <p:attrNameLst>
                                          <p:attrName>ppt_y</p:attrName>
                                        </p:attrNameLst>
                                      </p:cBhvr>
                                      <p:tavLst>
                                        <p:tav tm="0">
                                          <p:val>
                                            <p:strVal val="#ppt_y+.1"/>
                                          </p:val>
                                        </p:tav>
                                        <p:tav tm="100000">
                                          <p:val>
                                            <p:strVal val="#ppt_y"/>
                                          </p:val>
                                        </p:tav>
                                      </p:tavLst>
                                    </p:anim>
                                  </p:childTnLst>
                                </p:cTn>
                              </p:par>
                              <p:par>
                                <p:cTn id="89" presetID="42" presetClass="entr" presetSubtype="0" fill="hold" grpId="8" nodeType="withEffect">
                                  <p:childTnLst>
                                    <p:set>
                                      <p:cBhvr>
                                        <p:cTn id="90" dur="1" fill="hold">
                                          <p:stCondLst>
                                            <p:cond delay="0"/>
                                          </p:stCondLst>
                                        </p:cTn>
                                        <p:tgtEl>
                                          <p:spTgt spid="39"/>
                                        </p:tgtEl>
                                        <p:attrNameLst>
                                          <p:attrName>style.visibility</p:attrName>
                                        </p:attrNameLst>
                                      </p:cBhvr>
                                      <p:to>
                                        <p:strVal val="visible"/>
                                      </p:to>
                                    </p:set>
                                    <p:animEffect transition="in" filter="fade">
                                      <p:cBhvr>
                                        <p:cTn id="91" dur="1000"/>
                                        <p:tgtEl>
                                          <p:spTgt spid="39"/>
                                        </p:tgtEl>
                                      </p:cBhvr>
                                    </p:animEffect>
                                    <p:anim calcmode="lin" valueType="num">
                                      <p:cBhvr>
                                        <p:cTn id="92" dur="1000" fill="hold"/>
                                        <p:tgtEl>
                                          <p:spTgt spid="39"/>
                                        </p:tgtEl>
                                        <p:attrNameLst>
                                          <p:attrName>ppt_x</p:attrName>
                                        </p:attrNameLst>
                                      </p:cBhvr>
                                      <p:tavLst>
                                        <p:tav tm="0">
                                          <p:val>
                                            <p:strVal val="#ppt_x"/>
                                          </p:val>
                                        </p:tav>
                                        <p:tav tm="100000">
                                          <p:val>
                                            <p:strVal val="#ppt_x"/>
                                          </p:val>
                                        </p:tav>
                                      </p:tavLst>
                                    </p:anim>
                                    <p:anim calcmode="lin" valueType="num">
                                      <p:cBhvr>
                                        <p:cTn id="93" dur="1000" fill="hold"/>
                                        <p:tgtEl>
                                          <p:spTgt spid="39"/>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childTnLst>
                                    <p:set>
                                      <p:cBhvr>
                                        <p:cTn id="95" dur="1" fill="hold">
                                          <p:stCondLst>
                                            <p:cond delay="0"/>
                                          </p:stCondLst>
                                        </p:cTn>
                                        <p:tgtEl>
                                          <p:spTgt spid="40"/>
                                        </p:tgtEl>
                                        <p:attrNameLst>
                                          <p:attrName>style.visibility</p:attrName>
                                        </p:attrNameLst>
                                      </p:cBhvr>
                                      <p:to>
                                        <p:strVal val="visible"/>
                                      </p:to>
                                    </p:set>
                                    <p:animEffect transition="in" filter="fade">
                                      <p:cBhvr>
                                        <p:cTn id="96" dur="1000"/>
                                        <p:tgtEl>
                                          <p:spTgt spid="40"/>
                                        </p:tgtEl>
                                      </p:cBhvr>
                                    </p:animEffect>
                                    <p:anim calcmode="lin" valueType="num">
                                      <p:cBhvr>
                                        <p:cTn id="97" dur="1000" fill="hold"/>
                                        <p:tgtEl>
                                          <p:spTgt spid="40"/>
                                        </p:tgtEl>
                                        <p:attrNameLst>
                                          <p:attrName>ppt_x</p:attrName>
                                        </p:attrNameLst>
                                      </p:cBhvr>
                                      <p:tavLst>
                                        <p:tav tm="0">
                                          <p:val>
                                            <p:strVal val="#ppt_x"/>
                                          </p:val>
                                        </p:tav>
                                        <p:tav tm="100000">
                                          <p:val>
                                            <p:strVal val="#ppt_x"/>
                                          </p:val>
                                        </p:tav>
                                      </p:tavLst>
                                    </p:anim>
                                    <p:anim calcmode="lin" valueType="num">
                                      <p:cBhvr>
                                        <p:cTn id="98" dur="1000" fill="hold"/>
                                        <p:tgtEl>
                                          <p:spTgt spid="40"/>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childTnLst>
                                    <p:set>
                                      <p:cBhvr>
                                        <p:cTn id="100" dur="1" fill="hold">
                                          <p:stCondLst>
                                            <p:cond delay="0"/>
                                          </p:stCondLst>
                                        </p:cTn>
                                        <p:tgtEl>
                                          <p:spTgt spid="57"/>
                                        </p:tgtEl>
                                        <p:attrNameLst>
                                          <p:attrName>style.visibility</p:attrName>
                                        </p:attrNameLst>
                                      </p:cBhvr>
                                      <p:to>
                                        <p:strVal val="visible"/>
                                      </p:to>
                                    </p:set>
                                    <p:animEffect transition="in" filter="fade">
                                      <p:cBhvr>
                                        <p:cTn id="101" dur="1000"/>
                                        <p:tgtEl>
                                          <p:spTgt spid="57"/>
                                        </p:tgtEl>
                                      </p:cBhvr>
                                    </p:animEffect>
                                    <p:anim calcmode="lin" valueType="num">
                                      <p:cBhvr>
                                        <p:cTn id="102" dur="1000" fill="hold"/>
                                        <p:tgtEl>
                                          <p:spTgt spid="57"/>
                                        </p:tgtEl>
                                        <p:attrNameLst>
                                          <p:attrName>ppt_x</p:attrName>
                                        </p:attrNameLst>
                                      </p:cBhvr>
                                      <p:tavLst>
                                        <p:tav tm="0">
                                          <p:val>
                                            <p:strVal val="#ppt_x"/>
                                          </p:val>
                                        </p:tav>
                                        <p:tav tm="100000">
                                          <p:val>
                                            <p:strVal val="#ppt_x"/>
                                          </p:val>
                                        </p:tav>
                                      </p:tavLst>
                                    </p:anim>
                                    <p:anim calcmode="lin" valueType="num">
                                      <p:cBhvr>
                                        <p:cTn id="103" dur="1000" fill="hold"/>
                                        <p:tgtEl>
                                          <p:spTgt spid="57"/>
                                        </p:tgtEl>
                                        <p:attrNameLst>
                                          <p:attrName>ppt_y</p:attrName>
                                        </p:attrNameLst>
                                      </p:cBhvr>
                                      <p:tavLst>
                                        <p:tav tm="0">
                                          <p:val>
                                            <p:strVal val="#ppt_y+.1"/>
                                          </p:val>
                                        </p:tav>
                                        <p:tav tm="100000">
                                          <p:val>
                                            <p:strVal val="#ppt_y"/>
                                          </p:val>
                                        </p:tav>
                                      </p:tavLst>
                                    </p:anim>
                                  </p:childTnLst>
                                </p:cTn>
                              </p:par>
                              <p:par>
                                <p:cTn id="104" presetID="42" presetClass="entr" presetSubtype="0" fill="hold" grpId="12" nodeType="withEffect">
                                  <p:childTnLst>
                                    <p:set>
                                      <p:cBhvr>
                                        <p:cTn id="105" dur="1" fill="hold">
                                          <p:stCondLst>
                                            <p:cond delay="0"/>
                                          </p:stCondLst>
                                        </p:cTn>
                                        <p:tgtEl>
                                          <p:spTgt spid="44"/>
                                        </p:tgtEl>
                                        <p:attrNameLst>
                                          <p:attrName>style.visibility</p:attrName>
                                        </p:attrNameLst>
                                      </p:cBhvr>
                                      <p:to>
                                        <p:strVal val="visible"/>
                                      </p:to>
                                    </p:set>
                                    <p:animEffect transition="in" filter="fade">
                                      <p:cBhvr>
                                        <p:cTn id="106" dur="1000"/>
                                        <p:tgtEl>
                                          <p:spTgt spid="44"/>
                                        </p:tgtEl>
                                      </p:cBhvr>
                                    </p:animEffect>
                                    <p:anim calcmode="lin" valueType="num">
                                      <p:cBhvr>
                                        <p:cTn id="107" dur="1000" fill="hold"/>
                                        <p:tgtEl>
                                          <p:spTgt spid="44"/>
                                        </p:tgtEl>
                                        <p:attrNameLst>
                                          <p:attrName>ppt_x</p:attrName>
                                        </p:attrNameLst>
                                      </p:cBhvr>
                                      <p:tavLst>
                                        <p:tav tm="0">
                                          <p:val>
                                            <p:strVal val="#ppt_x"/>
                                          </p:val>
                                        </p:tav>
                                        <p:tav tm="100000">
                                          <p:val>
                                            <p:strVal val="#ppt_x"/>
                                          </p:val>
                                        </p:tav>
                                      </p:tavLst>
                                    </p:anim>
                                    <p:anim calcmode="lin" valueType="num">
                                      <p:cBhvr>
                                        <p:cTn id="108" dur="1000" fill="hold"/>
                                        <p:tgtEl>
                                          <p:spTgt spid="44"/>
                                        </p:tgtEl>
                                        <p:attrNameLst>
                                          <p:attrName>ppt_y</p:attrName>
                                        </p:attrNameLst>
                                      </p:cBhvr>
                                      <p:tavLst>
                                        <p:tav tm="0">
                                          <p:val>
                                            <p:strVal val="#ppt_y+.1"/>
                                          </p:val>
                                        </p:tav>
                                        <p:tav tm="100000">
                                          <p:val>
                                            <p:strVal val="#ppt_y"/>
                                          </p:val>
                                        </p:tav>
                                      </p:tavLst>
                                    </p:anim>
                                  </p:childTnLst>
                                </p:cTn>
                              </p:par>
                              <p:par>
                                <p:cTn id="109" presetID="42" presetClass="entr" presetSubtype="0" fill="hold" grpId="13" nodeType="withEffect">
                                  <p:childTnLst>
                                    <p:set>
                                      <p:cBhvr>
                                        <p:cTn id="110" dur="1" fill="hold">
                                          <p:stCondLst>
                                            <p:cond delay="0"/>
                                          </p:stCondLst>
                                        </p:cTn>
                                        <p:tgtEl>
                                          <p:spTgt spid="45"/>
                                        </p:tgtEl>
                                        <p:attrNameLst>
                                          <p:attrName>style.visibility</p:attrName>
                                        </p:attrNameLst>
                                      </p:cBhvr>
                                      <p:to>
                                        <p:strVal val="visible"/>
                                      </p:to>
                                    </p:set>
                                    <p:animEffect transition="in" filter="fade">
                                      <p:cBhvr>
                                        <p:cTn id="111" dur="1000"/>
                                        <p:tgtEl>
                                          <p:spTgt spid="45"/>
                                        </p:tgtEl>
                                      </p:cBhvr>
                                    </p:animEffect>
                                    <p:anim calcmode="lin" valueType="num">
                                      <p:cBhvr>
                                        <p:cTn id="112" dur="1000" fill="hold"/>
                                        <p:tgtEl>
                                          <p:spTgt spid="45"/>
                                        </p:tgtEl>
                                        <p:attrNameLst>
                                          <p:attrName>ppt_x</p:attrName>
                                        </p:attrNameLst>
                                      </p:cBhvr>
                                      <p:tavLst>
                                        <p:tav tm="0">
                                          <p:val>
                                            <p:strVal val="#ppt_x"/>
                                          </p:val>
                                        </p:tav>
                                        <p:tav tm="100000">
                                          <p:val>
                                            <p:strVal val="#ppt_x"/>
                                          </p:val>
                                        </p:tav>
                                      </p:tavLst>
                                    </p:anim>
                                    <p:anim calcmode="lin" valueType="num">
                                      <p:cBhvr>
                                        <p:cTn id="113" dur="1000" fill="hold"/>
                                        <p:tgtEl>
                                          <p:spTgt spid="45"/>
                                        </p:tgtEl>
                                        <p:attrNameLst>
                                          <p:attrName>ppt_y</p:attrName>
                                        </p:attrNameLst>
                                      </p:cBhvr>
                                      <p:tavLst>
                                        <p:tav tm="0">
                                          <p:val>
                                            <p:strVal val="#ppt_y+.1"/>
                                          </p:val>
                                        </p:tav>
                                        <p:tav tm="100000">
                                          <p:val>
                                            <p:strVal val="#ppt_y"/>
                                          </p:val>
                                        </p:tav>
                                      </p:tavLst>
                                    </p:anim>
                                  </p:childTnLst>
                                </p:cTn>
                              </p:par>
                              <p:par>
                                <p:cTn id="114" presetID="42" presetClass="entr" presetSubtype="0" fill="hold" grpId="14" nodeType="withEffect">
                                  <p:childTnLst>
                                    <p:set>
                                      <p:cBhvr>
                                        <p:cTn id="115" dur="1" fill="hold">
                                          <p:stCondLst>
                                            <p:cond delay="0"/>
                                          </p:stCondLst>
                                        </p:cTn>
                                        <p:tgtEl>
                                          <p:spTgt spid="47"/>
                                        </p:tgtEl>
                                        <p:attrNameLst>
                                          <p:attrName>style.visibility</p:attrName>
                                        </p:attrNameLst>
                                      </p:cBhvr>
                                      <p:to>
                                        <p:strVal val="visible"/>
                                      </p:to>
                                    </p:set>
                                    <p:animEffect transition="in" filter="fade">
                                      <p:cBhvr>
                                        <p:cTn id="116" dur="1000"/>
                                        <p:tgtEl>
                                          <p:spTgt spid="47"/>
                                        </p:tgtEl>
                                      </p:cBhvr>
                                    </p:animEffect>
                                    <p:anim calcmode="lin" valueType="num">
                                      <p:cBhvr>
                                        <p:cTn id="117" dur="1000" fill="hold"/>
                                        <p:tgtEl>
                                          <p:spTgt spid="47"/>
                                        </p:tgtEl>
                                        <p:attrNameLst>
                                          <p:attrName>ppt_x</p:attrName>
                                        </p:attrNameLst>
                                      </p:cBhvr>
                                      <p:tavLst>
                                        <p:tav tm="0">
                                          <p:val>
                                            <p:strVal val="#ppt_x"/>
                                          </p:val>
                                        </p:tav>
                                        <p:tav tm="100000">
                                          <p:val>
                                            <p:strVal val="#ppt_x"/>
                                          </p:val>
                                        </p:tav>
                                      </p:tavLst>
                                    </p:anim>
                                    <p:anim calcmode="lin" valueType="num">
                                      <p:cBhvr>
                                        <p:cTn id="118" dur="1000" fill="hold"/>
                                        <p:tgtEl>
                                          <p:spTgt spid="47"/>
                                        </p:tgtEl>
                                        <p:attrNameLst>
                                          <p:attrName>ppt_y</p:attrName>
                                        </p:attrNameLst>
                                      </p:cBhvr>
                                      <p:tavLst>
                                        <p:tav tm="0">
                                          <p:val>
                                            <p:strVal val="#ppt_y+.1"/>
                                          </p:val>
                                        </p:tav>
                                        <p:tav tm="100000">
                                          <p:val>
                                            <p:strVal val="#ppt_y"/>
                                          </p:val>
                                        </p:tav>
                                      </p:tavLst>
                                    </p:anim>
                                  </p:childTnLst>
                                </p:cTn>
                              </p:par>
                              <p:par>
                                <p:cTn id="119" presetID="42" presetClass="entr" presetSubtype="0" fill="hold" grpId="15" nodeType="withEffect">
                                  <p:childTnLst>
                                    <p:set>
                                      <p:cBhvr>
                                        <p:cTn id="120" dur="1" fill="hold">
                                          <p:stCondLst>
                                            <p:cond delay="0"/>
                                          </p:stCondLst>
                                        </p:cTn>
                                        <p:tgtEl>
                                          <p:spTgt spid="48"/>
                                        </p:tgtEl>
                                        <p:attrNameLst>
                                          <p:attrName>style.visibility</p:attrName>
                                        </p:attrNameLst>
                                      </p:cBhvr>
                                      <p:to>
                                        <p:strVal val="visible"/>
                                      </p:to>
                                    </p:set>
                                    <p:animEffect transition="in" filter="fade">
                                      <p:cBhvr>
                                        <p:cTn id="121" dur="1000"/>
                                        <p:tgtEl>
                                          <p:spTgt spid="48"/>
                                        </p:tgtEl>
                                      </p:cBhvr>
                                    </p:animEffect>
                                    <p:anim calcmode="lin" valueType="num">
                                      <p:cBhvr>
                                        <p:cTn id="122" dur="1000" fill="hold"/>
                                        <p:tgtEl>
                                          <p:spTgt spid="48"/>
                                        </p:tgtEl>
                                        <p:attrNameLst>
                                          <p:attrName>ppt_x</p:attrName>
                                        </p:attrNameLst>
                                      </p:cBhvr>
                                      <p:tavLst>
                                        <p:tav tm="0">
                                          <p:val>
                                            <p:strVal val="#ppt_x"/>
                                          </p:val>
                                        </p:tav>
                                        <p:tav tm="100000">
                                          <p:val>
                                            <p:strVal val="#ppt_x"/>
                                          </p:val>
                                        </p:tav>
                                      </p:tavLst>
                                    </p:anim>
                                    <p:anim calcmode="lin" valueType="num">
                                      <p:cBhvr>
                                        <p:cTn id="123" dur="1000" fill="hold"/>
                                        <p:tgtEl>
                                          <p:spTgt spid="48"/>
                                        </p:tgtEl>
                                        <p:attrNameLst>
                                          <p:attrName>ppt_y</p:attrName>
                                        </p:attrNameLst>
                                      </p:cBhvr>
                                      <p:tavLst>
                                        <p:tav tm="0">
                                          <p:val>
                                            <p:strVal val="#ppt_y+.1"/>
                                          </p:val>
                                        </p:tav>
                                        <p:tav tm="100000">
                                          <p:val>
                                            <p:strVal val="#ppt_y"/>
                                          </p:val>
                                        </p:tav>
                                      </p:tavLst>
                                    </p:anim>
                                  </p:childTnLst>
                                </p:cTn>
                              </p:par>
                              <p:par>
                                <p:cTn id="124" presetID="42" presetClass="entr" presetSubtype="0" fill="hold" grpId="16" nodeType="withEffect">
                                  <p:childTnLst>
                                    <p:set>
                                      <p:cBhvr>
                                        <p:cTn id="125" dur="1" fill="hold">
                                          <p:stCondLst>
                                            <p:cond delay="0"/>
                                          </p:stCondLst>
                                        </p:cTn>
                                        <p:tgtEl>
                                          <p:spTgt spid="16"/>
                                        </p:tgtEl>
                                        <p:attrNameLst>
                                          <p:attrName>style.visibility</p:attrName>
                                        </p:attrNameLst>
                                      </p:cBhvr>
                                      <p:to>
                                        <p:strVal val="visible"/>
                                      </p:to>
                                    </p:set>
                                    <p:animEffect transition="in" filter="fade">
                                      <p:cBhvr>
                                        <p:cTn id="126" dur="1000"/>
                                        <p:tgtEl>
                                          <p:spTgt spid="16"/>
                                        </p:tgtEl>
                                      </p:cBhvr>
                                    </p:animEffect>
                                    <p:anim calcmode="lin" valueType="num">
                                      <p:cBhvr>
                                        <p:cTn id="127" dur="1000" fill="hold"/>
                                        <p:tgtEl>
                                          <p:spTgt spid="16"/>
                                        </p:tgtEl>
                                        <p:attrNameLst>
                                          <p:attrName>ppt_x</p:attrName>
                                        </p:attrNameLst>
                                      </p:cBhvr>
                                      <p:tavLst>
                                        <p:tav tm="0">
                                          <p:val>
                                            <p:strVal val="#ppt_x"/>
                                          </p:val>
                                        </p:tav>
                                        <p:tav tm="100000">
                                          <p:val>
                                            <p:strVal val="#ppt_x"/>
                                          </p:val>
                                        </p:tav>
                                      </p:tavLst>
                                    </p:anim>
                                    <p:anim calcmode="lin" valueType="num">
                                      <p:cBhvr>
                                        <p:cTn id="128" dur="1000" fill="hold"/>
                                        <p:tgtEl>
                                          <p:spTgt spid="16"/>
                                        </p:tgtEl>
                                        <p:attrNameLst>
                                          <p:attrName>ppt_y</p:attrName>
                                        </p:attrNameLst>
                                      </p:cBhvr>
                                      <p:tavLst>
                                        <p:tav tm="0">
                                          <p:val>
                                            <p:strVal val="#ppt_y+.1"/>
                                          </p:val>
                                        </p:tav>
                                        <p:tav tm="100000">
                                          <p:val>
                                            <p:strVal val="#ppt_y"/>
                                          </p:val>
                                        </p:tav>
                                      </p:tavLst>
                                    </p:anim>
                                  </p:childTnLst>
                                </p:cTn>
                              </p:par>
                              <p:par>
                                <p:cTn id="129" presetID="42" presetClass="entr" presetSubtype="0" fill="hold" grpId="17" nodeType="withEffect">
                                  <p:childTnLst>
                                    <p:set>
                                      <p:cBhvr>
                                        <p:cTn id="130" dur="1" fill="hold">
                                          <p:stCondLst>
                                            <p:cond delay="0"/>
                                          </p:stCondLst>
                                        </p:cTn>
                                        <p:tgtEl>
                                          <p:spTgt spid="68"/>
                                        </p:tgtEl>
                                        <p:attrNameLst>
                                          <p:attrName>style.visibility</p:attrName>
                                        </p:attrNameLst>
                                      </p:cBhvr>
                                      <p:to>
                                        <p:strVal val="visible"/>
                                      </p:to>
                                    </p:set>
                                    <p:animEffect transition="in" filter="fade">
                                      <p:cBhvr>
                                        <p:cTn id="131" dur="1000"/>
                                        <p:tgtEl>
                                          <p:spTgt spid="68"/>
                                        </p:tgtEl>
                                      </p:cBhvr>
                                    </p:animEffect>
                                    <p:anim calcmode="lin" valueType="num">
                                      <p:cBhvr>
                                        <p:cTn id="132" dur="1000" fill="hold"/>
                                        <p:tgtEl>
                                          <p:spTgt spid="68"/>
                                        </p:tgtEl>
                                        <p:attrNameLst>
                                          <p:attrName>ppt_x</p:attrName>
                                        </p:attrNameLst>
                                      </p:cBhvr>
                                      <p:tavLst>
                                        <p:tav tm="0">
                                          <p:val>
                                            <p:strVal val="#ppt_x"/>
                                          </p:val>
                                        </p:tav>
                                        <p:tav tm="100000">
                                          <p:val>
                                            <p:strVal val="#ppt_x"/>
                                          </p:val>
                                        </p:tav>
                                      </p:tavLst>
                                    </p:anim>
                                    <p:anim calcmode="lin" valueType="num">
                                      <p:cBhvr>
                                        <p:cTn id="133" dur="1000" fill="hold"/>
                                        <p:tgtEl>
                                          <p:spTgt spid="68"/>
                                        </p:tgtEl>
                                        <p:attrNameLst>
                                          <p:attrName>ppt_y</p:attrName>
                                        </p:attrNameLst>
                                      </p:cBhvr>
                                      <p:tavLst>
                                        <p:tav tm="0">
                                          <p:val>
                                            <p:strVal val="#ppt_y+.1"/>
                                          </p:val>
                                        </p:tav>
                                        <p:tav tm="100000">
                                          <p:val>
                                            <p:strVal val="#ppt_y"/>
                                          </p:val>
                                        </p:tav>
                                      </p:tavLst>
                                    </p:anim>
                                  </p:childTnLst>
                                </p:cTn>
                              </p:par>
                              <p:par>
                                <p:cTn id="134" presetID="42" presetClass="entr" presetSubtype="0" fill="hold" grpId="18" nodeType="withEffect">
                                  <p:childTnLst>
                                    <p:set>
                                      <p:cBhvr>
                                        <p:cTn id="135" dur="1" fill="hold">
                                          <p:stCondLst>
                                            <p:cond delay="0"/>
                                          </p:stCondLst>
                                        </p:cTn>
                                        <p:tgtEl>
                                          <p:spTgt spid="69"/>
                                        </p:tgtEl>
                                        <p:attrNameLst>
                                          <p:attrName>style.visibility</p:attrName>
                                        </p:attrNameLst>
                                      </p:cBhvr>
                                      <p:to>
                                        <p:strVal val="visible"/>
                                      </p:to>
                                    </p:set>
                                    <p:animEffect transition="in" filter="fade">
                                      <p:cBhvr>
                                        <p:cTn id="136" dur="1000"/>
                                        <p:tgtEl>
                                          <p:spTgt spid="69"/>
                                        </p:tgtEl>
                                      </p:cBhvr>
                                    </p:animEffect>
                                    <p:anim calcmode="lin" valueType="num">
                                      <p:cBhvr>
                                        <p:cTn id="137" dur="1000" fill="hold"/>
                                        <p:tgtEl>
                                          <p:spTgt spid="69"/>
                                        </p:tgtEl>
                                        <p:attrNameLst>
                                          <p:attrName>ppt_x</p:attrName>
                                        </p:attrNameLst>
                                      </p:cBhvr>
                                      <p:tavLst>
                                        <p:tav tm="0">
                                          <p:val>
                                            <p:strVal val="#ppt_x"/>
                                          </p:val>
                                        </p:tav>
                                        <p:tav tm="100000">
                                          <p:val>
                                            <p:strVal val="#ppt_x"/>
                                          </p:val>
                                        </p:tav>
                                      </p:tavLst>
                                    </p:anim>
                                    <p:anim calcmode="lin" valueType="num">
                                      <p:cBhvr>
                                        <p:cTn id="138"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1" animBg="1"/>
      <p:bldP spid="24" grpId="2" animBg="1"/>
      <p:bldP spid="25" grpId="3" animBg="1"/>
      <p:bldP spid="26" grpId="4" animBg="1"/>
      <p:bldP spid="27" grpId="5" animBg="1"/>
      <p:bldP spid="37" grpId="6" animBg="1"/>
      <p:bldP spid="38" grpId="7" animBg="1"/>
      <p:bldP spid="39" grpId="8" animBg="1"/>
      <p:bldP spid="35" grpId="9"/>
      <p:bldP spid="42" grpId="10"/>
      <p:bldP spid="43" grpId="11"/>
      <p:bldP spid="44" grpId="12"/>
      <p:bldP spid="45" grpId="13"/>
      <p:bldP spid="47" grpId="14"/>
      <p:bldP spid="48" grpId="15"/>
      <p:bldP spid="16" grpId="16"/>
      <p:bldP spid="68" grpId="17"/>
      <p:bldP spid="69" grpId="18"/>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p14="http://schemas.microsoft.com/office/powerpoint/2010/main" xmlns:p15="http://schemas.microsoft.com/office/powerpoint/2012/main" xmlns:a16="http://schemas.microsoft.com/office/drawing/2014/main" id="{29E38136-BE8B-418A-BEA2-ECC4377B9F6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 xmlns:p14="http://schemas.microsoft.com/office/powerpoint/2010/main" xmlns:p15="http://schemas.microsoft.com/office/powerpoint/2012/main" xmlns:a16="http://schemas.microsoft.com/office/drawing/2014/main" id="{11280EA5-0B5A-4501-8A34-084C1A15701B}"/>
              </a:ext>
            </a:extLst>
          </p:cNvPr>
          <p:cNvSpPr>
            <a:spLocks noGrp="1"/>
          </p:cNvSpPr>
          <p:nvPr>
            <p:ph idx="1"/>
          </p:nvPr>
        </p:nvSpPr>
        <p:spPr/>
        <p:txBody>
          <a:bodyPr/>
          <a:lstStyle/>
          <a:p>
            <a:endParaRPr lang="zh-CN" altLang="en-US"/>
          </a:p>
        </p:txBody>
      </p:sp>
      <p:pic>
        <p:nvPicPr>
          <p:cNvPr id="4" name="图片 3">
            <a:extLst>
              <a:ext uri="{FF2B5EF4-FFF2-40B4-BE49-F238E27FC236}">
                <a16:creationId xmlns="" xmlns:p14="http://schemas.microsoft.com/office/powerpoint/2010/main" xmlns:p15="http://schemas.microsoft.com/office/powerpoint/2012/main" xmlns:a16="http://schemas.microsoft.com/office/drawing/2014/main" id="{2266DC4A-FCF9-43D5-B748-91745F5A1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sp>
        <p:nvSpPr>
          <p:cNvPr id="5" name="文本框 4">
            <a:extLst>
              <a:ext uri="{FF2B5EF4-FFF2-40B4-BE49-F238E27FC236}">
                <a16:creationId xmlns="" xmlns:p14="http://schemas.microsoft.com/office/powerpoint/2010/main" xmlns:p15="http://schemas.microsoft.com/office/powerpoint/2012/main" xmlns:a16="http://schemas.microsoft.com/office/drawing/2014/main" id="{5F8535EF-6A80-4C19-A25D-9B17344C9747}"/>
              </a:ext>
            </a:extLst>
          </p:cNvPr>
          <p:cNvSpPr txBox="1"/>
          <p:nvPr/>
        </p:nvSpPr>
        <p:spPr>
          <a:xfrm>
            <a:off x="340664" y="484044"/>
            <a:ext cx="2909312" cy="3154710"/>
          </a:xfrm>
          <a:prstGeom prst="rect">
            <a:avLst/>
          </a:prstGeom>
          <a:noFill/>
          <a:effectLst>
            <a:innerShdw blurRad="114300">
              <a:prstClr val="black"/>
            </a:innerShdw>
          </a:effectLst>
        </p:spPr>
        <p:txBody>
          <a:bodyPr wrap="square" rtlCol="0">
            <a:spAutoFit/>
          </a:bodyPr>
          <a:lstStyle/>
          <a:p>
            <a:r>
              <a:rPr lang="en-US" altLang="zh-CN"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rPr>
              <a:t>04</a:t>
            </a:r>
            <a:endParaRPr lang="zh-CN" altLang="en-US" sz="19900" b="1">
              <a:gradFill>
                <a:gsLst>
                  <a:gs pos="100000">
                    <a:srgbClr val="03E2E7"/>
                  </a:gs>
                  <a:gs pos="4000">
                    <a:srgbClr val="03E2E7">
                      <a:alpha val="0"/>
                    </a:srgbClr>
                  </a:gs>
                </a:gsLst>
                <a:lin ang="0" scaled="1"/>
              </a:gradFill>
              <a:effectLst>
                <a:outerShdw blurRad="50800" dist="38100" algn="l" rotWithShape="0">
                  <a:prstClr val="black">
                    <a:alpha val="40000"/>
                  </a:prstClr>
                </a:outerShdw>
              </a:effectLst>
              <a:latin typeface="楷体" panose="02010609060101010101" pitchFamily="49" charset="-122"/>
              <a:ea typeface="楷体" panose="02010609060101010101" pitchFamily="49" charset="-122"/>
            </a:endParaRPr>
          </a:p>
        </p:txBody>
      </p:sp>
      <p:grpSp>
        <p:nvGrpSpPr>
          <p:cNvPr id="11" name="组合 10">
            <a:extLst>
              <a:ext uri="{FF2B5EF4-FFF2-40B4-BE49-F238E27FC236}">
                <a16:creationId xmlns="" xmlns:p14="http://schemas.microsoft.com/office/powerpoint/2010/main" xmlns:p15="http://schemas.microsoft.com/office/powerpoint/2012/main" xmlns:a16="http://schemas.microsoft.com/office/drawing/2014/main" id="{36000B5B-F5BB-40A0-BC80-7EB57D83C42B}"/>
              </a:ext>
            </a:extLst>
          </p:cNvPr>
          <p:cNvGrpSpPr/>
          <p:nvPr/>
        </p:nvGrpSpPr>
        <p:grpSpPr>
          <a:xfrm>
            <a:off x="3833013" y="1783964"/>
            <a:ext cx="4010998" cy="834922"/>
            <a:chOff x="360596" y="559337"/>
            <a:chExt cx="2412130" cy="661056"/>
          </a:xfrm>
        </p:grpSpPr>
        <p:pic>
          <p:nvPicPr>
            <p:cNvPr id="12" name="图片 11">
              <a:extLst>
                <a:ext uri="{FF2B5EF4-FFF2-40B4-BE49-F238E27FC236}">
                  <a16:creationId xmlns="" xmlns:p14="http://schemas.microsoft.com/office/powerpoint/2010/main" xmlns:p15="http://schemas.microsoft.com/office/powerpoint/2012/main" xmlns:a16="http://schemas.microsoft.com/office/drawing/2014/main" id="{550775FE-7491-455D-85C7-C2E19E5D1DB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13" name="图片 12">
              <a:extLst>
                <a:ext uri="{FF2B5EF4-FFF2-40B4-BE49-F238E27FC236}">
                  <a16:creationId xmlns="" xmlns:p14="http://schemas.microsoft.com/office/powerpoint/2010/main" xmlns:p15="http://schemas.microsoft.com/office/powerpoint/2012/main" xmlns:a16="http://schemas.microsoft.com/office/drawing/2014/main" id="{EA0EF64C-4BD4-4834-8764-6521801B6727}"/>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14" name="图片 13">
              <a:extLst>
                <a:ext uri="{FF2B5EF4-FFF2-40B4-BE49-F238E27FC236}">
                  <a16:creationId xmlns="" xmlns:p14="http://schemas.microsoft.com/office/powerpoint/2010/main" xmlns:p15="http://schemas.microsoft.com/office/powerpoint/2012/main" xmlns:a16="http://schemas.microsoft.com/office/drawing/2014/main" id="{51579107-2EE2-44F2-BF5F-A39B1A8C712B}"/>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5" name="文本框 14">
            <a:extLst>
              <a:ext uri="{FF2B5EF4-FFF2-40B4-BE49-F238E27FC236}">
                <a16:creationId xmlns="" xmlns:p14="http://schemas.microsoft.com/office/powerpoint/2010/main" xmlns:p15="http://schemas.microsoft.com/office/powerpoint/2012/main" xmlns:a16="http://schemas.microsoft.com/office/drawing/2014/main" id="{6696FD60-DCF1-4C0E-BD0C-7B1ACAC36B22}"/>
              </a:ext>
            </a:extLst>
          </p:cNvPr>
          <p:cNvSpPr txBox="1"/>
          <p:nvPr/>
        </p:nvSpPr>
        <p:spPr>
          <a:xfrm>
            <a:off x="3745735" y="1874692"/>
            <a:ext cx="4190766" cy="646331"/>
          </a:xfrm>
          <a:prstGeom prst="rect">
            <a:avLst/>
          </a:prstGeom>
          <a:noFill/>
          <a:effectLst>
            <a:outerShdw blurRad="63500" sx="102000" sy="102000" algn="ctr" rotWithShape="0">
              <a:prstClr val="black">
                <a:alpha val="40000"/>
              </a:prstClr>
            </a:outerShdw>
          </a:effectLst>
        </p:spPr>
        <p:txBody>
          <a:bodyPr wrap="square" rtlCol="0" anchor="ctr">
            <a:spAutoFit/>
          </a:bodyPr>
          <a:lstStyle/>
          <a:p>
            <a:pPr algn="ctr"/>
            <a:r>
              <a:rPr lang="zh-CN" altLang="en-US" sz="3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输入标题或内容</a:t>
            </a:r>
          </a:p>
        </p:txBody>
      </p:sp>
      <p:sp>
        <p:nvSpPr>
          <p:cNvPr id="16" name="文本框 15">
            <a:extLst>
              <a:ext uri="{FF2B5EF4-FFF2-40B4-BE49-F238E27FC236}">
                <a16:creationId xmlns="" xmlns:p14="http://schemas.microsoft.com/office/powerpoint/2010/main" xmlns:p15="http://schemas.microsoft.com/office/powerpoint/2012/main" xmlns:a16="http://schemas.microsoft.com/office/drawing/2014/main" id="{D18548BA-8EFD-4E97-BD12-4A8FD7C546D9}"/>
              </a:ext>
            </a:extLst>
          </p:cNvPr>
          <p:cNvSpPr txBox="1"/>
          <p:nvPr/>
        </p:nvSpPr>
        <p:spPr>
          <a:xfrm>
            <a:off x="4280283" y="2592560"/>
            <a:ext cx="3563728" cy="422552"/>
          </a:xfrm>
          <a:prstGeom prst="rect">
            <a:avLst/>
          </a:prstGeom>
          <a:noFill/>
          <a:effectLst>
            <a:innerShdw blurRad="114300">
              <a:prstClr val="black"/>
            </a:innerShdw>
          </a:effectLst>
        </p:spPr>
        <p:txBody>
          <a:bodyPr wrap="square" rtlCol="0">
            <a:spAutoFit/>
          </a:bodyPr>
          <a:lstStyle/>
          <a:p>
            <a:pPr algn="dist">
              <a:lnSpc>
                <a:spcPct val="150000"/>
              </a:lnSpc>
            </a:pPr>
            <a:r>
              <a:rPr lang="zh-CN" altLang="en-US" sz="1600" b="1" u="sng">
                <a:solidFill>
                  <a:srgbClr val="00FEFE"/>
                </a:solidFill>
                <a:latin typeface="思源黑体 CN Heavy" panose="020B0A00000000000000" pitchFamily="34" charset="-122"/>
                <a:ea typeface="思源黑体 CN Heavy" panose="020B0A00000000000000" pitchFamily="34" charset="-122"/>
              </a:rPr>
              <a:t>科技商用通用模板</a:t>
            </a:r>
          </a:p>
        </p:txBody>
      </p:sp>
    </p:spTree>
    <p:extLst>
      <p:ext uri="{BB962C8B-B14F-4D97-AF65-F5344CB8AC3E}">
        <p14:creationId xmlns:p14="http://schemas.microsoft.com/office/powerpoint/2010/main" val="27938774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5" presetClass="entr" presetSubtype="0" fill="hold" nodeType="withEffec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0.70"/>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par>
                                <p:cTn id="15" presetID="55" presetClass="entr" presetSubtype="0" fill="hold" grpId="1" nodeType="withEffect">
                                  <p:childTnLst>
                                    <p:set>
                                      <p:cBhvr>
                                        <p:cTn id="16" dur="1"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strVal val="#ppt_w*0.70"/>
                                          </p:val>
                                        </p:tav>
                                        <p:tav tm="100000">
                                          <p:val>
                                            <p:strVal val="#ppt_w"/>
                                          </p:val>
                                        </p:tav>
                                      </p:tavLst>
                                    </p:anim>
                                    <p:anim calcmode="lin" valueType="num">
                                      <p:cBhvr>
                                        <p:cTn id="18" dur="1000" fill="hold"/>
                                        <p:tgtEl>
                                          <p:spTgt spid="15"/>
                                        </p:tgtEl>
                                        <p:attrNameLst>
                                          <p:attrName>ppt_h</p:attrName>
                                        </p:attrNameLst>
                                      </p:cBhvr>
                                      <p:tavLst>
                                        <p:tav tm="0">
                                          <p:val>
                                            <p:strVal val="#ppt_h"/>
                                          </p:val>
                                        </p:tav>
                                        <p:tav tm="100000">
                                          <p:val>
                                            <p:strVal val="#ppt_h"/>
                                          </p:val>
                                        </p:tav>
                                      </p:tavLst>
                                    </p:anim>
                                    <p:animEffect transition="in" filter="fade">
                                      <p:cBhvr>
                                        <p:cTn id="19" dur="1000"/>
                                        <p:tgtEl>
                                          <p:spTgt spid="15"/>
                                        </p:tgtEl>
                                      </p:cBhvr>
                                    </p:animEffect>
                                  </p:childTnLst>
                                </p:cTn>
                              </p:par>
                              <p:par>
                                <p:cTn id="20" presetID="53" presetClass="entr" presetSubtype="0" fill="hold" grpId="2" nodeType="withEffec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1"/>
      <p:bldP spid="16" grpId="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64" name="任意多边形: 形状 63">
            <a:extLst>
              <a:ext uri="{FF2B5EF4-FFF2-40B4-BE49-F238E27FC236}">
                <a16:creationId xmlns="" xmlns:p14="http://schemas.microsoft.com/office/powerpoint/2010/main" xmlns:p15="http://schemas.microsoft.com/office/powerpoint/2012/main" xmlns:a16="http://schemas.microsoft.com/office/drawing/2014/main" id="{9D68EEEE-5FA7-47E0-8843-99A3554E415A}"/>
              </a:ext>
            </a:extLst>
          </p:cNvPr>
          <p:cNvSpPr/>
          <p:nvPr/>
        </p:nvSpPr>
        <p:spPr bwMode="auto">
          <a:xfrm>
            <a:off x="2544895" y="1062889"/>
            <a:ext cx="1176772" cy="825214"/>
          </a:xfrm>
          <a:custGeom>
            <a:avLst/>
            <a:gdLst>
              <a:gd name="connsiteX0" fmla="*/ 0 w 1176772"/>
              <a:gd name="connsiteY0" fmla="*/ 0 h 825214"/>
              <a:gd name="connsiteX1" fmla="*/ 205159 w 1176772"/>
              <a:gd name="connsiteY1" fmla="*/ 416563 h 825214"/>
              <a:gd name="connsiteX2" fmla="*/ 1120658 w 1176772"/>
              <a:gd name="connsiteY2" fmla="*/ 416563 h 825214"/>
              <a:gd name="connsiteX3" fmla="*/ 1120658 w 1176772"/>
              <a:gd name="connsiteY3" fmla="*/ 333160 h 825214"/>
              <a:gd name="connsiteX4" fmla="*/ 1176772 w 1176772"/>
              <a:gd name="connsiteY4" fmla="*/ 581727 h 825214"/>
              <a:gd name="connsiteX5" fmla="*/ 1120658 w 1176772"/>
              <a:gd name="connsiteY5" fmla="*/ 825214 h 825214"/>
              <a:gd name="connsiteX6" fmla="*/ 1120658 w 1176772"/>
              <a:gd name="connsiteY6" fmla="*/ 743475 h 825214"/>
              <a:gd name="connsiteX7" fmla="*/ 203230 w 1176772"/>
              <a:gd name="connsiteY7" fmla="*/ 743475 h 825214"/>
              <a:gd name="connsiteX8" fmla="*/ 203230 w 1176772"/>
              <a:gd name="connsiteY8" fmla="*/ 742622 h 825214"/>
              <a:gd name="connsiteX9" fmla="*/ 203225 w 1176772"/>
              <a:gd name="connsiteY9" fmla="*/ 743328 h 825214"/>
              <a:gd name="connsiteX10" fmla="*/ 169546 w 1176772"/>
              <a:gd name="connsiteY10" fmla="*/ 717279 h 825214"/>
              <a:gd name="connsiteX11" fmla="*/ 0 w 1176772"/>
              <a:gd name="connsiteY11" fmla="*/ 0 h 825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6772" h="825214">
                <a:moveTo>
                  <a:pt x="0" y="0"/>
                </a:moveTo>
                <a:lnTo>
                  <a:pt x="205159" y="416563"/>
                </a:lnTo>
                <a:lnTo>
                  <a:pt x="1120658" y="416563"/>
                </a:lnTo>
                <a:lnTo>
                  <a:pt x="1120658" y="333160"/>
                </a:lnTo>
                <a:lnTo>
                  <a:pt x="1176772" y="581727"/>
                </a:lnTo>
                <a:lnTo>
                  <a:pt x="1120658" y="825214"/>
                </a:lnTo>
                <a:lnTo>
                  <a:pt x="1120658" y="743475"/>
                </a:lnTo>
                <a:lnTo>
                  <a:pt x="203230" y="743475"/>
                </a:lnTo>
                <a:lnTo>
                  <a:pt x="203230" y="742622"/>
                </a:lnTo>
                <a:lnTo>
                  <a:pt x="203225" y="743328"/>
                </a:lnTo>
                <a:lnTo>
                  <a:pt x="169546" y="717279"/>
                </a:lnTo>
                <a:lnTo>
                  <a:pt x="0" y="0"/>
                </a:lnTo>
                <a:close/>
              </a:path>
            </a:pathLst>
          </a:custGeom>
          <a:gradFill flip="none" rotWithShape="1">
            <a:gsLst>
              <a:gs pos="100000">
                <a:srgbClr val="00FEFE">
                  <a:alpha val="31000"/>
                </a:srgbClr>
              </a:gs>
              <a:gs pos="0">
                <a:schemeClr val="bg1">
                  <a:alpha val="0"/>
                </a:schemeClr>
              </a:gs>
            </a:gsLst>
            <a:lin ang="108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b="1">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任意多边形: 形状 26">
            <a:extLst>
              <a:ext uri="{FF2B5EF4-FFF2-40B4-BE49-F238E27FC236}">
                <a16:creationId xmlns="" xmlns:p14="http://schemas.microsoft.com/office/powerpoint/2010/main" xmlns:p15="http://schemas.microsoft.com/office/powerpoint/2012/main" xmlns:a16="http://schemas.microsoft.com/office/drawing/2014/main" id="{389181E6-C854-49D6-A211-3EF8B5C829C6}"/>
              </a:ext>
            </a:extLst>
          </p:cNvPr>
          <p:cNvSpPr/>
          <p:nvPr/>
        </p:nvSpPr>
        <p:spPr bwMode="auto">
          <a:xfrm>
            <a:off x="2856179" y="2058864"/>
            <a:ext cx="1451380" cy="637042"/>
          </a:xfrm>
          <a:custGeom>
            <a:avLst/>
            <a:gdLst>
              <a:gd name="connsiteX0" fmla="*/ 3732 w 3538382"/>
              <a:gd name="connsiteY0" fmla="*/ 0 h 637042"/>
              <a:gd name="connsiteX1" fmla="*/ 579178 w 3538382"/>
              <a:gd name="connsiteY1" fmla="*/ 137973 h 637042"/>
              <a:gd name="connsiteX2" fmla="*/ 579250 w 3538382"/>
              <a:gd name="connsiteY2" fmla="*/ 142827 h 637042"/>
              <a:gd name="connsiteX3" fmla="*/ 3398507 w 3538382"/>
              <a:gd name="connsiteY3" fmla="*/ 142827 h 637042"/>
              <a:gd name="connsiteX4" fmla="*/ 3398507 w 3538382"/>
              <a:gd name="connsiteY4" fmla="*/ 54272 h 637042"/>
              <a:gd name="connsiteX5" fmla="*/ 3538382 w 3538382"/>
              <a:gd name="connsiteY5" fmla="*/ 297877 h 637042"/>
              <a:gd name="connsiteX6" fmla="*/ 3398507 w 3538382"/>
              <a:gd name="connsiteY6" fmla="*/ 541481 h 637042"/>
              <a:gd name="connsiteX7" fmla="*/ 3398507 w 3538382"/>
              <a:gd name="connsiteY7" fmla="*/ 469911 h 637042"/>
              <a:gd name="connsiteX8" fmla="*/ 584124 w 3538382"/>
              <a:gd name="connsiteY8" fmla="*/ 469911 h 637042"/>
              <a:gd name="connsiteX9" fmla="*/ 584127 w 3538382"/>
              <a:gd name="connsiteY9" fmla="*/ 470105 h 637042"/>
              <a:gd name="connsiteX10" fmla="*/ 0 w 3538382"/>
              <a:gd name="connsiteY10" fmla="*/ 637042 h 6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38381" h="637042">
                <a:moveTo>
                  <a:pt x="3732" y="0"/>
                </a:moveTo>
                <a:lnTo>
                  <a:pt x="579178" y="137973"/>
                </a:lnTo>
                <a:lnTo>
                  <a:pt x="579250" y="142827"/>
                </a:lnTo>
                <a:lnTo>
                  <a:pt x="3398507" y="142827"/>
                </a:lnTo>
                <a:lnTo>
                  <a:pt x="3398507" y="54272"/>
                </a:lnTo>
                <a:lnTo>
                  <a:pt x="3538382" y="297877"/>
                </a:lnTo>
                <a:lnTo>
                  <a:pt x="3398507" y="541481"/>
                </a:lnTo>
                <a:lnTo>
                  <a:pt x="3398507" y="469911"/>
                </a:lnTo>
                <a:lnTo>
                  <a:pt x="584124" y="469911"/>
                </a:lnTo>
                <a:lnTo>
                  <a:pt x="584127" y="470105"/>
                </a:lnTo>
                <a:lnTo>
                  <a:pt x="0" y="637042"/>
                </a:lnTo>
                <a:close/>
              </a:path>
            </a:pathLst>
          </a:custGeom>
          <a:gradFill flip="none" rotWithShape="1">
            <a:gsLst>
              <a:gs pos="100000">
                <a:srgbClr val="00FEFE">
                  <a:alpha val="31000"/>
                </a:srgbClr>
              </a:gs>
              <a:gs pos="0">
                <a:schemeClr val="bg1">
                  <a:alpha val="0"/>
                </a:schemeClr>
              </a:gs>
            </a:gsLst>
            <a:lin ang="108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b="1">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7" name="任意多边形: 形状 66">
            <a:extLst>
              <a:ext uri="{FF2B5EF4-FFF2-40B4-BE49-F238E27FC236}">
                <a16:creationId xmlns="" xmlns:p14="http://schemas.microsoft.com/office/powerpoint/2010/main" xmlns:p15="http://schemas.microsoft.com/office/powerpoint/2012/main" xmlns:a16="http://schemas.microsoft.com/office/drawing/2014/main" id="{8EAAF7A6-CA40-4F07-92E4-EAB1BE6EE349}"/>
              </a:ext>
            </a:extLst>
          </p:cNvPr>
          <p:cNvSpPr/>
          <p:nvPr/>
        </p:nvSpPr>
        <p:spPr bwMode="auto">
          <a:xfrm>
            <a:off x="2550288" y="2874887"/>
            <a:ext cx="1171379" cy="815062"/>
          </a:xfrm>
          <a:custGeom>
            <a:avLst/>
            <a:gdLst>
              <a:gd name="connsiteX0" fmla="*/ 1115265 w 1171379"/>
              <a:gd name="connsiteY0" fmla="*/ 0 h 815062"/>
              <a:gd name="connsiteX1" fmla="*/ 1171379 w 1171379"/>
              <a:gd name="connsiteY1" fmla="*/ 248257 h 815062"/>
              <a:gd name="connsiteX2" fmla="*/ 1115265 w 1171379"/>
              <a:gd name="connsiteY2" fmla="*/ 491439 h 815062"/>
              <a:gd name="connsiteX3" fmla="*/ 1115265 w 1171379"/>
              <a:gd name="connsiteY3" fmla="*/ 408118 h 815062"/>
              <a:gd name="connsiteX4" fmla="*/ 199831 w 1171379"/>
              <a:gd name="connsiteY4" fmla="*/ 408118 h 815062"/>
              <a:gd name="connsiteX5" fmla="*/ 199862 w 1171379"/>
              <a:gd name="connsiteY5" fmla="*/ 413159 h 815062"/>
              <a:gd name="connsiteX6" fmla="*/ 0 w 1171379"/>
              <a:gd name="connsiteY6" fmla="*/ 815062 h 815062"/>
              <a:gd name="connsiteX7" fmla="*/ 167985 w 1171379"/>
              <a:gd name="connsiteY7" fmla="*/ 104389 h 815062"/>
              <a:gd name="connsiteX8" fmla="*/ 197832 w 1171379"/>
              <a:gd name="connsiteY8" fmla="*/ 81295 h 815062"/>
              <a:gd name="connsiteX9" fmla="*/ 197837 w 1171379"/>
              <a:gd name="connsiteY9" fmla="*/ 82012 h 815062"/>
              <a:gd name="connsiteX10" fmla="*/ 197837 w 1171379"/>
              <a:gd name="connsiteY10" fmla="*/ 81615 h 815062"/>
              <a:gd name="connsiteX11" fmla="*/ 1115265 w 1171379"/>
              <a:gd name="connsiteY11" fmla="*/ 81615 h 815062"/>
              <a:gd name="connsiteX12" fmla="*/ 1115265 w 1171379"/>
              <a:gd name="connsiteY12" fmla="*/ 0 h 81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1379" h="815062">
                <a:moveTo>
                  <a:pt x="1115265" y="0"/>
                </a:moveTo>
                <a:lnTo>
                  <a:pt x="1171379" y="248257"/>
                </a:lnTo>
                <a:lnTo>
                  <a:pt x="1115265" y="491439"/>
                </a:lnTo>
                <a:lnTo>
                  <a:pt x="1115265" y="408118"/>
                </a:lnTo>
                <a:lnTo>
                  <a:pt x="199831" y="408118"/>
                </a:lnTo>
                <a:lnTo>
                  <a:pt x="199862" y="413159"/>
                </a:lnTo>
                <a:lnTo>
                  <a:pt x="0" y="815062"/>
                </a:lnTo>
                <a:lnTo>
                  <a:pt x="167985" y="104389"/>
                </a:lnTo>
                <a:lnTo>
                  <a:pt x="197832" y="81295"/>
                </a:lnTo>
                <a:lnTo>
                  <a:pt x="197837" y="82012"/>
                </a:lnTo>
                <a:lnTo>
                  <a:pt x="197837" y="81615"/>
                </a:lnTo>
                <a:lnTo>
                  <a:pt x="1115265" y="81615"/>
                </a:lnTo>
                <a:lnTo>
                  <a:pt x="1115265" y="0"/>
                </a:lnTo>
                <a:close/>
              </a:path>
            </a:pathLst>
          </a:custGeom>
          <a:gradFill flip="none" rotWithShape="1">
            <a:gsLst>
              <a:gs pos="100000">
                <a:srgbClr val="00FEFE">
                  <a:alpha val="31000"/>
                </a:srgbClr>
              </a:gs>
              <a:gs pos="0">
                <a:schemeClr val="bg1">
                  <a:alpha val="0"/>
                </a:schemeClr>
              </a:gs>
            </a:gsLst>
            <a:lin ang="108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b="1">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AutoShape 6">
            <a:extLst>
              <a:ext uri="{FF2B5EF4-FFF2-40B4-BE49-F238E27FC236}">
                <a16:creationId xmlns="" xmlns:p14="http://schemas.microsoft.com/office/powerpoint/2010/main" xmlns:p15="http://schemas.microsoft.com/office/powerpoint/2012/main" xmlns:a16="http://schemas.microsoft.com/office/drawing/2014/main" id="{6E404D30-4B60-49E4-9B99-849236388BBA}"/>
              </a:ext>
            </a:extLst>
          </p:cNvPr>
          <p:cNvSpPr/>
          <p:nvPr/>
        </p:nvSpPr>
        <p:spPr bwMode="auto">
          <a:xfrm>
            <a:off x="7339709" y="1712614"/>
            <a:ext cx="2799645" cy="72000"/>
          </a:xfrm>
          <a:custGeom>
            <a:avLst/>
            <a:gdLst>
              <a:gd name="T0" fmla="*/ 1856483 w 21600"/>
              <a:gd name="T1" fmla="*/ 237828 h 21600"/>
              <a:gd name="T2" fmla="*/ 1856483 w 21600"/>
              <a:gd name="T3" fmla="*/ 237828 h 21600"/>
              <a:gd name="T4" fmla="*/ 1856483 w 21600"/>
              <a:gd name="T5" fmla="*/ 237828 h 21600"/>
              <a:gd name="T6" fmla="*/ 1856483 w 21600"/>
              <a:gd name="T7" fmla="*/ 23782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3661"/>
                </a:moveTo>
                <a:lnTo>
                  <a:pt x="20355" y="3661"/>
                </a:lnTo>
                <a:lnTo>
                  <a:pt x="20355" y="0"/>
                </a:lnTo>
                <a:lnTo>
                  <a:pt x="21600" y="10911"/>
                </a:lnTo>
                <a:lnTo>
                  <a:pt x="20355" y="21599"/>
                </a:lnTo>
                <a:lnTo>
                  <a:pt x="20355" y="18011"/>
                </a:lnTo>
                <a:lnTo>
                  <a:pt x="0" y="18011"/>
                </a:lnTo>
                <a:lnTo>
                  <a:pt x="0" y="3661"/>
                </a:lnTo>
                <a:close/>
              </a:path>
            </a:pathLst>
          </a:custGeom>
          <a:solidFill>
            <a:srgbClr val="00FEFE">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b="1">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AutoShape 9">
            <a:extLst>
              <a:ext uri="{FF2B5EF4-FFF2-40B4-BE49-F238E27FC236}">
                <a16:creationId xmlns="" xmlns:p14="http://schemas.microsoft.com/office/powerpoint/2010/main" xmlns:p15="http://schemas.microsoft.com/office/powerpoint/2012/main" xmlns:a16="http://schemas.microsoft.com/office/drawing/2014/main" id="{36C169DF-8CE2-4FBD-912D-CDD52CC01048}"/>
              </a:ext>
            </a:extLst>
          </p:cNvPr>
          <p:cNvSpPr/>
          <p:nvPr/>
        </p:nvSpPr>
        <p:spPr bwMode="auto">
          <a:xfrm>
            <a:off x="7945802" y="2349318"/>
            <a:ext cx="3490551" cy="72000"/>
          </a:xfrm>
          <a:custGeom>
            <a:avLst/>
            <a:gdLst>
              <a:gd name="T0" fmla="*/ 2313980 w 21600"/>
              <a:gd name="T1" fmla="*/ 235377 h 21600"/>
              <a:gd name="T2" fmla="*/ 2313980 w 21600"/>
              <a:gd name="T3" fmla="*/ 235377 h 21600"/>
              <a:gd name="T4" fmla="*/ 2313980 w 21600"/>
              <a:gd name="T5" fmla="*/ 235377 h 21600"/>
              <a:gd name="T6" fmla="*/ 2313980 w 21600"/>
              <a:gd name="T7" fmla="*/ 23537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3926"/>
                </a:moveTo>
                <a:lnTo>
                  <a:pt x="20579" y="3926"/>
                </a:lnTo>
                <a:lnTo>
                  <a:pt x="20579" y="0"/>
                </a:lnTo>
                <a:lnTo>
                  <a:pt x="21600" y="10800"/>
                </a:lnTo>
                <a:lnTo>
                  <a:pt x="20579" y="21600"/>
                </a:lnTo>
                <a:lnTo>
                  <a:pt x="20579" y="18427"/>
                </a:lnTo>
                <a:lnTo>
                  <a:pt x="0" y="18427"/>
                </a:lnTo>
                <a:lnTo>
                  <a:pt x="0" y="3926"/>
                </a:lnTo>
                <a:close/>
              </a:path>
            </a:pathLst>
          </a:custGeom>
          <a:solidFill>
            <a:srgbClr val="00FEFE">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b="1">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5" name="AutoShape 15">
            <a:extLst>
              <a:ext uri="{FF2B5EF4-FFF2-40B4-BE49-F238E27FC236}">
                <a16:creationId xmlns="" xmlns:p14="http://schemas.microsoft.com/office/powerpoint/2010/main" xmlns:p15="http://schemas.microsoft.com/office/powerpoint/2012/main" xmlns:a16="http://schemas.microsoft.com/office/drawing/2014/main" id="{5A7E3554-4AD5-4EB1-A7C2-8D8C0407E28A}"/>
              </a:ext>
            </a:extLst>
          </p:cNvPr>
          <p:cNvSpPr/>
          <p:nvPr/>
        </p:nvSpPr>
        <p:spPr bwMode="auto">
          <a:xfrm>
            <a:off x="7339709" y="3030685"/>
            <a:ext cx="2799645" cy="72000"/>
          </a:xfrm>
          <a:custGeom>
            <a:avLst/>
            <a:gdLst>
              <a:gd name="T0" fmla="*/ 1856483 w 21600"/>
              <a:gd name="T1" fmla="*/ 237531 h 21600"/>
              <a:gd name="T2" fmla="*/ 1856483 w 21600"/>
              <a:gd name="T3" fmla="*/ 237531 h 21600"/>
              <a:gd name="T4" fmla="*/ 1856483 w 21600"/>
              <a:gd name="T5" fmla="*/ 237531 h 21600"/>
              <a:gd name="T6" fmla="*/ 1856483 w 21600"/>
              <a:gd name="T7" fmla="*/ 23753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3587"/>
                </a:moveTo>
                <a:lnTo>
                  <a:pt x="20355" y="3587"/>
                </a:lnTo>
                <a:lnTo>
                  <a:pt x="20355" y="0"/>
                </a:lnTo>
                <a:lnTo>
                  <a:pt x="21600" y="10911"/>
                </a:lnTo>
                <a:lnTo>
                  <a:pt x="20355" y="21599"/>
                </a:lnTo>
                <a:lnTo>
                  <a:pt x="20355" y="17937"/>
                </a:lnTo>
                <a:lnTo>
                  <a:pt x="0" y="17937"/>
                </a:lnTo>
                <a:lnTo>
                  <a:pt x="0" y="3587"/>
                </a:lnTo>
                <a:close/>
              </a:path>
            </a:pathLst>
          </a:custGeom>
          <a:solidFill>
            <a:srgbClr val="00FEFE">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b="1">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TextBox 13">
            <a:extLst>
              <a:ext uri="{FF2B5EF4-FFF2-40B4-BE49-F238E27FC236}">
                <a16:creationId xmlns="" xmlns:p14="http://schemas.microsoft.com/office/powerpoint/2010/main" xmlns:p15="http://schemas.microsoft.com/office/powerpoint/2012/main" xmlns:a16="http://schemas.microsoft.com/office/drawing/2014/main" id="{2DEC2472-E492-4A45-A5D4-581E20BBDC3A}"/>
              </a:ext>
            </a:extLst>
          </p:cNvPr>
          <p:cNvSpPr txBox="1"/>
          <p:nvPr/>
        </p:nvSpPr>
        <p:spPr>
          <a:xfrm>
            <a:off x="3959404" y="1478782"/>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32" name="TextBox 13">
            <a:extLst>
              <a:ext uri="{FF2B5EF4-FFF2-40B4-BE49-F238E27FC236}">
                <a16:creationId xmlns="" xmlns:p14="http://schemas.microsoft.com/office/powerpoint/2010/main" xmlns:p15="http://schemas.microsoft.com/office/powerpoint/2012/main" xmlns:a16="http://schemas.microsoft.com/office/drawing/2014/main" id="{035FFFED-A995-4DD6-BDEA-D1CAB1BD180D}"/>
              </a:ext>
            </a:extLst>
          </p:cNvPr>
          <p:cNvSpPr txBox="1"/>
          <p:nvPr/>
        </p:nvSpPr>
        <p:spPr>
          <a:xfrm>
            <a:off x="3959404" y="1670146"/>
            <a:ext cx="2952492" cy="12311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单击此处可编辑内容，拉伸文本框大小单击此处可编辑内容。</a:t>
            </a:r>
          </a:p>
        </p:txBody>
      </p:sp>
      <p:grpSp>
        <p:nvGrpSpPr>
          <p:cNvPr id="33" name="组合 32">
            <a:extLst>
              <a:ext uri="{FF2B5EF4-FFF2-40B4-BE49-F238E27FC236}">
                <a16:creationId xmlns="" xmlns:p14="http://schemas.microsoft.com/office/powerpoint/2010/main" xmlns:p15="http://schemas.microsoft.com/office/powerpoint/2012/main" xmlns:a16="http://schemas.microsoft.com/office/drawing/2014/main" id="{CFA2BE27-DAEB-44F5-B4A6-2770CF091FF4}"/>
              </a:ext>
            </a:extLst>
          </p:cNvPr>
          <p:cNvGrpSpPr/>
          <p:nvPr/>
        </p:nvGrpSpPr>
        <p:grpSpPr>
          <a:xfrm>
            <a:off x="3258917" y="1037854"/>
            <a:ext cx="450764" cy="1342546"/>
            <a:chOff x="4768367" y="-844793"/>
            <a:chExt cx="2372637" cy="6100918"/>
          </a:xfrm>
        </p:grpSpPr>
        <p:sp>
          <p:nvSpPr>
            <p:cNvPr id="34" name="文本框 33">
              <a:extLst>
                <a:ext uri="{FF2B5EF4-FFF2-40B4-BE49-F238E27FC236}">
                  <a16:creationId xmlns="" xmlns:p14="http://schemas.microsoft.com/office/powerpoint/2010/main" xmlns:p15="http://schemas.microsoft.com/office/powerpoint/2012/main" xmlns:a16="http://schemas.microsoft.com/office/drawing/2014/main" id="{5D9AFA5C-179F-4686-8E9A-99A5ECD2092B}"/>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35" name="图片 34"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E71C6FB1-C6EA-48B4-A5F7-E04B9CBD03DF}"/>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36" name="图片 35">
              <a:extLst>
                <a:ext uri="{FF2B5EF4-FFF2-40B4-BE49-F238E27FC236}">
                  <a16:creationId xmlns="" xmlns:p14="http://schemas.microsoft.com/office/powerpoint/2010/main" xmlns:p15="http://schemas.microsoft.com/office/powerpoint/2012/main" xmlns:a16="http://schemas.microsoft.com/office/drawing/2014/main" id="{E32EB70E-6353-4DF3-A727-64F2340E2144}"/>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37" name="文本框 36">
              <a:extLst>
                <a:ext uri="{FF2B5EF4-FFF2-40B4-BE49-F238E27FC236}">
                  <a16:creationId xmlns="" xmlns:p14="http://schemas.microsoft.com/office/powerpoint/2010/main" xmlns:p15="http://schemas.microsoft.com/office/powerpoint/2012/main" xmlns:a16="http://schemas.microsoft.com/office/drawing/2014/main" id="{C55DB574-6B11-4AB8-BE7B-366E35951C27}"/>
                </a:ext>
              </a:extLst>
            </p:cNvPr>
            <p:cNvSpPr txBox="1"/>
            <p:nvPr/>
          </p:nvSpPr>
          <p:spPr>
            <a:xfrm>
              <a:off x="5428800" y="933006"/>
              <a:ext cx="1697634"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48" name="TextBox 13">
            <a:extLst>
              <a:ext uri="{FF2B5EF4-FFF2-40B4-BE49-F238E27FC236}">
                <a16:creationId xmlns="" xmlns:p14="http://schemas.microsoft.com/office/powerpoint/2010/main" xmlns:p15="http://schemas.microsoft.com/office/powerpoint/2012/main" xmlns:a16="http://schemas.microsoft.com/office/drawing/2014/main" id="{9E8FFCC7-DAA8-4881-AA55-89874038236E}"/>
              </a:ext>
            </a:extLst>
          </p:cNvPr>
          <p:cNvSpPr txBox="1"/>
          <p:nvPr/>
        </p:nvSpPr>
        <p:spPr>
          <a:xfrm>
            <a:off x="4379530" y="2207235"/>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49" name="TextBox 13">
            <a:extLst>
              <a:ext uri="{FF2B5EF4-FFF2-40B4-BE49-F238E27FC236}">
                <a16:creationId xmlns="" xmlns:p14="http://schemas.microsoft.com/office/powerpoint/2010/main" xmlns:p15="http://schemas.microsoft.com/office/powerpoint/2012/main" xmlns:a16="http://schemas.microsoft.com/office/drawing/2014/main" id="{2310200E-7A2C-4580-BAF9-A42D932A34F4}"/>
              </a:ext>
            </a:extLst>
          </p:cNvPr>
          <p:cNvSpPr txBox="1"/>
          <p:nvPr/>
        </p:nvSpPr>
        <p:spPr>
          <a:xfrm>
            <a:off x="4379530" y="2398599"/>
            <a:ext cx="2952492" cy="12311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单击此处可编辑内容，拉伸文本框大小单击此处可编辑内容。</a:t>
            </a:r>
          </a:p>
        </p:txBody>
      </p:sp>
      <p:sp>
        <p:nvSpPr>
          <p:cNvPr id="50" name="TextBox 13">
            <a:extLst>
              <a:ext uri="{FF2B5EF4-FFF2-40B4-BE49-F238E27FC236}">
                <a16:creationId xmlns="" xmlns:p14="http://schemas.microsoft.com/office/powerpoint/2010/main" xmlns:p15="http://schemas.microsoft.com/office/powerpoint/2012/main" xmlns:a16="http://schemas.microsoft.com/office/drawing/2014/main" id="{E05FD6CB-6E06-4DFD-9AF5-B85DBFFEE38E}"/>
              </a:ext>
            </a:extLst>
          </p:cNvPr>
          <p:cNvSpPr txBox="1"/>
          <p:nvPr/>
        </p:nvSpPr>
        <p:spPr>
          <a:xfrm>
            <a:off x="3983789" y="2961216"/>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51" name="TextBox 13">
            <a:extLst>
              <a:ext uri="{FF2B5EF4-FFF2-40B4-BE49-F238E27FC236}">
                <a16:creationId xmlns="" xmlns:p14="http://schemas.microsoft.com/office/powerpoint/2010/main" xmlns:p15="http://schemas.microsoft.com/office/powerpoint/2012/main" xmlns:a16="http://schemas.microsoft.com/office/drawing/2014/main" id="{D25BCD4F-8F10-4E33-B1F6-93585BFC6AF9}"/>
              </a:ext>
            </a:extLst>
          </p:cNvPr>
          <p:cNvSpPr txBox="1"/>
          <p:nvPr/>
        </p:nvSpPr>
        <p:spPr>
          <a:xfrm>
            <a:off x="3983789" y="3152580"/>
            <a:ext cx="2952492" cy="12311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单击此处可编辑内容，拉伸文本框大小单击此处可编辑内容。</a:t>
            </a:r>
          </a:p>
        </p:txBody>
      </p:sp>
      <p:sp>
        <p:nvSpPr>
          <p:cNvPr id="7" name="箭头: V 形 6">
            <a:extLst>
              <a:ext uri="{FF2B5EF4-FFF2-40B4-BE49-F238E27FC236}">
                <a16:creationId xmlns="" xmlns:p14="http://schemas.microsoft.com/office/powerpoint/2010/main" xmlns:p15="http://schemas.microsoft.com/office/powerpoint/2012/main" xmlns:a16="http://schemas.microsoft.com/office/drawing/2014/main" id="{35DB1110-4D36-49EB-AE9D-7C65C86494DF}"/>
              </a:ext>
            </a:extLst>
          </p:cNvPr>
          <p:cNvSpPr/>
          <p:nvPr/>
        </p:nvSpPr>
        <p:spPr>
          <a:xfrm>
            <a:off x="7198402" y="1618365"/>
            <a:ext cx="163399" cy="252854"/>
          </a:xfrm>
          <a:prstGeom prst="chevron">
            <a:avLst/>
          </a:prstGeom>
          <a:solidFill>
            <a:srgbClr val="6BFAFD">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箭头: V 形 45">
            <a:extLst>
              <a:ext uri="{FF2B5EF4-FFF2-40B4-BE49-F238E27FC236}">
                <a16:creationId xmlns="" xmlns:p14="http://schemas.microsoft.com/office/powerpoint/2010/main" xmlns:p15="http://schemas.microsoft.com/office/powerpoint/2012/main" xmlns:a16="http://schemas.microsoft.com/office/drawing/2014/main" id="{E2A91FB6-164C-4BD0-80F0-9D982AA2FDE0}"/>
              </a:ext>
            </a:extLst>
          </p:cNvPr>
          <p:cNvSpPr/>
          <p:nvPr/>
        </p:nvSpPr>
        <p:spPr>
          <a:xfrm>
            <a:off x="7198402" y="2932405"/>
            <a:ext cx="163399" cy="252854"/>
          </a:xfrm>
          <a:prstGeom prst="chevron">
            <a:avLst/>
          </a:prstGeom>
          <a:solidFill>
            <a:srgbClr val="6BFAFD">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箭头: V 形 46">
            <a:extLst>
              <a:ext uri="{FF2B5EF4-FFF2-40B4-BE49-F238E27FC236}">
                <a16:creationId xmlns="" xmlns:p14="http://schemas.microsoft.com/office/powerpoint/2010/main" xmlns:p15="http://schemas.microsoft.com/office/powerpoint/2012/main" xmlns:a16="http://schemas.microsoft.com/office/drawing/2014/main" id="{ABDD178A-ECE2-426E-900B-AF7FC62FC71F}"/>
              </a:ext>
            </a:extLst>
          </p:cNvPr>
          <p:cNvSpPr/>
          <p:nvPr/>
        </p:nvSpPr>
        <p:spPr>
          <a:xfrm>
            <a:off x="7805426" y="2256612"/>
            <a:ext cx="163399" cy="252854"/>
          </a:xfrm>
          <a:prstGeom prst="chevron">
            <a:avLst/>
          </a:prstGeom>
          <a:solidFill>
            <a:srgbClr val="6BFAFD">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52" name="组合 51">
            <a:extLst>
              <a:ext uri="{FF2B5EF4-FFF2-40B4-BE49-F238E27FC236}">
                <a16:creationId xmlns="" xmlns:p14="http://schemas.microsoft.com/office/powerpoint/2010/main" xmlns:p15="http://schemas.microsoft.com/office/powerpoint/2012/main" xmlns:a16="http://schemas.microsoft.com/office/drawing/2014/main" id="{A80DFA6D-F676-4337-BEBF-C389F0957894}"/>
              </a:ext>
            </a:extLst>
          </p:cNvPr>
          <p:cNvGrpSpPr/>
          <p:nvPr/>
        </p:nvGrpSpPr>
        <p:grpSpPr>
          <a:xfrm>
            <a:off x="3258917" y="2529639"/>
            <a:ext cx="563412" cy="1342546"/>
            <a:chOff x="4768367" y="-844793"/>
            <a:chExt cx="2965570" cy="6100918"/>
          </a:xfrm>
        </p:grpSpPr>
        <p:sp>
          <p:nvSpPr>
            <p:cNvPr id="53" name="文本框 52">
              <a:extLst>
                <a:ext uri="{FF2B5EF4-FFF2-40B4-BE49-F238E27FC236}">
                  <a16:creationId xmlns="" xmlns:p14="http://schemas.microsoft.com/office/powerpoint/2010/main" xmlns:p15="http://schemas.microsoft.com/office/powerpoint/2012/main" xmlns:a16="http://schemas.microsoft.com/office/drawing/2014/main" id="{A372C49D-F05F-4228-B8FE-4022225A188F}"/>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54" name="图片 53"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81780794-8955-404B-BFAA-43C3D1ED146D}"/>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55" name="图片 54">
              <a:extLst>
                <a:ext uri="{FF2B5EF4-FFF2-40B4-BE49-F238E27FC236}">
                  <a16:creationId xmlns="" xmlns:p14="http://schemas.microsoft.com/office/powerpoint/2010/main" xmlns:p15="http://schemas.microsoft.com/office/powerpoint/2012/main" xmlns:a16="http://schemas.microsoft.com/office/drawing/2014/main" id="{E94CD85D-7BEB-4D19-834F-EA1A3FAE1F52}"/>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56" name="文本框 55">
              <a:extLst>
                <a:ext uri="{FF2B5EF4-FFF2-40B4-BE49-F238E27FC236}">
                  <a16:creationId xmlns="" xmlns:p14="http://schemas.microsoft.com/office/powerpoint/2010/main" xmlns:p15="http://schemas.microsoft.com/office/powerpoint/2012/main" xmlns:a16="http://schemas.microsoft.com/office/drawing/2014/main" id="{E58323DD-60AA-4111-84D0-01EE920D9443}"/>
                </a:ext>
              </a:extLst>
            </p:cNvPr>
            <p:cNvSpPr txBox="1"/>
            <p:nvPr/>
          </p:nvSpPr>
          <p:spPr>
            <a:xfrm>
              <a:off x="5428800" y="933006"/>
              <a:ext cx="2305137"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3</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grpSp>
        <p:nvGrpSpPr>
          <p:cNvPr id="57" name="组合 56">
            <a:extLst>
              <a:ext uri="{FF2B5EF4-FFF2-40B4-BE49-F238E27FC236}">
                <a16:creationId xmlns="" xmlns:p14="http://schemas.microsoft.com/office/powerpoint/2010/main" xmlns:p15="http://schemas.microsoft.com/office/powerpoint/2012/main" xmlns:a16="http://schemas.microsoft.com/office/drawing/2014/main" id="{E6903991-DF8E-490B-9E9B-6E52673544BA}"/>
              </a:ext>
            </a:extLst>
          </p:cNvPr>
          <p:cNvGrpSpPr/>
          <p:nvPr/>
        </p:nvGrpSpPr>
        <p:grpSpPr>
          <a:xfrm>
            <a:off x="3781050" y="1766191"/>
            <a:ext cx="573030" cy="1342546"/>
            <a:chOff x="4768367" y="-844793"/>
            <a:chExt cx="3016195" cy="6100918"/>
          </a:xfrm>
        </p:grpSpPr>
        <p:sp>
          <p:nvSpPr>
            <p:cNvPr id="58" name="文本框 57">
              <a:extLst>
                <a:ext uri="{FF2B5EF4-FFF2-40B4-BE49-F238E27FC236}">
                  <a16:creationId xmlns="" xmlns:p14="http://schemas.microsoft.com/office/powerpoint/2010/main" xmlns:p15="http://schemas.microsoft.com/office/powerpoint/2012/main" xmlns:a16="http://schemas.microsoft.com/office/drawing/2014/main" id="{2DDCD4AE-0020-433C-8820-29269C2E753A}"/>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59" name="图片 58"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F8C3C001-5B0E-40A7-AC85-4D2498E399B9}"/>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60" name="图片 59">
              <a:extLst>
                <a:ext uri="{FF2B5EF4-FFF2-40B4-BE49-F238E27FC236}">
                  <a16:creationId xmlns="" xmlns:p14="http://schemas.microsoft.com/office/powerpoint/2010/main" xmlns:p15="http://schemas.microsoft.com/office/powerpoint/2012/main" xmlns:a16="http://schemas.microsoft.com/office/drawing/2014/main" id="{4F7726AF-6BE1-45AD-9F30-1085F7565037}"/>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61" name="文本框 60">
              <a:extLst>
                <a:ext uri="{FF2B5EF4-FFF2-40B4-BE49-F238E27FC236}">
                  <a16:creationId xmlns="" xmlns:p14="http://schemas.microsoft.com/office/powerpoint/2010/main" xmlns:p15="http://schemas.microsoft.com/office/powerpoint/2012/main" xmlns:a16="http://schemas.microsoft.com/office/drawing/2014/main" id="{D12D1150-CFCC-4F5A-BAD8-5628266E3E4D}"/>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pic>
        <p:nvPicPr>
          <p:cNvPr id="62" name="图片 61">
            <a:extLst>
              <a:ext uri="{FF2B5EF4-FFF2-40B4-BE49-F238E27FC236}">
                <a16:creationId xmlns="" xmlns:p14="http://schemas.microsoft.com/office/powerpoint/2010/main" xmlns:p15="http://schemas.microsoft.com/office/powerpoint/2012/main" xmlns:a16="http://schemas.microsoft.com/office/drawing/2014/main" id="{94137158-D4D8-4C31-9010-E32405C347D5}"/>
              </a:ext>
            </a:extLst>
          </p:cNvPr>
          <p:cNvPicPr>
            <a:picLocks noChangeAspect="1"/>
          </p:cNvPicPr>
          <p:nvPr/>
        </p:nvPicPr>
        <p:blipFill>
          <a:blip r:embed="rId9">
            <a:duotone>
              <a:prstClr val="black"/>
              <a:srgbClr val="03E2E7">
                <a:tint val="45000"/>
                <a:satMod val="400000"/>
              </a:srgbClr>
            </a:duotone>
          </a:blip>
          <a:stretch>
            <a:fillRect/>
          </a:stretch>
        </p:blipFill>
        <p:spPr>
          <a:xfrm>
            <a:off x="226208" y="1483025"/>
            <a:ext cx="2326311" cy="1744733"/>
          </a:xfrm>
          <a:prstGeom prst="rect">
            <a:avLst/>
          </a:prstGeom>
        </p:spPr>
      </p:pic>
    </p:spTree>
    <p:extLst>
      <p:ext uri="{BB962C8B-B14F-4D97-AF65-F5344CB8AC3E}">
        <p14:creationId xmlns:p14="http://schemas.microsoft.com/office/powerpoint/2010/main" val="41728287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53" presetClass="entr" presetSubtype="0" fill="hold" nodeType="afterEffect">
                                  <p:childTnLst>
                                    <p:set>
                                      <p:cBhvr>
                                        <p:cTn id="7" dur="1" fill="hold">
                                          <p:stCondLst>
                                            <p:cond delay="0"/>
                                          </p:stCondLst>
                                        </p:cTn>
                                        <p:tgtEl>
                                          <p:spTgt spid="62"/>
                                        </p:tgtEl>
                                        <p:attrNameLst>
                                          <p:attrName>style.visibility</p:attrName>
                                        </p:attrNameLst>
                                      </p:cBhvr>
                                      <p:to>
                                        <p:strVal val="visible"/>
                                      </p:to>
                                    </p:set>
                                    <p:anim calcmode="lin" valueType="num">
                                      <p:cBhvr>
                                        <p:cTn id="8" dur="500" fill="hold"/>
                                        <p:tgtEl>
                                          <p:spTgt spid="62"/>
                                        </p:tgtEl>
                                        <p:attrNameLst>
                                          <p:attrName>ppt_w</p:attrName>
                                        </p:attrNameLst>
                                      </p:cBhvr>
                                      <p:tavLst>
                                        <p:tav tm="0">
                                          <p:val>
                                            <p:fltVal val="0"/>
                                          </p:val>
                                        </p:tav>
                                        <p:tav tm="100000">
                                          <p:val>
                                            <p:strVal val="#ppt_w"/>
                                          </p:val>
                                        </p:tav>
                                      </p:tavLst>
                                    </p:anim>
                                    <p:anim calcmode="lin" valueType="num">
                                      <p:cBhvr>
                                        <p:cTn id="9" dur="500" fill="hold"/>
                                        <p:tgtEl>
                                          <p:spTgt spid="62"/>
                                        </p:tgtEl>
                                        <p:attrNameLst>
                                          <p:attrName>ppt_h</p:attrName>
                                        </p:attrNameLst>
                                      </p:cBhvr>
                                      <p:tavLst>
                                        <p:tav tm="0">
                                          <p:val>
                                            <p:fltVal val="0"/>
                                          </p:val>
                                        </p:tav>
                                        <p:tav tm="100000">
                                          <p:val>
                                            <p:strVal val="#ppt_h"/>
                                          </p:val>
                                        </p:tav>
                                      </p:tavLst>
                                    </p:anim>
                                    <p:animEffect transition="in" filter="fade">
                                      <p:cBhvr>
                                        <p:cTn id="10" dur="500"/>
                                        <p:tgtEl>
                                          <p:spTgt spid="62"/>
                                        </p:tgtEl>
                                      </p:cBhvr>
                                    </p:animEffect>
                                  </p:childTnLst>
                                </p:cTn>
                              </p:par>
                            </p:childTnLst>
                          </p:cTn>
                        </p:par>
                        <p:par>
                          <p:cTn id="11" fill="hold" nodeType="withGroup">
                            <p:stCondLst>
                              <p:cond delay="500"/>
                            </p:stCondLst>
                            <p:childTnLst>
                              <p:par>
                                <p:cTn id="12" presetID="22" presetClass="entr" presetSubtype="8" fill="hold" grpId="0" nodeType="afterEffect">
                                  <p:childTnLst>
                                    <p:set>
                                      <p:cBhvr>
                                        <p:cTn id="13" dur="1" fill="hold">
                                          <p:stCondLst>
                                            <p:cond delay="0"/>
                                          </p:stCondLst>
                                        </p:cTn>
                                        <p:tgtEl>
                                          <p:spTgt spid="64"/>
                                        </p:tgtEl>
                                        <p:attrNameLst>
                                          <p:attrName>style.visibility</p:attrName>
                                        </p:attrNameLst>
                                      </p:cBhvr>
                                      <p:to>
                                        <p:strVal val="visible"/>
                                      </p:to>
                                    </p:set>
                                    <p:animEffect transition="in" filter="wipe(left)">
                                      <p:cBhvr>
                                        <p:cTn id="14" dur="500"/>
                                        <p:tgtEl>
                                          <p:spTgt spid="64"/>
                                        </p:tgtEl>
                                      </p:cBhvr>
                                    </p:animEffect>
                                  </p:childTnLst>
                                </p:cTn>
                              </p:par>
                              <p:par>
                                <p:cTn id="15" presetID="22" presetClass="entr" presetSubtype="8" fill="hold" grpId="1" nodeType="withEffec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par>
                                <p:cTn id="18" presetID="22" presetClass="entr" presetSubtype="8" fill="hold" grpId="2" nodeType="withEffect">
                                  <p:childTnLst>
                                    <p:set>
                                      <p:cBhvr>
                                        <p:cTn id="19" dur="1" fill="hold">
                                          <p:stCondLst>
                                            <p:cond delay="0"/>
                                          </p:stCondLst>
                                        </p:cTn>
                                        <p:tgtEl>
                                          <p:spTgt spid="67"/>
                                        </p:tgtEl>
                                        <p:attrNameLst>
                                          <p:attrName>style.visibility</p:attrName>
                                        </p:attrNameLst>
                                      </p:cBhvr>
                                      <p:to>
                                        <p:strVal val="visible"/>
                                      </p:to>
                                    </p:set>
                                    <p:animEffect transition="in" filter="wipe(left)">
                                      <p:cBhvr>
                                        <p:cTn id="20" dur="500"/>
                                        <p:tgtEl>
                                          <p:spTgt spid="67"/>
                                        </p:tgtEl>
                                      </p:cBhvr>
                                    </p:animEffect>
                                  </p:childTnLst>
                                </p:cTn>
                              </p:par>
                              <p:par>
                                <p:cTn id="21" presetID="22" presetClass="entr" presetSubtype="8" fill="hold" grpId="3" nodeType="withEffect">
                                  <p:childTnLst>
                                    <p:set>
                                      <p:cBhvr>
                                        <p:cTn id="22" dur="1" fill="hold">
                                          <p:stCondLst>
                                            <p:cond delay="0"/>
                                          </p:stCondLst>
                                        </p:cTn>
                                        <p:tgtEl>
                                          <p:spTgt spid="43"/>
                                        </p:tgtEl>
                                        <p:attrNameLst>
                                          <p:attrName>style.visibility</p:attrName>
                                        </p:attrNameLst>
                                      </p:cBhvr>
                                      <p:to>
                                        <p:strVal val="visible"/>
                                      </p:to>
                                    </p:set>
                                    <p:animEffect transition="in" filter="wipe(left)">
                                      <p:cBhvr>
                                        <p:cTn id="23" dur="500"/>
                                        <p:tgtEl>
                                          <p:spTgt spid="43"/>
                                        </p:tgtEl>
                                      </p:cBhvr>
                                    </p:animEffect>
                                  </p:childTnLst>
                                </p:cTn>
                              </p:par>
                              <p:par>
                                <p:cTn id="24" presetID="22" presetClass="entr" presetSubtype="8" fill="hold" grpId="4" nodeType="withEffect">
                                  <p:childTnLst>
                                    <p:set>
                                      <p:cBhvr>
                                        <p:cTn id="25" dur="1" fill="hold">
                                          <p:stCondLst>
                                            <p:cond delay="0"/>
                                          </p:stCondLst>
                                        </p:cTn>
                                        <p:tgtEl>
                                          <p:spTgt spid="44"/>
                                        </p:tgtEl>
                                        <p:attrNameLst>
                                          <p:attrName>style.visibility</p:attrName>
                                        </p:attrNameLst>
                                      </p:cBhvr>
                                      <p:to>
                                        <p:strVal val="visible"/>
                                      </p:to>
                                    </p:set>
                                    <p:animEffect transition="in" filter="wipe(left)">
                                      <p:cBhvr>
                                        <p:cTn id="26" dur="500"/>
                                        <p:tgtEl>
                                          <p:spTgt spid="44"/>
                                        </p:tgtEl>
                                      </p:cBhvr>
                                    </p:animEffect>
                                  </p:childTnLst>
                                </p:cTn>
                              </p:par>
                              <p:par>
                                <p:cTn id="27" presetID="22" presetClass="entr" presetSubtype="8" fill="hold" grpId="5" nodeType="withEffect">
                                  <p:childTnLst>
                                    <p:set>
                                      <p:cBhvr>
                                        <p:cTn id="28" dur="1" fill="hold">
                                          <p:stCondLst>
                                            <p:cond delay="0"/>
                                          </p:stCondLst>
                                        </p:cTn>
                                        <p:tgtEl>
                                          <p:spTgt spid="45"/>
                                        </p:tgtEl>
                                        <p:attrNameLst>
                                          <p:attrName>style.visibility</p:attrName>
                                        </p:attrNameLst>
                                      </p:cBhvr>
                                      <p:to>
                                        <p:strVal val="visible"/>
                                      </p:to>
                                    </p:set>
                                    <p:animEffect transition="in" filter="wipe(left)">
                                      <p:cBhvr>
                                        <p:cTn id="29" dur="500"/>
                                        <p:tgtEl>
                                          <p:spTgt spid="45"/>
                                        </p:tgtEl>
                                      </p:cBhvr>
                                    </p:animEffect>
                                  </p:childTnLst>
                                </p:cTn>
                              </p:par>
                              <p:par>
                                <p:cTn id="30" presetID="22" presetClass="entr" presetSubtype="8" fill="hold" grpId="6" nodeType="withEffec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par>
                                <p:cTn id="33" presetID="22" presetClass="entr" presetSubtype="8" fill="hold" grpId="7" nodeType="withEffect">
                                  <p:childTnLst>
                                    <p:set>
                                      <p:cBhvr>
                                        <p:cTn id="34" dur="1" fill="hold">
                                          <p:stCondLst>
                                            <p:cond delay="0"/>
                                          </p:stCondLst>
                                        </p:cTn>
                                        <p:tgtEl>
                                          <p:spTgt spid="32"/>
                                        </p:tgtEl>
                                        <p:attrNameLst>
                                          <p:attrName>style.visibility</p:attrName>
                                        </p:attrNameLst>
                                      </p:cBhvr>
                                      <p:to>
                                        <p:strVal val="visible"/>
                                      </p:to>
                                    </p:set>
                                    <p:animEffect transition="in" filter="wipe(left)">
                                      <p:cBhvr>
                                        <p:cTn id="35" dur="500"/>
                                        <p:tgtEl>
                                          <p:spTgt spid="32"/>
                                        </p:tgtEl>
                                      </p:cBhvr>
                                    </p:animEffect>
                                  </p:childTnLst>
                                </p:cTn>
                              </p:par>
                              <p:par>
                                <p:cTn id="36" presetID="22" presetClass="entr" presetSubtype="8" fill="hold" nodeType="withEffect">
                                  <p:childTnLst>
                                    <p:set>
                                      <p:cBhvr>
                                        <p:cTn id="37" dur="1" fill="hold">
                                          <p:stCondLst>
                                            <p:cond delay="0"/>
                                          </p:stCondLst>
                                        </p:cTn>
                                        <p:tgtEl>
                                          <p:spTgt spid="33"/>
                                        </p:tgtEl>
                                        <p:attrNameLst>
                                          <p:attrName>style.visibility</p:attrName>
                                        </p:attrNameLst>
                                      </p:cBhvr>
                                      <p:to>
                                        <p:strVal val="visible"/>
                                      </p:to>
                                    </p:set>
                                    <p:animEffect transition="in" filter="wipe(left)">
                                      <p:cBhvr>
                                        <p:cTn id="38" dur="500"/>
                                        <p:tgtEl>
                                          <p:spTgt spid="33"/>
                                        </p:tgtEl>
                                      </p:cBhvr>
                                    </p:animEffect>
                                  </p:childTnLst>
                                </p:cTn>
                              </p:par>
                              <p:par>
                                <p:cTn id="39" presetID="22" presetClass="entr" presetSubtype="8" fill="hold" grpId="8" nodeType="withEffect">
                                  <p:childTnLst>
                                    <p:set>
                                      <p:cBhvr>
                                        <p:cTn id="40" dur="1" fill="hold">
                                          <p:stCondLst>
                                            <p:cond delay="0"/>
                                          </p:stCondLst>
                                        </p:cTn>
                                        <p:tgtEl>
                                          <p:spTgt spid="48"/>
                                        </p:tgtEl>
                                        <p:attrNameLst>
                                          <p:attrName>style.visibility</p:attrName>
                                        </p:attrNameLst>
                                      </p:cBhvr>
                                      <p:to>
                                        <p:strVal val="visible"/>
                                      </p:to>
                                    </p:set>
                                    <p:animEffect transition="in" filter="wipe(left)">
                                      <p:cBhvr>
                                        <p:cTn id="41" dur="500"/>
                                        <p:tgtEl>
                                          <p:spTgt spid="48"/>
                                        </p:tgtEl>
                                      </p:cBhvr>
                                    </p:animEffect>
                                  </p:childTnLst>
                                </p:cTn>
                              </p:par>
                              <p:par>
                                <p:cTn id="42" presetID="22" presetClass="entr" presetSubtype="8" fill="hold" grpId="9" nodeType="withEffect">
                                  <p:childTnLst>
                                    <p:set>
                                      <p:cBhvr>
                                        <p:cTn id="43" dur="1" fill="hold">
                                          <p:stCondLst>
                                            <p:cond delay="0"/>
                                          </p:stCondLst>
                                        </p:cTn>
                                        <p:tgtEl>
                                          <p:spTgt spid="49"/>
                                        </p:tgtEl>
                                        <p:attrNameLst>
                                          <p:attrName>style.visibility</p:attrName>
                                        </p:attrNameLst>
                                      </p:cBhvr>
                                      <p:to>
                                        <p:strVal val="visible"/>
                                      </p:to>
                                    </p:set>
                                    <p:animEffect transition="in" filter="wipe(left)">
                                      <p:cBhvr>
                                        <p:cTn id="44" dur="500"/>
                                        <p:tgtEl>
                                          <p:spTgt spid="49"/>
                                        </p:tgtEl>
                                      </p:cBhvr>
                                    </p:animEffect>
                                  </p:childTnLst>
                                </p:cTn>
                              </p:par>
                              <p:par>
                                <p:cTn id="45" presetID="22" presetClass="entr" presetSubtype="8" fill="hold" grpId="10" nodeType="withEffect">
                                  <p:childTnLst>
                                    <p:set>
                                      <p:cBhvr>
                                        <p:cTn id="46" dur="1" fill="hold">
                                          <p:stCondLst>
                                            <p:cond delay="0"/>
                                          </p:stCondLst>
                                        </p:cTn>
                                        <p:tgtEl>
                                          <p:spTgt spid="50"/>
                                        </p:tgtEl>
                                        <p:attrNameLst>
                                          <p:attrName>style.visibility</p:attrName>
                                        </p:attrNameLst>
                                      </p:cBhvr>
                                      <p:to>
                                        <p:strVal val="visible"/>
                                      </p:to>
                                    </p:set>
                                    <p:animEffect transition="in" filter="wipe(left)">
                                      <p:cBhvr>
                                        <p:cTn id="47" dur="500"/>
                                        <p:tgtEl>
                                          <p:spTgt spid="50"/>
                                        </p:tgtEl>
                                      </p:cBhvr>
                                    </p:animEffect>
                                  </p:childTnLst>
                                </p:cTn>
                              </p:par>
                              <p:par>
                                <p:cTn id="48" presetID="22" presetClass="entr" presetSubtype="8" fill="hold" grpId="11" nodeType="withEffect">
                                  <p:childTnLst>
                                    <p:set>
                                      <p:cBhvr>
                                        <p:cTn id="49" dur="1" fill="hold">
                                          <p:stCondLst>
                                            <p:cond delay="0"/>
                                          </p:stCondLst>
                                        </p:cTn>
                                        <p:tgtEl>
                                          <p:spTgt spid="51"/>
                                        </p:tgtEl>
                                        <p:attrNameLst>
                                          <p:attrName>style.visibility</p:attrName>
                                        </p:attrNameLst>
                                      </p:cBhvr>
                                      <p:to>
                                        <p:strVal val="visible"/>
                                      </p:to>
                                    </p:set>
                                    <p:animEffect transition="in" filter="wipe(left)">
                                      <p:cBhvr>
                                        <p:cTn id="50" dur="500"/>
                                        <p:tgtEl>
                                          <p:spTgt spid="51"/>
                                        </p:tgtEl>
                                      </p:cBhvr>
                                    </p:animEffect>
                                  </p:childTnLst>
                                </p:cTn>
                              </p:par>
                              <p:par>
                                <p:cTn id="51" presetID="22" presetClass="entr" presetSubtype="8" fill="hold" grpId="12" nodeType="withEffec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par>
                                <p:cTn id="54" presetID="22" presetClass="entr" presetSubtype="8" fill="hold" grpId="13" nodeType="withEffect">
                                  <p:childTnLst>
                                    <p:set>
                                      <p:cBhvr>
                                        <p:cTn id="55" dur="1" fill="hold">
                                          <p:stCondLst>
                                            <p:cond delay="0"/>
                                          </p:stCondLst>
                                        </p:cTn>
                                        <p:tgtEl>
                                          <p:spTgt spid="46"/>
                                        </p:tgtEl>
                                        <p:attrNameLst>
                                          <p:attrName>style.visibility</p:attrName>
                                        </p:attrNameLst>
                                      </p:cBhvr>
                                      <p:to>
                                        <p:strVal val="visible"/>
                                      </p:to>
                                    </p:set>
                                    <p:animEffect transition="in" filter="wipe(left)">
                                      <p:cBhvr>
                                        <p:cTn id="56" dur="500"/>
                                        <p:tgtEl>
                                          <p:spTgt spid="46"/>
                                        </p:tgtEl>
                                      </p:cBhvr>
                                    </p:animEffect>
                                  </p:childTnLst>
                                </p:cTn>
                              </p:par>
                              <p:par>
                                <p:cTn id="57" presetID="22" presetClass="entr" presetSubtype="8" fill="hold" grpId="14" nodeType="withEffect">
                                  <p:childTnLst>
                                    <p:set>
                                      <p:cBhvr>
                                        <p:cTn id="58" dur="1" fill="hold">
                                          <p:stCondLst>
                                            <p:cond delay="0"/>
                                          </p:stCondLst>
                                        </p:cTn>
                                        <p:tgtEl>
                                          <p:spTgt spid="47"/>
                                        </p:tgtEl>
                                        <p:attrNameLst>
                                          <p:attrName>style.visibility</p:attrName>
                                        </p:attrNameLst>
                                      </p:cBhvr>
                                      <p:to>
                                        <p:strVal val="visible"/>
                                      </p:to>
                                    </p:set>
                                    <p:animEffect transition="in" filter="wipe(left)">
                                      <p:cBhvr>
                                        <p:cTn id="59" dur="500"/>
                                        <p:tgtEl>
                                          <p:spTgt spid="47"/>
                                        </p:tgtEl>
                                      </p:cBhvr>
                                    </p:animEffect>
                                  </p:childTnLst>
                                </p:cTn>
                              </p:par>
                              <p:par>
                                <p:cTn id="60" presetID="22" presetClass="entr" presetSubtype="8" fill="hold" nodeType="withEffect">
                                  <p:childTnLst>
                                    <p:set>
                                      <p:cBhvr>
                                        <p:cTn id="61" dur="1" fill="hold">
                                          <p:stCondLst>
                                            <p:cond delay="0"/>
                                          </p:stCondLst>
                                        </p:cTn>
                                        <p:tgtEl>
                                          <p:spTgt spid="52"/>
                                        </p:tgtEl>
                                        <p:attrNameLst>
                                          <p:attrName>style.visibility</p:attrName>
                                        </p:attrNameLst>
                                      </p:cBhvr>
                                      <p:to>
                                        <p:strVal val="visible"/>
                                      </p:to>
                                    </p:set>
                                    <p:animEffect transition="in" filter="wipe(left)">
                                      <p:cBhvr>
                                        <p:cTn id="62" dur="500"/>
                                        <p:tgtEl>
                                          <p:spTgt spid="52"/>
                                        </p:tgtEl>
                                      </p:cBhvr>
                                    </p:animEffect>
                                  </p:childTnLst>
                                </p:cTn>
                              </p:par>
                              <p:par>
                                <p:cTn id="63" presetID="22" presetClass="entr" presetSubtype="8" fill="hold" nodeType="withEffect">
                                  <p:childTnLst>
                                    <p:set>
                                      <p:cBhvr>
                                        <p:cTn id="64" dur="1" fill="hold">
                                          <p:stCondLst>
                                            <p:cond delay="0"/>
                                          </p:stCondLst>
                                        </p:cTn>
                                        <p:tgtEl>
                                          <p:spTgt spid="57"/>
                                        </p:tgtEl>
                                        <p:attrNameLst>
                                          <p:attrName>style.visibility</p:attrName>
                                        </p:attrNameLst>
                                      </p:cBhvr>
                                      <p:to>
                                        <p:strVal val="visible"/>
                                      </p:to>
                                    </p:set>
                                    <p:animEffect transition="in" filter="wipe(left)">
                                      <p:cBhvr>
                                        <p:cTn id="6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27" grpId="1" animBg="1"/>
      <p:bldP spid="67" grpId="2" animBg="1"/>
      <p:bldP spid="43" grpId="3" animBg="1"/>
      <p:bldP spid="44" grpId="4" animBg="1"/>
      <p:bldP spid="45" grpId="5" animBg="1"/>
      <p:bldP spid="31" grpId="6"/>
      <p:bldP spid="32" grpId="7"/>
      <p:bldP spid="48" grpId="8"/>
      <p:bldP spid="49" grpId="9"/>
      <p:bldP spid="50" grpId="10"/>
      <p:bldP spid="51" grpId="11"/>
      <p:bldP spid="7" grpId="12" animBg="1"/>
      <p:bldP spid="46" grpId="13" animBg="1"/>
      <p:bldP spid="47" grpId="14"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cxnSp>
        <p:nvCxnSpPr>
          <p:cNvPr id="21" name="直接连接符 20">
            <a:extLst>
              <a:ext uri="{FF2B5EF4-FFF2-40B4-BE49-F238E27FC236}">
                <a16:creationId xmlns="" xmlns:p14="http://schemas.microsoft.com/office/powerpoint/2010/main" xmlns:p15="http://schemas.microsoft.com/office/powerpoint/2012/main" xmlns:a16="http://schemas.microsoft.com/office/drawing/2014/main" id="{E6DB2A1F-1F66-42E2-B225-E8D172BD8985}"/>
              </a:ext>
            </a:extLst>
          </p:cNvPr>
          <p:cNvCxnSpPr/>
          <p:nvPr/>
        </p:nvCxnSpPr>
        <p:spPr>
          <a:xfrm flipH="1">
            <a:off x="722404" y="1550257"/>
            <a:ext cx="4562749"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22" name="TextBox 13">
            <a:extLst>
              <a:ext uri="{FF2B5EF4-FFF2-40B4-BE49-F238E27FC236}">
                <a16:creationId xmlns="" xmlns:p14="http://schemas.microsoft.com/office/powerpoint/2010/main" xmlns:p15="http://schemas.microsoft.com/office/powerpoint/2012/main" xmlns:a16="http://schemas.microsoft.com/office/drawing/2014/main" id="{520F0D32-B379-4809-A6FF-B0C3CEF0C0E2}"/>
              </a:ext>
            </a:extLst>
          </p:cNvPr>
          <p:cNvSpPr txBox="1"/>
          <p:nvPr/>
        </p:nvSpPr>
        <p:spPr>
          <a:xfrm>
            <a:off x="992614" y="1311894"/>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3" name="TextBox 13">
            <a:extLst>
              <a:ext uri="{FF2B5EF4-FFF2-40B4-BE49-F238E27FC236}">
                <a16:creationId xmlns="" xmlns:p14="http://schemas.microsoft.com/office/powerpoint/2010/main" xmlns:p15="http://schemas.microsoft.com/office/powerpoint/2012/main" xmlns:a16="http://schemas.microsoft.com/office/drawing/2014/main" id="{41040AB6-450D-48DD-8574-8E4CF12A5D16}"/>
              </a:ext>
            </a:extLst>
          </p:cNvPr>
          <p:cNvSpPr txBox="1"/>
          <p:nvPr/>
        </p:nvSpPr>
        <p:spPr>
          <a:xfrm>
            <a:off x="1007307" y="1623314"/>
            <a:ext cx="3844263" cy="12311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a:t>
            </a:r>
          </a:p>
        </p:txBody>
      </p:sp>
      <p:grpSp>
        <p:nvGrpSpPr>
          <p:cNvPr id="24" name="组合 23">
            <a:extLst>
              <a:ext uri="{FF2B5EF4-FFF2-40B4-BE49-F238E27FC236}">
                <a16:creationId xmlns="" xmlns:p14="http://schemas.microsoft.com/office/powerpoint/2010/main" xmlns:p15="http://schemas.microsoft.com/office/powerpoint/2012/main" xmlns:a16="http://schemas.microsoft.com/office/drawing/2014/main" id="{5F41F46A-A70A-4A06-818C-AC770D611A02}"/>
              </a:ext>
            </a:extLst>
          </p:cNvPr>
          <p:cNvGrpSpPr/>
          <p:nvPr/>
        </p:nvGrpSpPr>
        <p:grpSpPr>
          <a:xfrm>
            <a:off x="466681" y="920923"/>
            <a:ext cx="468836" cy="1342546"/>
            <a:chOff x="4768367" y="-844793"/>
            <a:chExt cx="2467760" cy="6100918"/>
          </a:xfrm>
        </p:grpSpPr>
        <p:sp>
          <p:nvSpPr>
            <p:cNvPr id="25" name="文本框 24">
              <a:extLst>
                <a:ext uri="{FF2B5EF4-FFF2-40B4-BE49-F238E27FC236}">
                  <a16:creationId xmlns="" xmlns:p14="http://schemas.microsoft.com/office/powerpoint/2010/main" xmlns:p15="http://schemas.microsoft.com/office/powerpoint/2012/main" xmlns:a16="http://schemas.microsoft.com/office/drawing/2014/main" id="{EC7C2714-2E0D-4327-BD8C-FA331DF411BA}"/>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26" name="图片 25"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57A0977F-B779-4D07-864E-CBDBF651DAC9}"/>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27" name="图片 26">
              <a:extLst>
                <a:ext uri="{FF2B5EF4-FFF2-40B4-BE49-F238E27FC236}">
                  <a16:creationId xmlns="" xmlns:p14="http://schemas.microsoft.com/office/powerpoint/2010/main" xmlns:p15="http://schemas.microsoft.com/office/powerpoint/2012/main" xmlns:a16="http://schemas.microsoft.com/office/drawing/2014/main" id="{75B457B0-0A2E-4892-8FA0-009907ACE212}"/>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29" name="文本框 28">
              <a:extLst>
                <a:ext uri="{FF2B5EF4-FFF2-40B4-BE49-F238E27FC236}">
                  <a16:creationId xmlns="" xmlns:p14="http://schemas.microsoft.com/office/powerpoint/2010/main" xmlns:p15="http://schemas.microsoft.com/office/powerpoint/2012/main" xmlns:a16="http://schemas.microsoft.com/office/drawing/2014/main" id="{7C3F7FFC-61A6-47F9-8188-3D2058B3B4AD}"/>
                </a:ext>
              </a:extLst>
            </p:cNvPr>
            <p:cNvSpPr txBox="1"/>
            <p:nvPr/>
          </p:nvSpPr>
          <p:spPr>
            <a:xfrm>
              <a:off x="5428800" y="882941"/>
              <a:ext cx="1807327" cy="2657387"/>
            </a:xfrm>
            <a:prstGeom prst="rect">
              <a:avLst/>
            </a:prstGeom>
            <a:noFill/>
          </p:spPr>
          <p:txBody>
            <a:bodyPr wrap="none" rtlCol="0">
              <a:spAutoFit/>
            </a:bodyPr>
            <a:lstStyle/>
            <a:p>
              <a:r>
                <a:rPr lang="en-US" altLang="zh-CN" sz="32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1</a:t>
              </a:r>
              <a:endParaRPr lang="zh-CN" altLang="en-US" sz="32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
        <p:nvSpPr>
          <p:cNvPr id="31" name="îṣlíde">
            <a:extLst>
              <a:ext uri="{FF2B5EF4-FFF2-40B4-BE49-F238E27FC236}">
                <a16:creationId xmlns="" xmlns:p14="http://schemas.microsoft.com/office/powerpoint/2010/main" xmlns:p15="http://schemas.microsoft.com/office/powerpoint/2012/main" xmlns:a16="http://schemas.microsoft.com/office/drawing/2014/main" id="{783ECA37-1058-412C-A4D2-3DD9D7247D94}"/>
              </a:ext>
            </a:extLst>
          </p:cNvPr>
          <p:cNvSpPr/>
          <p:nvPr/>
        </p:nvSpPr>
        <p:spPr bwMode="auto">
          <a:xfrm>
            <a:off x="5499250" y="1036673"/>
            <a:ext cx="2208804" cy="2238919"/>
          </a:xfrm>
          <a:prstGeom prst="rect">
            <a:avLst/>
          </a:prstGeom>
          <a:noFill/>
          <a:ln w="9525">
            <a:noFill/>
            <a:miter lim="800000"/>
          </a:ln>
        </p:spPr>
        <p:txBody>
          <a:bodyPr wrap="square" lIns="91440" tIns="45720" rIns="91440" bIns="45720" anchor="ctr">
            <a:normAutofit/>
          </a:bodyPr>
          <a:lstStyle/>
          <a:p>
            <a:pPr algn="ctr"/>
            <a:endParaRPr sz="1000">
              <a:latin typeface="思源黑体 CN Heavy" panose="020B0A00000000000000" pitchFamily="34" charset="-122"/>
              <a:ea typeface="思源黑体 CN Heavy" panose="020B0A00000000000000" pitchFamily="34" charset="-122"/>
            </a:endParaRPr>
          </a:p>
        </p:txBody>
      </p:sp>
      <p:sp>
        <p:nvSpPr>
          <p:cNvPr id="32" name="iślïḍé">
            <a:extLst>
              <a:ext uri="{FF2B5EF4-FFF2-40B4-BE49-F238E27FC236}">
                <a16:creationId xmlns="" xmlns:p14="http://schemas.microsoft.com/office/powerpoint/2010/main" xmlns:p15="http://schemas.microsoft.com/office/powerpoint/2012/main" xmlns:a16="http://schemas.microsoft.com/office/drawing/2014/main" id="{3646CE92-E264-41EF-88EF-3CC43D6BD2EA}"/>
              </a:ext>
            </a:extLst>
          </p:cNvPr>
          <p:cNvSpPr/>
          <p:nvPr/>
        </p:nvSpPr>
        <p:spPr bwMode="auto">
          <a:xfrm>
            <a:off x="5636637" y="2751571"/>
            <a:ext cx="517229" cy="522167"/>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6350">
            <a:solidFill>
              <a:srgbClr val="00FEFE">
                <a:alpha val="50196"/>
              </a:srgbClr>
            </a:solidFill>
            <a:round/>
          </a:ln>
        </p:spPr>
        <p:txBody>
          <a:bodyPr wrap="square" lIns="91440" tIns="45720" rIns="91440" bIns="45720" anchor="ctr">
            <a:normAutofit/>
          </a:bodyPr>
          <a:lstStyle/>
          <a:p>
            <a:pPr algn="ctr"/>
            <a:endParaRPr sz="1000">
              <a:latin typeface="思源黑体 CN Heavy" panose="020B0A00000000000000" pitchFamily="34" charset="-122"/>
              <a:ea typeface="思源黑体 CN Heavy" panose="020B0A00000000000000" pitchFamily="34" charset="-122"/>
            </a:endParaRPr>
          </a:p>
        </p:txBody>
      </p:sp>
      <p:sp>
        <p:nvSpPr>
          <p:cNvPr id="33" name="iṡ1ïďê">
            <a:extLst>
              <a:ext uri="{FF2B5EF4-FFF2-40B4-BE49-F238E27FC236}">
                <a16:creationId xmlns="" xmlns:p14="http://schemas.microsoft.com/office/powerpoint/2010/main" xmlns:p15="http://schemas.microsoft.com/office/powerpoint/2012/main" xmlns:a16="http://schemas.microsoft.com/office/drawing/2014/main" id="{AF45522E-2C42-413D-8D4E-0E3E71606B4E}"/>
              </a:ext>
            </a:extLst>
          </p:cNvPr>
          <p:cNvSpPr/>
          <p:nvPr/>
        </p:nvSpPr>
        <p:spPr bwMode="auto">
          <a:xfrm>
            <a:off x="7048431" y="1328827"/>
            <a:ext cx="518148" cy="521240"/>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6350">
            <a:solidFill>
              <a:srgbClr val="00FEFE">
                <a:alpha val="50196"/>
              </a:srgbClr>
            </a:solidFill>
            <a:round/>
          </a:ln>
        </p:spPr>
        <p:txBody>
          <a:bodyPr wrap="square" lIns="91440" tIns="45720" rIns="91440" bIns="45720" anchor="ctr">
            <a:normAutofit/>
          </a:bodyPr>
          <a:lstStyle/>
          <a:p>
            <a:pPr algn="ctr"/>
            <a:endParaRPr sz="1000">
              <a:latin typeface="思源黑体 CN Heavy" panose="020B0A00000000000000" pitchFamily="34" charset="-122"/>
              <a:ea typeface="思源黑体 CN Heavy" panose="020B0A00000000000000" pitchFamily="34" charset="-122"/>
            </a:endParaRPr>
          </a:p>
        </p:txBody>
      </p:sp>
      <p:sp>
        <p:nvSpPr>
          <p:cNvPr id="34" name="iṧlîdê">
            <a:extLst>
              <a:ext uri="{FF2B5EF4-FFF2-40B4-BE49-F238E27FC236}">
                <a16:creationId xmlns="" xmlns:p14="http://schemas.microsoft.com/office/powerpoint/2010/main" xmlns:p15="http://schemas.microsoft.com/office/powerpoint/2012/main" xmlns:a16="http://schemas.microsoft.com/office/drawing/2014/main" id="{7172A780-49C7-4BF1-9D9B-1A529159398D}"/>
              </a:ext>
            </a:extLst>
          </p:cNvPr>
          <p:cNvSpPr/>
          <p:nvPr/>
        </p:nvSpPr>
        <p:spPr bwMode="auto">
          <a:xfrm>
            <a:off x="7048431" y="2751571"/>
            <a:ext cx="518148" cy="522167"/>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6350">
            <a:solidFill>
              <a:srgbClr val="00FEFE">
                <a:alpha val="50196"/>
              </a:srgbClr>
            </a:solidFill>
            <a:round/>
          </a:ln>
        </p:spPr>
        <p:txBody>
          <a:bodyPr wrap="square" lIns="91440" tIns="45720" rIns="91440" bIns="45720" anchor="ctr">
            <a:normAutofit/>
          </a:bodyPr>
          <a:lstStyle/>
          <a:p>
            <a:pPr algn="ctr"/>
            <a:endParaRPr sz="1000">
              <a:latin typeface="思源黑体 CN Heavy" panose="020B0A00000000000000" pitchFamily="34" charset="-122"/>
              <a:ea typeface="思源黑体 CN Heavy" panose="020B0A00000000000000" pitchFamily="34" charset="-122"/>
            </a:endParaRPr>
          </a:p>
        </p:txBody>
      </p:sp>
      <p:sp>
        <p:nvSpPr>
          <p:cNvPr id="35" name="išḷïḑe">
            <a:extLst>
              <a:ext uri="{FF2B5EF4-FFF2-40B4-BE49-F238E27FC236}">
                <a16:creationId xmlns="" xmlns:p14="http://schemas.microsoft.com/office/powerpoint/2010/main" xmlns:p15="http://schemas.microsoft.com/office/powerpoint/2012/main" xmlns:a16="http://schemas.microsoft.com/office/drawing/2014/main" id="{6128DCEA-9814-4367-A96B-0975253C66F1}"/>
              </a:ext>
            </a:extLst>
          </p:cNvPr>
          <p:cNvSpPr/>
          <p:nvPr/>
        </p:nvSpPr>
        <p:spPr bwMode="auto">
          <a:xfrm>
            <a:off x="5660309" y="1353869"/>
            <a:ext cx="504344" cy="508255"/>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6350">
            <a:solidFill>
              <a:srgbClr val="00FEFE">
                <a:alpha val="50196"/>
              </a:srgbClr>
            </a:solidFill>
            <a:round/>
          </a:ln>
        </p:spPr>
        <p:txBody>
          <a:bodyPr wrap="square" lIns="91440" tIns="45720" rIns="91440" bIns="45720" anchor="ctr">
            <a:normAutofit/>
          </a:bodyPr>
          <a:lstStyle/>
          <a:p>
            <a:pPr algn="ctr"/>
            <a:endParaRPr sz="1000">
              <a:latin typeface="思源黑体 CN Heavy" panose="020B0A00000000000000" pitchFamily="34" charset="-122"/>
              <a:ea typeface="思源黑体 CN Heavy" panose="020B0A00000000000000" pitchFamily="34" charset="-122"/>
            </a:endParaRPr>
          </a:p>
        </p:txBody>
      </p:sp>
      <p:sp>
        <p:nvSpPr>
          <p:cNvPr id="37" name="椭圆 36">
            <a:extLst>
              <a:ext uri="{FF2B5EF4-FFF2-40B4-BE49-F238E27FC236}">
                <a16:creationId xmlns="" xmlns:p14="http://schemas.microsoft.com/office/powerpoint/2010/main" xmlns:p15="http://schemas.microsoft.com/office/powerpoint/2012/main" xmlns:a16="http://schemas.microsoft.com/office/drawing/2014/main" id="{68EBF4A1-33F8-44D9-935F-49BE638DD122}"/>
              </a:ext>
            </a:extLst>
          </p:cNvPr>
          <p:cNvSpPr/>
          <p:nvPr/>
        </p:nvSpPr>
        <p:spPr>
          <a:xfrm>
            <a:off x="6254758" y="853804"/>
            <a:ext cx="699980" cy="724779"/>
          </a:xfrm>
          <a:prstGeom prst="ellipse">
            <a:avLst/>
          </a:prstGeom>
          <a:gradFill flip="none" rotWithShape="1">
            <a:gsLst>
              <a:gs pos="58000">
                <a:srgbClr val="00FEFE">
                  <a:alpha val="0"/>
                </a:srgbClr>
              </a:gs>
              <a:gs pos="100000">
                <a:srgbClr val="00FEFE"/>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00">
              <a:solidFill>
                <a:prstClr val="white"/>
              </a:solidFill>
              <a:latin typeface="思源黑体 CN Heavy" panose="020B0A00000000000000" pitchFamily="34" charset="-122"/>
              <a:ea typeface="思源黑体 CN Heavy" panose="020B0A00000000000000" pitchFamily="34" charset="-122"/>
            </a:endParaRPr>
          </a:p>
        </p:txBody>
      </p:sp>
      <p:sp>
        <p:nvSpPr>
          <p:cNvPr id="38" name="文本框 120">
            <a:extLst>
              <a:ext uri="{FF2B5EF4-FFF2-40B4-BE49-F238E27FC236}">
                <a16:creationId xmlns="" xmlns:p14="http://schemas.microsoft.com/office/powerpoint/2010/main" xmlns:p15="http://schemas.microsoft.com/office/powerpoint/2012/main" xmlns:a16="http://schemas.microsoft.com/office/drawing/2014/main" id="{07164B8E-5F5E-4CAC-9C1C-EBC97F1EE532}"/>
              </a:ext>
            </a:extLst>
          </p:cNvPr>
          <p:cNvSpPr txBox="1"/>
          <p:nvPr/>
        </p:nvSpPr>
        <p:spPr>
          <a:xfrm>
            <a:off x="6247043" y="1180921"/>
            <a:ext cx="699978" cy="2308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a:solidFill>
                  <a:schemeClr val="bg1"/>
                </a:solidFill>
                <a:latin typeface="思源黑体 CN Heavy" panose="020B0A00000000000000" pitchFamily="34" charset="-122"/>
                <a:ea typeface="思源黑体 CN Heavy" panose="020B0A00000000000000" pitchFamily="34" charset="-122"/>
              </a:rPr>
              <a:t>内容文本</a:t>
            </a:r>
          </a:p>
        </p:txBody>
      </p:sp>
      <p:sp>
        <p:nvSpPr>
          <p:cNvPr id="39" name="coins-stacks-of-dollars-hand-drawn-commercial-symbol_35718">
            <a:extLst>
              <a:ext uri="{FF2B5EF4-FFF2-40B4-BE49-F238E27FC236}">
                <a16:creationId xmlns="" xmlns:p14="http://schemas.microsoft.com/office/powerpoint/2010/main" xmlns:p15="http://schemas.microsoft.com/office/powerpoint/2012/main" xmlns:a16="http://schemas.microsoft.com/office/drawing/2014/main" id="{71A59882-5DD2-4DE1-A71B-5D5AC600F7D2}"/>
              </a:ext>
            </a:extLst>
          </p:cNvPr>
          <p:cNvSpPr>
            <a:spLocks noChangeAspect="1"/>
          </p:cNvSpPr>
          <p:nvPr/>
        </p:nvSpPr>
        <p:spPr bwMode="auto">
          <a:xfrm>
            <a:off x="6496482" y="1020656"/>
            <a:ext cx="216533" cy="154021"/>
          </a:xfrm>
          <a:custGeom>
            <a:avLst/>
            <a:gdLst>
              <a:gd name="connsiteX0" fmla="*/ 472489 w 604816"/>
              <a:gd name="connsiteY0" fmla="*/ 377871 h 415489"/>
              <a:gd name="connsiteX1" fmla="*/ 466407 w 604816"/>
              <a:gd name="connsiteY1" fmla="*/ 384091 h 415489"/>
              <a:gd name="connsiteX2" fmla="*/ 472489 w 604816"/>
              <a:gd name="connsiteY2" fmla="*/ 390164 h 415489"/>
              <a:gd name="connsiteX3" fmla="*/ 553636 w 604816"/>
              <a:gd name="connsiteY3" fmla="*/ 390164 h 415489"/>
              <a:gd name="connsiteX4" fmla="*/ 559718 w 604816"/>
              <a:gd name="connsiteY4" fmla="*/ 384091 h 415489"/>
              <a:gd name="connsiteX5" fmla="*/ 553636 w 604816"/>
              <a:gd name="connsiteY5" fmla="*/ 377871 h 415489"/>
              <a:gd name="connsiteX6" fmla="*/ 20917 w 604816"/>
              <a:gd name="connsiteY6" fmla="*/ 352545 h 415489"/>
              <a:gd name="connsiteX7" fmla="*/ 255752 w 604816"/>
              <a:gd name="connsiteY7" fmla="*/ 352545 h 415489"/>
              <a:gd name="connsiteX8" fmla="*/ 261835 w 604816"/>
              <a:gd name="connsiteY8" fmla="*/ 358766 h 415489"/>
              <a:gd name="connsiteX9" fmla="*/ 342981 w 604816"/>
              <a:gd name="connsiteY9" fmla="*/ 358766 h 415489"/>
              <a:gd name="connsiteX10" fmla="*/ 349064 w 604816"/>
              <a:gd name="connsiteY10" fmla="*/ 352545 h 415489"/>
              <a:gd name="connsiteX11" fmla="*/ 583899 w 604816"/>
              <a:gd name="connsiteY11" fmla="*/ 352545 h 415489"/>
              <a:gd name="connsiteX12" fmla="*/ 604816 w 604816"/>
              <a:gd name="connsiteY12" fmla="*/ 384091 h 415489"/>
              <a:gd name="connsiteX13" fmla="*/ 583899 w 604816"/>
              <a:gd name="connsiteY13" fmla="*/ 415489 h 415489"/>
              <a:gd name="connsiteX14" fmla="*/ 20917 w 604816"/>
              <a:gd name="connsiteY14" fmla="*/ 415489 h 415489"/>
              <a:gd name="connsiteX15" fmla="*/ 0 w 604816"/>
              <a:gd name="connsiteY15" fmla="*/ 384091 h 415489"/>
              <a:gd name="connsiteX16" fmla="*/ 20917 w 604816"/>
              <a:gd name="connsiteY16" fmla="*/ 352545 h 415489"/>
              <a:gd name="connsiteX17" fmla="*/ 203228 w 604816"/>
              <a:gd name="connsiteY17" fmla="*/ 155103 h 415489"/>
              <a:gd name="connsiteX18" fmla="*/ 213460 w 604816"/>
              <a:gd name="connsiteY18" fmla="*/ 165335 h 415489"/>
              <a:gd name="connsiteX19" fmla="*/ 203228 w 604816"/>
              <a:gd name="connsiteY19" fmla="*/ 175567 h 415489"/>
              <a:gd name="connsiteX20" fmla="*/ 192996 w 604816"/>
              <a:gd name="connsiteY20" fmla="*/ 165335 h 415489"/>
              <a:gd name="connsiteX21" fmla="*/ 203228 w 604816"/>
              <a:gd name="connsiteY21" fmla="*/ 155103 h 415489"/>
              <a:gd name="connsiteX22" fmla="*/ 202769 w 604816"/>
              <a:gd name="connsiteY22" fmla="*/ 115409 h 415489"/>
              <a:gd name="connsiteX23" fmla="*/ 150398 w 604816"/>
              <a:gd name="connsiteY23" fmla="*/ 167693 h 415489"/>
              <a:gd name="connsiteX24" fmla="*/ 202769 w 604816"/>
              <a:gd name="connsiteY24" fmla="*/ 219976 h 415489"/>
              <a:gd name="connsiteX25" fmla="*/ 255140 w 604816"/>
              <a:gd name="connsiteY25" fmla="*/ 167693 h 415489"/>
              <a:gd name="connsiteX26" fmla="*/ 202769 w 604816"/>
              <a:gd name="connsiteY26" fmla="*/ 115409 h 415489"/>
              <a:gd name="connsiteX27" fmla="*/ 142535 w 604816"/>
              <a:gd name="connsiteY27" fmla="*/ 66976 h 415489"/>
              <a:gd name="connsiteX28" fmla="*/ 96988 w 604816"/>
              <a:gd name="connsiteY28" fmla="*/ 115409 h 415489"/>
              <a:gd name="connsiteX29" fmla="*/ 147430 w 604816"/>
              <a:gd name="connsiteY29" fmla="*/ 136737 h 415489"/>
              <a:gd name="connsiteX30" fmla="*/ 168794 w 604816"/>
              <a:gd name="connsiteY30" fmla="*/ 113483 h 415489"/>
              <a:gd name="connsiteX31" fmla="*/ 416408 w 604816"/>
              <a:gd name="connsiteY31" fmla="*/ 66967 h 415489"/>
              <a:gd name="connsiteX32" fmla="*/ 461072 w 604816"/>
              <a:gd name="connsiteY32" fmla="*/ 66967 h 415489"/>
              <a:gd name="connsiteX33" fmla="*/ 483478 w 604816"/>
              <a:gd name="connsiteY33" fmla="*/ 89334 h 415489"/>
              <a:gd name="connsiteX34" fmla="*/ 483478 w 604816"/>
              <a:gd name="connsiteY34" fmla="*/ 156286 h 415489"/>
              <a:gd name="connsiteX35" fmla="*/ 516567 w 604816"/>
              <a:gd name="connsiteY35" fmla="*/ 156286 h 415489"/>
              <a:gd name="connsiteX36" fmla="*/ 523096 w 604816"/>
              <a:gd name="connsiteY36" fmla="*/ 172135 h 415489"/>
              <a:gd name="connsiteX37" fmla="*/ 454543 w 604816"/>
              <a:gd name="connsiteY37" fmla="*/ 240569 h 415489"/>
              <a:gd name="connsiteX38" fmla="*/ 422937 w 604816"/>
              <a:gd name="connsiteY38" fmla="*/ 240569 h 415489"/>
              <a:gd name="connsiteX39" fmla="*/ 354384 w 604816"/>
              <a:gd name="connsiteY39" fmla="*/ 172135 h 415489"/>
              <a:gd name="connsiteX40" fmla="*/ 360913 w 604816"/>
              <a:gd name="connsiteY40" fmla="*/ 156286 h 415489"/>
              <a:gd name="connsiteX41" fmla="*/ 394002 w 604816"/>
              <a:gd name="connsiteY41" fmla="*/ 156286 h 415489"/>
              <a:gd name="connsiteX42" fmla="*/ 394002 w 604816"/>
              <a:gd name="connsiteY42" fmla="*/ 89334 h 415489"/>
              <a:gd name="connsiteX43" fmla="*/ 416408 w 604816"/>
              <a:gd name="connsiteY43" fmla="*/ 66967 h 415489"/>
              <a:gd name="connsiteX44" fmla="*/ 202769 w 604816"/>
              <a:gd name="connsiteY44" fmla="*/ 42833 h 415489"/>
              <a:gd name="connsiteX45" fmla="*/ 329469 w 604816"/>
              <a:gd name="connsiteY45" fmla="*/ 169322 h 415489"/>
              <a:gd name="connsiteX46" fmla="*/ 202769 w 604816"/>
              <a:gd name="connsiteY46" fmla="*/ 295810 h 415489"/>
              <a:gd name="connsiteX47" fmla="*/ 76069 w 604816"/>
              <a:gd name="connsiteY47" fmla="*/ 169322 h 415489"/>
              <a:gd name="connsiteX48" fmla="*/ 202769 w 604816"/>
              <a:gd name="connsiteY48" fmla="*/ 42833 h 415489"/>
              <a:gd name="connsiteX49" fmla="*/ 42881 w 604816"/>
              <a:gd name="connsiteY49" fmla="*/ 31405 h 415489"/>
              <a:gd name="connsiteX50" fmla="*/ 42881 w 604816"/>
              <a:gd name="connsiteY50" fmla="*/ 307238 h 415489"/>
              <a:gd name="connsiteX51" fmla="*/ 561936 w 604816"/>
              <a:gd name="connsiteY51" fmla="*/ 307238 h 415489"/>
              <a:gd name="connsiteX52" fmla="*/ 561936 w 604816"/>
              <a:gd name="connsiteY52" fmla="*/ 31405 h 415489"/>
              <a:gd name="connsiteX53" fmla="*/ 32497 w 604816"/>
              <a:gd name="connsiteY53" fmla="*/ 0 h 415489"/>
              <a:gd name="connsiteX54" fmla="*/ 572320 w 604816"/>
              <a:gd name="connsiteY54" fmla="*/ 0 h 415489"/>
              <a:gd name="connsiteX55" fmla="*/ 593385 w 604816"/>
              <a:gd name="connsiteY55" fmla="*/ 21035 h 415489"/>
              <a:gd name="connsiteX56" fmla="*/ 593385 w 604816"/>
              <a:gd name="connsiteY56" fmla="*/ 317756 h 415489"/>
              <a:gd name="connsiteX57" fmla="*/ 572320 w 604816"/>
              <a:gd name="connsiteY57" fmla="*/ 338643 h 415489"/>
              <a:gd name="connsiteX58" fmla="*/ 32497 w 604816"/>
              <a:gd name="connsiteY58" fmla="*/ 338643 h 415489"/>
              <a:gd name="connsiteX59" fmla="*/ 11432 w 604816"/>
              <a:gd name="connsiteY59" fmla="*/ 317756 h 415489"/>
              <a:gd name="connsiteX60" fmla="*/ 11432 w 604816"/>
              <a:gd name="connsiteY60" fmla="*/ 21035 h 415489"/>
              <a:gd name="connsiteX61" fmla="*/ 32497 w 604816"/>
              <a:gd name="connsiteY61" fmla="*/ 0 h 41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04816" h="415489">
                <a:moveTo>
                  <a:pt x="472489" y="377871"/>
                </a:moveTo>
                <a:cubicBezTo>
                  <a:pt x="469077" y="377871"/>
                  <a:pt x="466407" y="380685"/>
                  <a:pt x="466407" y="384091"/>
                </a:cubicBezTo>
                <a:cubicBezTo>
                  <a:pt x="466407" y="387350"/>
                  <a:pt x="469077" y="390164"/>
                  <a:pt x="472489" y="390164"/>
                </a:cubicBezTo>
                <a:lnTo>
                  <a:pt x="553636" y="390164"/>
                </a:lnTo>
                <a:cubicBezTo>
                  <a:pt x="556900" y="390164"/>
                  <a:pt x="559718" y="387350"/>
                  <a:pt x="559718" y="384091"/>
                </a:cubicBezTo>
                <a:cubicBezTo>
                  <a:pt x="559718" y="380685"/>
                  <a:pt x="556900" y="377871"/>
                  <a:pt x="553636" y="377871"/>
                </a:cubicBezTo>
                <a:close/>
                <a:moveTo>
                  <a:pt x="20917" y="352545"/>
                </a:moveTo>
                <a:lnTo>
                  <a:pt x="255752" y="352545"/>
                </a:lnTo>
                <a:cubicBezTo>
                  <a:pt x="255752" y="355952"/>
                  <a:pt x="258571" y="358766"/>
                  <a:pt x="261835" y="358766"/>
                </a:cubicBezTo>
                <a:lnTo>
                  <a:pt x="342981" y="358766"/>
                </a:lnTo>
                <a:cubicBezTo>
                  <a:pt x="346245" y="358766"/>
                  <a:pt x="349064" y="355952"/>
                  <a:pt x="349064" y="352545"/>
                </a:cubicBezTo>
                <a:lnTo>
                  <a:pt x="583899" y="352545"/>
                </a:lnTo>
                <a:cubicBezTo>
                  <a:pt x="595470" y="352545"/>
                  <a:pt x="604816" y="366615"/>
                  <a:pt x="604816" y="384091"/>
                </a:cubicBezTo>
                <a:cubicBezTo>
                  <a:pt x="604816" y="401419"/>
                  <a:pt x="595470" y="415489"/>
                  <a:pt x="583899" y="415489"/>
                </a:cubicBezTo>
                <a:lnTo>
                  <a:pt x="20917" y="415489"/>
                </a:lnTo>
                <a:cubicBezTo>
                  <a:pt x="9346" y="415489"/>
                  <a:pt x="0" y="401419"/>
                  <a:pt x="0" y="384091"/>
                </a:cubicBezTo>
                <a:cubicBezTo>
                  <a:pt x="0" y="366615"/>
                  <a:pt x="9346" y="352545"/>
                  <a:pt x="20917" y="352545"/>
                </a:cubicBezTo>
                <a:close/>
                <a:moveTo>
                  <a:pt x="203228" y="155103"/>
                </a:moveTo>
                <a:cubicBezTo>
                  <a:pt x="208879" y="155103"/>
                  <a:pt x="213460" y="159684"/>
                  <a:pt x="213460" y="165335"/>
                </a:cubicBezTo>
                <a:cubicBezTo>
                  <a:pt x="213460" y="170986"/>
                  <a:pt x="208879" y="175567"/>
                  <a:pt x="203228" y="175567"/>
                </a:cubicBezTo>
                <a:cubicBezTo>
                  <a:pt x="197577" y="175567"/>
                  <a:pt x="192996" y="170986"/>
                  <a:pt x="192996" y="165335"/>
                </a:cubicBezTo>
                <a:cubicBezTo>
                  <a:pt x="192996" y="159684"/>
                  <a:pt x="197577" y="155103"/>
                  <a:pt x="203228" y="155103"/>
                </a:cubicBezTo>
                <a:close/>
                <a:moveTo>
                  <a:pt x="202769" y="115409"/>
                </a:moveTo>
                <a:cubicBezTo>
                  <a:pt x="173839" y="115409"/>
                  <a:pt x="150398" y="138810"/>
                  <a:pt x="150398" y="167693"/>
                </a:cubicBezTo>
                <a:cubicBezTo>
                  <a:pt x="150398" y="196575"/>
                  <a:pt x="173839" y="219976"/>
                  <a:pt x="202769" y="219976"/>
                </a:cubicBezTo>
                <a:cubicBezTo>
                  <a:pt x="231699" y="219976"/>
                  <a:pt x="255140" y="196575"/>
                  <a:pt x="255140" y="167693"/>
                </a:cubicBezTo>
                <a:cubicBezTo>
                  <a:pt x="255140" y="138810"/>
                  <a:pt x="231699" y="115409"/>
                  <a:pt x="202769" y="115409"/>
                </a:cubicBezTo>
                <a:close/>
                <a:moveTo>
                  <a:pt x="142535" y="66976"/>
                </a:moveTo>
                <a:cubicBezTo>
                  <a:pt x="142535" y="66976"/>
                  <a:pt x="114494" y="77640"/>
                  <a:pt x="96988" y="115409"/>
                </a:cubicBezTo>
                <a:lnTo>
                  <a:pt x="147430" y="136737"/>
                </a:lnTo>
                <a:cubicBezTo>
                  <a:pt x="152920" y="121629"/>
                  <a:pt x="168794" y="113483"/>
                  <a:pt x="168794" y="113483"/>
                </a:cubicBezTo>
                <a:close/>
                <a:moveTo>
                  <a:pt x="416408" y="66967"/>
                </a:moveTo>
                <a:lnTo>
                  <a:pt x="461072" y="66967"/>
                </a:lnTo>
                <a:cubicBezTo>
                  <a:pt x="473536" y="66967"/>
                  <a:pt x="483478" y="77040"/>
                  <a:pt x="483478" y="89334"/>
                </a:cubicBezTo>
                <a:lnTo>
                  <a:pt x="483478" y="156286"/>
                </a:lnTo>
                <a:lnTo>
                  <a:pt x="516567" y="156286"/>
                </a:lnTo>
                <a:cubicBezTo>
                  <a:pt x="528883" y="156286"/>
                  <a:pt x="531851" y="163396"/>
                  <a:pt x="523096" y="172135"/>
                </a:cubicBezTo>
                <a:lnTo>
                  <a:pt x="454543" y="240569"/>
                </a:lnTo>
                <a:cubicBezTo>
                  <a:pt x="445788" y="249308"/>
                  <a:pt x="431692" y="249308"/>
                  <a:pt x="422937" y="240569"/>
                </a:cubicBezTo>
                <a:lnTo>
                  <a:pt x="354384" y="172135"/>
                </a:lnTo>
                <a:cubicBezTo>
                  <a:pt x="345629" y="163396"/>
                  <a:pt x="348597" y="156286"/>
                  <a:pt x="360913" y="156286"/>
                </a:cubicBezTo>
                <a:lnTo>
                  <a:pt x="394002" y="156286"/>
                </a:lnTo>
                <a:lnTo>
                  <a:pt x="394002" y="89334"/>
                </a:lnTo>
                <a:cubicBezTo>
                  <a:pt x="394002" y="77040"/>
                  <a:pt x="404092" y="66967"/>
                  <a:pt x="416408" y="66967"/>
                </a:cubicBezTo>
                <a:close/>
                <a:moveTo>
                  <a:pt x="202769" y="42833"/>
                </a:moveTo>
                <a:cubicBezTo>
                  <a:pt x="272795" y="42833"/>
                  <a:pt x="329469" y="99412"/>
                  <a:pt x="329469" y="169322"/>
                </a:cubicBezTo>
                <a:cubicBezTo>
                  <a:pt x="329469" y="239231"/>
                  <a:pt x="272795" y="295810"/>
                  <a:pt x="202769" y="295810"/>
                </a:cubicBezTo>
                <a:cubicBezTo>
                  <a:pt x="132743" y="295810"/>
                  <a:pt x="76069" y="239231"/>
                  <a:pt x="76069" y="169322"/>
                </a:cubicBezTo>
                <a:cubicBezTo>
                  <a:pt x="76069" y="99412"/>
                  <a:pt x="132743" y="42833"/>
                  <a:pt x="202769" y="42833"/>
                </a:cubicBezTo>
                <a:close/>
                <a:moveTo>
                  <a:pt x="42881" y="31405"/>
                </a:moveTo>
                <a:lnTo>
                  <a:pt x="42881" y="307238"/>
                </a:lnTo>
                <a:lnTo>
                  <a:pt x="561936" y="307238"/>
                </a:lnTo>
                <a:lnTo>
                  <a:pt x="561936" y="31405"/>
                </a:lnTo>
                <a:close/>
                <a:moveTo>
                  <a:pt x="32497" y="0"/>
                </a:moveTo>
                <a:lnTo>
                  <a:pt x="572320" y="0"/>
                </a:lnTo>
                <a:cubicBezTo>
                  <a:pt x="583891" y="0"/>
                  <a:pt x="593385" y="9481"/>
                  <a:pt x="593385" y="21035"/>
                </a:cubicBezTo>
                <a:lnTo>
                  <a:pt x="593385" y="317756"/>
                </a:lnTo>
                <a:cubicBezTo>
                  <a:pt x="593385" y="329311"/>
                  <a:pt x="583891" y="338643"/>
                  <a:pt x="572320" y="338643"/>
                </a:cubicBezTo>
                <a:lnTo>
                  <a:pt x="32497" y="338643"/>
                </a:lnTo>
                <a:cubicBezTo>
                  <a:pt x="20926" y="338643"/>
                  <a:pt x="11432" y="329311"/>
                  <a:pt x="11432" y="317756"/>
                </a:cubicBezTo>
                <a:lnTo>
                  <a:pt x="11432" y="21035"/>
                </a:lnTo>
                <a:cubicBezTo>
                  <a:pt x="11432" y="9481"/>
                  <a:pt x="20926" y="0"/>
                  <a:pt x="32497" y="0"/>
                </a:cubicBezTo>
                <a:close/>
              </a:path>
            </a:pathLst>
          </a:custGeom>
          <a:solidFill>
            <a:srgbClr val="00FEFE"/>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000">
              <a:latin typeface="思源黑体 CN Heavy" panose="020B0A00000000000000" pitchFamily="34" charset="-122"/>
              <a:ea typeface="思源黑体 CN Heavy" panose="020B0A00000000000000" pitchFamily="34" charset="-122"/>
            </a:endParaRPr>
          </a:p>
        </p:txBody>
      </p:sp>
      <p:sp>
        <p:nvSpPr>
          <p:cNvPr id="41" name="椭圆 40">
            <a:extLst>
              <a:ext uri="{FF2B5EF4-FFF2-40B4-BE49-F238E27FC236}">
                <a16:creationId xmlns="" xmlns:p14="http://schemas.microsoft.com/office/powerpoint/2010/main" xmlns:p15="http://schemas.microsoft.com/office/powerpoint/2012/main" xmlns:a16="http://schemas.microsoft.com/office/drawing/2014/main" id="{07BF2527-50F3-4350-B193-4B617BD51396}"/>
              </a:ext>
            </a:extLst>
          </p:cNvPr>
          <p:cNvSpPr/>
          <p:nvPr/>
        </p:nvSpPr>
        <p:spPr>
          <a:xfrm>
            <a:off x="6254758" y="2973025"/>
            <a:ext cx="699980" cy="724779"/>
          </a:xfrm>
          <a:prstGeom prst="ellipse">
            <a:avLst/>
          </a:prstGeom>
          <a:gradFill flip="none" rotWithShape="1">
            <a:gsLst>
              <a:gs pos="58000">
                <a:srgbClr val="00FEFE">
                  <a:alpha val="0"/>
                </a:srgbClr>
              </a:gs>
              <a:gs pos="100000">
                <a:srgbClr val="00FEFE"/>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00">
              <a:solidFill>
                <a:prstClr val="white"/>
              </a:solidFill>
              <a:latin typeface="思源黑体 CN Heavy" panose="020B0A00000000000000" pitchFamily="34" charset="-122"/>
              <a:ea typeface="思源黑体 CN Heavy" panose="020B0A00000000000000" pitchFamily="34" charset="-122"/>
            </a:endParaRPr>
          </a:p>
        </p:txBody>
      </p:sp>
      <p:sp>
        <p:nvSpPr>
          <p:cNvPr id="42" name="文本框 120">
            <a:extLst>
              <a:ext uri="{FF2B5EF4-FFF2-40B4-BE49-F238E27FC236}">
                <a16:creationId xmlns="" xmlns:p14="http://schemas.microsoft.com/office/powerpoint/2010/main" xmlns:p15="http://schemas.microsoft.com/office/powerpoint/2012/main" xmlns:a16="http://schemas.microsoft.com/office/drawing/2014/main" id="{F4CF841E-ED26-4500-89EC-B43B32F7A354}"/>
              </a:ext>
            </a:extLst>
          </p:cNvPr>
          <p:cNvSpPr txBox="1"/>
          <p:nvPr/>
        </p:nvSpPr>
        <p:spPr>
          <a:xfrm>
            <a:off x="6257317" y="3319132"/>
            <a:ext cx="699978" cy="2308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a:solidFill>
                  <a:schemeClr val="bg1"/>
                </a:solidFill>
                <a:latin typeface="思源黑体 CN Heavy" panose="020B0A00000000000000" pitchFamily="34" charset="-122"/>
                <a:ea typeface="思源黑体 CN Heavy" panose="020B0A00000000000000" pitchFamily="34" charset="-122"/>
              </a:rPr>
              <a:t>内容文本</a:t>
            </a:r>
          </a:p>
        </p:txBody>
      </p:sp>
      <p:sp>
        <p:nvSpPr>
          <p:cNvPr id="53" name="coins-stacks-of-dollars-hand-drawn-commercial-symbol_35718">
            <a:extLst>
              <a:ext uri="{FF2B5EF4-FFF2-40B4-BE49-F238E27FC236}">
                <a16:creationId xmlns="" xmlns:p14="http://schemas.microsoft.com/office/powerpoint/2010/main" xmlns:p15="http://schemas.microsoft.com/office/powerpoint/2012/main" xmlns:a16="http://schemas.microsoft.com/office/drawing/2014/main" id="{89C6D79A-F1E4-4AF5-AF30-9EC899C1BE78}"/>
              </a:ext>
            </a:extLst>
          </p:cNvPr>
          <p:cNvSpPr>
            <a:spLocks noChangeAspect="1"/>
          </p:cNvSpPr>
          <p:nvPr/>
        </p:nvSpPr>
        <p:spPr bwMode="auto">
          <a:xfrm>
            <a:off x="6506756" y="3137800"/>
            <a:ext cx="216533" cy="169071"/>
          </a:xfrm>
          <a:custGeom>
            <a:avLst/>
            <a:gdLst>
              <a:gd name="connsiteX0" fmla="*/ 31477 w 609163"/>
              <a:gd name="connsiteY0" fmla="*/ 324225 h 459367"/>
              <a:gd name="connsiteX1" fmla="*/ 31477 w 609163"/>
              <a:gd name="connsiteY1" fmla="*/ 427945 h 459367"/>
              <a:gd name="connsiteX2" fmla="*/ 421363 w 609163"/>
              <a:gd name="connsiteY2" fmla="*/ 427945 h 459367"/>
              <a:gd name="connsiteX3" fmla="*/ 421363 w 609163"/>
              <a:gd name="connsiteY3" fmla="*/ 324225 h 459367"/>
              <a:gd name="connsiteX4" fmla="*/ 31477 w 609163"/>
              <a:gd name="connsiteY4" fmla="*/ 177126 h 459367"/>
              <a:gd name="connsiteX5" fmla="*/ 31477 w 609163"/>
              <a:gd name="connsiteY5" fmla="*/ 230052 h 459367"/>
              <a:gd name="connsiteX6" fmla="*/ 421363 w 609163"/>
              <a:gd name="connsiteY6" fmla="*/ 230052 h 459367"/>
              <a:gd name="connsiteX7" fmla="*/ 421363 w 609163"/>
              <a:gd name="connsiteY7" fmla="*/ 177126 h 459367"/>
              <a:gd name="connsiteX8" fmla="*/ 15692 w 609163"/>
              <a:gd name="connsiteY8" fmla="*/ 145704 h 459367"/>
              <a:gd name="connsiteX9" fmla="*/ 437055 w 609163"/>
              <a:gd name="connsiteY9" fmla="*/ 145704 h 459367"/>
              <a:gd name="connsiteX10" fmla="*/ 452747 w 609163"/>
              <a:gd name="connsiteY10" fmla="*/ 161461 h 459367"/>
              <a:gd name="connsiteX11" fmla="*/ 452747 w 609163"/>
              <a:gd name="connsiteY11" fmla="*/ 443702 h 459367"/>
              <a:gd name="connsiteX12" fmla="*/ 437055 w 609163"/>
              <a:gd name="connsiteY12" fmla="*/ 459367 h 459367"/>
              <a:gd name="connsiteX13" fmla="*/ 15692 w 609163"/>
              <a:gd name="connsiteY13" fmla="*/ 459367 h 459367"/>
              <a:gd name="connsiteX14" fmla="*/ 0 w 609163"/>
              <a:gd name="connsiteY14" fmla="*/ 443702 h 459367"/>
              <a:gd name="connsiteX15" fmla="*/ 0 w 609163"/>
              <a:gd name="connsiteY15" fmla="*/ 161461 h 459367"/>
              <a:gd name="connsiteX16" fmla="*/ 15692 w 609163"/>
              <a:gd name="connsiteY16" fmla="*/ 145704 h 459367"/>
              <a:gd name="connsiteX17" fmla="*/ 206585 w 609163"/>
              <a:gd name="connsiteY17" fmla="*/ 1046 h 459367"/>
              <a:gd name="connsiteX18" fmla="*/ 599123 w 609163"/>
              <a:gd name="connsiteY18" fmla="*/ 153720 h 459367"/>
              <a:gd name="connsiteX19" fmla="*/ 607850 w 609163"/>
              <a:gd name="connsiteY19" fmla="*/ 161971 h 459367"/>
              <a:gd name="connsiteX20" fmla="*/ 608036 w 609163"/>
              <a:gd name="connsiteY20" fmla="*/ 174021 h 459367"/>
              <a:gd name="connsiteX21" fmla="*/ 505538 w 609163"/>
              <a:gd name="connsiteY21" fmla="*/ 437099 h 459367"/>
              <a:gd name="connsiteX22" fmla="*/ 490869 w 609163"/>
              <a:gd name="connsiteY22" fmla="*/ 447018 h 459367"/>
              <a:gd name="connsiteX23" fmla="*/ 485112 w 609163"/>
              <a:gd name="connsiteY23" fmla="*/ 445998 h 459367"/>
              <a:gd name="connsiteX24" fmla="*/ 468493 w 609163"/>
              <a:gd name="connsiteY24" fmla="*/ 439510 h 459367"/>
              <a:gd name="connsiteX25" fmla="*/ 468493 w 609163"/>
              <a:gd name="connsiteY25" fmla="*/ 161414 h 459367"/>
              <a:gd name="connsiteX26" fmla="*/ 437020 w 609163"/>
              <a:gd name="connsiteY26" fmla="*/ 129990 h 459367"/>
              <a:gd name="connsiteX27" fmla="*/ 139367 w 609163"/>
              <a:gd name="connsiteY27" fmla="*/ 129990 h 459367"/>
              <a:gd name="connsiteX28" fmla="*/ 186160 w 609163"/>
              <a:gd name="connsiteY28" fmla="*/ 10038 h 459367"/>
              <a:gd name="connsiteX29" fmla="*/ 194515 w 609163"/>
              <a:gd name="connsiteY29" fmla="*/ 1324 h 459367"/>
              <a:gd name="connsiteX30" fmla="*/ 206585 w 609163"/>
              <a:gd name="connsiteY30" fmla="*/ 1046 h 45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9163" h="459367">
                <a:moveTo>
                  <a:pt x="31477" y="324225"/>
                </a:moveTo>
                <a:lnTo>
                  <a:pt x="31477" y="427945"/>
                </a:lnTo>
                <a:lnTo>
                  <a:pt x="421363" y="427945"/>
                </a:lnTo>
                <a:lnTo>
                  <a:pt x="421363" y="324225"/>
                </a:lnTo>
                <a:close/>
                <a:moveTo>
                  <a:pt x="31477" y="177126"/>
                </a:moveTo>
                <a:lnTo>
                  <a:pt x="31477" y="230052"/>
                </a:lnTo>
                <a:lnTo>
                  <a:pt x="421363" y="230052"/>
                </a:lnTo>
                <a:lnTo>
                  <a:pt x="421363" y="177126"/>
                </a:lnTo>
                <a:close/>
                <a:moveTo>
                  <a:pt x="15692" y="145704"/>
                </a:moveTo>
                <a:lnTo>
                  <a:pt x="437055" y="145704"/>
                </a:lnTo>
                <a:cubicBezTo>
                  <a:pt x="445690" y="145704"/>
                  <a:pt x="452747" y="152749"/>
                  <a:pt x="452747" y="161461"/>
                </a:cubicBezTo>
                <a:lnTo>
                  <a:pt x="452747" y="443702"/>
                </a:lnTo>
                <a:cubicBezTo>
                  <a:pt x="452747" y="452323"/>
                  <a:pt x="445690" y="459367"/>
                  <a:pt x="437055" y="459367"/>
                </a:cubicBezTo>
                <a:lnTo>
                  <a:pt x="15692" y="459367"/>
                </a:lnTo>
                <a:cubicBezTo>
                  <a:pt x="7057" y="459367"/>
                  <a:pt x="0" y="452323"/>
                  <a:pt x="0" y="443702"/>
                </a:cubicBezTo>
                <a:lnTo>
                  <a:pt x="0" y="161461"/>
                </a:lnTo>
                <a:cubicBezTo>
                  <a:pt x="0" y="152749"/>
                  <a:pt x="7057" y="145704"/>
                  <a:pt x="15692" y="145704"/>
                </a:cubicBezTo>
                <a:close/>
                <a:moveTo>
                  <a:pt x="206585" y="1046"/>
                </a:moveTo>
                <a:lnTo>
                  <a:pt x="599123" y="153720"/>
                </a:lnTo>
                <a:cubicBezTo>
                  <a:pt x="603022" y="155204"/>
                  <a:pt x="606179" y="158170"/>
                  <a:pt x="607850" y="161971"/>
                </a:cubicBezTo>
                <a:cubicBezTo>
                  <a:pt x="609521" y="165864"/>
                  <a:pt x="609614" y="170128"/>
                  <a:pt x="608036" y="174021"/>
                </a:cubicBezTo>
                <a:lnTo>
                  <a:pt x="505538" y="437099"/>
                </a:lnTo>
                <a:cubicBezTo>
                  <a:pt x="503031" y="443217"/>
                  <a:pt x="497089" y="447018"/>
                  <a:pt x="490869" y="447018"/>
                </a:cubicBezTo>
                <a:cubicBezTo>
                  <a:pt x="488919" y="447018"/>
                  <a:pt x="487062" y="446740"/>
                  <a:pt x="485112" y="445998"/>
                </a:cubicBezTo>
                <a:lnTo>
                  <a:pt x="468493" y="439510"/>
                </a:lnTo>
                <a:lnTo>
                  <a:pt x="468493" y="161414"/>
                </a:lnTo>
                <a:cubicBezTo>
                  <a:pt x="468493" y="144080"/>
                  <a:pt x="454381" y="129990"/>
                  <a:pt x="437020" y="129990"/>
                </a:cubicBezTo>
                <a:lnTo>
                  <a:pt x="139367" y="129990"/>
                </a:lnTo>
                <a:lnTo>
                  <a:pt x="186160" y="10038"/>
                </a:lnTo>
                <a:cubicBezTo>
                  <a:pt x="187738" y="6145"/>
                  <a:pt x="190709" y="2993"/>
                  <a:pt x="194515" y="1324"/>
                </a:cubicBezTo>
                <a:cubicBezTo>
                  <a:pt x="198322" y="-344"/>
                  <a:pt x="202686" y="-437"/>
                  <a:pt x="206585" y="1046"/>
                </a:cubicBezTo>
                <a:close/>
              </a:path>
            </a:pathLst>
          </a:custGeom>
          <a:solidFill>
            <a:srgbClr val="00FEFE"/>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000">
              <a:latin typeface="思源黑体 CN Heavy" panose="020B0A00000000000000" pitchFamily="34" charset="-122"/>
              <a:ea typeface="思源黑体 CN Heavy" panose="020B0A00000000000000" pitchFamily="34" charset="-122"/>
            </a:endParaRPr>
          </a:p>
        </p:txBody>
      </p:sp>
      <p:sp>
        <p:nvSpPr>
          <p:cNvPr id="55" name="椭圆 54">
            <a:extLst>
              <a:ext uri="{FF2B5EF4-FFF2-40B4-BE49-F238E27FC236}">
                <a16:creationId xmlns="" xmlns:p14="http://schemas.microsoft.com/office/powerpoint/2010/main" xmlns:p15="http://schemas.microsoft.com/office/powerpoint/2012/main" xmlns:a16="http://schemas.microsoft.com/office/drawing/2014/main" id="{042AB058-4A09-45F8-8F89-33ACAEF3710D}"/>
              </a:ext>
            </a:extLst>
          </p:cNvPr>
          <p:cNvSpPr/>
          <p:nvPr/>
        </p:nvSpPr>
        <p:spPr>
          <a:xfrm>
            <a:off x="5195272" y="1936114"/>
            <a:ext cx="699980" cy="724780"/>
          </a:xfrm>
          <a:prstGeom prst="ellipse">
            <a:avLst/>
          </a:prstGeom>
          <a:gradFill flip="none" rotWithShape="1">
            <a:gsLst>
              <a:gs pos="58000">
                <a:srgbClr val="00FEFE">
                  <a:alpha val="0"/>
                </a:srgbClr>
              </a:gs>
              <a:gs pos="100000">
                <a:srgbClr val="00FEFE"/>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00">
              <a:solidFill>
                <a:prstClr val="white"/>
              </a:solidFill>
              <a:latin typeface="思源黑体 CN Heavy" panose="020B0A00000000000000" pitchFamily="34" charset="-122"/>
              <a:ea typeface="思源黑体 CN Heavy" panose="020B0A00000000000000" pitchFamily="34" charset="-122"/>
            </a:endParaRPr>
          </a:p>
        </p:txBody>
      </p:sp>
      <p:sp>
        <p:nvSpPr>
          <p:cNvPr id="56" name="文本框 120">
            <a:extLst>
              <a:ext uri="{FF2B5EF4-FFF2-40B4-BE49-F238E27FC236}">
                <a16:creationId xmlns="" xmlns:p14="http://schemas.microsoft.com/office/powerpoint/2010/main" xmlns:p15="http://schemas.microsoft.com/office/powerpoint/2012/main" xmlns:a16="http://schemas.microsoft.com/office/drawing/2014/main" id="{39C0631D-0170-4704-A36D-CAA9C2FA9FBB}"/>
              </a:ext>
            </a:extLst>
          </p:cNvPr>
          <p:cNvSpPr txBox="1"/>
          <p:nvPr/>
        </p:nvSpPr>
        <p:spPr>
          <a:xfrm>
            <a:off x="5170226" y="2286237"/>
            <a:ext cx="763634" cy="2308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a:solidFill>
                  <a:schemeClr val="bg1"/>
                </a:solidFill>
                <a:latin typeface="思源黑体 CN Heavy" panose="020B0A00000000000000" pitchFamily="34" charset="-122"/>
                <a:ea typeface="思源黑体 CN Heavy" panose="020B0A00000000000000" pitchFamily="34" charset="-122"/>
              </a:rPr>
              <a:t>内容文本</a:t>
            </a:r>
          </a:p>
        </p:txBody>
      </p:sp>
      <p:sp>
        <p:nvSpPr>
          <p:cNvPr id="57" name="coins-stacks-of-dollars-hand-drawn-commercial-symbol_35718">
            <a:extLst>
              <a:ext uri="{FF2B5EF4-FFF2-40B4-BE49-F238E27FC236}">
                <a16:creationId xmlns="" xmlns:p14="http://schemas.microsoft.com/office/powerpoint/2010/main" xmlns:p15="http://schemas.microsoft.com/office/powerpoint/2012/main" xmlns:a16="http://schemas.microsoft.com/office/drawing/2014/main" id="{BF0DB8DF-5B71-4D2D-96CC-C05CE6E0A365}"/>
              </a:ext>
            </a:extLst>
          </p:cNvPr>
          <p:cNvSpPr>
            <a:spLocks noChangeAspect="1"/>
          </p:cNvSpPr>
          <p:nvPr/>
        </p:nvSpPr>
        <p:spPr bwMode="auto">
          <a:xfrm>
            <a:off x="5436995" y="2085586"/>
            <a:ext cx="216533" cy="190261"/>
          </a:xfrm>
          <a:custGeom>
            <a:avLst/>
            <a:gdLst>
              <a:gd name="connsiteX0" fmla="*/ 506163 w 506163"/>
              <a:gd name="connsiteY0" fmla="*/ 363041 h 429531"/>
              <a:gd name="connsiteX1" fmla="*/ 506163 w 506163"/>
              <a:gd name="connsiteY1" fmla="*/ 414625 h 429531"/>
              <a:gd name="connsiteX2" fmla="*/ 491258 w 506163"/>
              <a:gd name="connsiteY2" fmla="*/ 429531 h 429531"/>
              <a:gd name="connsiteX3" fmla="*/ 476304 w 506163"/>
              <a:gd name="connsiteY3" fmla="*/ 414625 h 429531"/>
              <a:gd name="connsiteX4" fmla="*/ 476304 w 506163"/>
              <a:gd name="connsiteY4" fmla="*/ 377947 h 429531"/>
              <a:gd name="connsiteX5" fmla="*/ 491303 w 506163"/>
              <a:gd name="connsiteY5" fmla="*/ 377947 h 429531"/>
              <a:gd name="connsiteX6" fmla="*/ 506163 w 506163"/>
              <a:gd name="connsiteY6" fmla="*/ 363041 h 429531"/>
              <a:gd name="connsiteX7" fmla="*/ 317198 w 506163"/>
              <a:gd name="connsiteY7" fmla="*/ 330619 h 429531"/>
              <a:gd name="connsiteX8" fmla="*/ 342106 w 506163"/>
              <a:gd name="connsiteY8" fmla="*/ 338165 h 429531"/>
              <a:gd name="connsiteX9" fmla="*/ 352543 w 506163"/>
              <a:gd name="connsiteY9" fmla="*/ 336046 h 429531"/>
              <a:gd name="connsiteX10" fmla="*/ 348562 w 506163"/>
              <a:gd name="connsiteY10" fmla="*/ 337800 h 429531"/>
              <a:gd name="connsiteX11" fmla="*/ 368327 w 506163"/>
              <a:gd name="connsiteY11" fmla="*/ 348182 h 429531"/>
              <a:gd name="connsiteX12" fmla="*/ 476304 w 506163"/>
              <a:gd name="connsiteY12" fmla="*/ 348182 h 429531"/>
              <a:gd name="connsiteX13" fmla="*/ 476304 w 506163"/>
              <a:gd name="connsiteY13" fmla="*/ 377947 h 429531"/>
              <a:gd name="connsiteX14" fmla="*/ 368327 w 506163"/>
              <a:gd name="connsiteY14" fmla="*/ 377947 h 429531"/>
              <a:gd name="connsiteX15" fmla="*/ 330273 w 506163"/>
              <a:gd name="connsiteY15" fmla="*/ 362148 h 429531"/>
              <a:gd name="connsiteX16" fmla="*/ 372859 w 506163"/>
              <a:gd name="connsiteY16" fmla="*/ 327095 h 429531"/>
              <a:gd name="connsiteX17" fmla="*/ 362615 w 506163"/>
              <a:gd name="connsiteY17" fmla="*/ 334001 h 429531"/>
              <a:gd name="connsiteX18" fmla="*/ 352543 w 506163"/>
              <a:gd name="connsiteY18" fmla="*/ 336046 h 429531"/>
              <a:gd name="connsiteX19" fmla="*/ 377258 w 506163"/>
              <a:gd name="connsiteY19" fmla="*/ 324129 h 429531"/>
              <a:gd name="connsiteX20" fmla="*/ 376329 w 506163"/>
              <a:gd name="connsiteY20" fmla="*/ 325566 h 429531"/>
              <a:gd name="connsiteX21" fmla="*/ 372859 w 506163"/>
              <a:gd name="connsiteY21" fmla="*/ 327095 h 429531"/>
              <a:gd name="connsiteX22" fmla="*/ 381521 w 506163"/>
              <a:gd name="connsiteY22" fmla="*/ 317537 h 429531"/>
              <a:gd name="connsiteX23" fmla="*/ 379375 w 506163"/>
              <a:gd name="connsiteY23" fmla="*/ 322702 h 429531"/>
              <a:gd name="connsiteX24" fmla="*/ 377258 w 506163"/>
              <a:gd name="connsiteY24" fmla="*/ 324129 h 429531"/>
              <a:gd name="connsiteX25" fmla="*/ 352264 w 506163"/>
              <a:gd name="connsiteY25" fmla="*/ 304637 h 429531"/>
              <a:gd name="connsiteX26" fmla="*/ 350914 w 506163"/>
              <a:gd name="connsiteY26" fmla="*/ 306656 h 429531"/>
              <a:gd name="connsiteX27" fmla="*/ 337600 w 506163"/>
              <a:gd name="connsiteY27" fmla="*/ 307983 h 429531"/>
              <a:gd name="connsiteX28" fmla="*/ 335613 w 506163"/>
              <a:gd name="connsiteY28" fmla="*/ 306924 h 429531"/>
              <a:gd name="connsiteX29" fmla="*/ 476304 w 506163"/>
              <a:gd name="connsiteY29" fmla="*/ 300081 h 429531"/>
              <a:gd name="connsiteX30" fmla="*/ 476396 w 506163"/>
              <a:gd name="connsiteY30" fmla="*/ 300081 h 429531"/>
              <a:gd name="connsiteX31" fmla="*/ 476396 w 506163"/>
              <a:gd name="connsiteY31" fmla="*/ 348182 h 429531"/>
              <a:gd name="connsiteX32" fmla="*/ 476304 w 506163"/>
              <a:gd name="connsiteY32" fmla="*/ 348182 h 429531"/>
              <a:gd name="connsiteX33" fmla="*/ 116194 w 506163"/>
              <a:gd name="connsiteY33" fmla="*/ 278039 h 429531"/>
              <a:gd name="connsiteX34" fmla="*/ 125228 w 506163"/>
              <a:gd name="connsiteY34" fmla="*/ 284905 h 429531"/>
              <a:gd name="connsiteX35" fmla="*/ 142893 w 506163"/>
              <a:gd name="connsiteY35" fmla="*/ 315461 h 429531"/>
              <a:gd name="connsiteX36" fmla="*/ 160501 w 506163"/>
              <a:gd name="connsiteY36" fmla="*/ 304531 h 429531"/>
              <a:gd name="connsiteX37" fmla="*/ 176898 w 506163"/>
              <a:gd name="connsiteY37" fmla="*/ 329375 h 429531"/>
              <a:gd name="connsiteX38" fmla="*/ 145511 w 506163"/>
              <a:gd name="connsiteY38" fmla="*/ 348826 h 429531"/>
              <a:gd name="connsiteX39" fmla="*/ 137703 w 506163"/>
              <a:gd name="connsiteY39" fmla="*/ 351063 h 429531"/>
              <a:gd name="connsiteX40" fmla="*/ 124800 w 506163"/>
              <a:gd name="connsiteY40" fmla="*/ 343638 h 429531"/>
              <a:gd name="connsiteX41" fmla="*/ 99422 w 506163"/>
              <a:gd name="connsiteY41" fmla="*/ 299755 h 429531"/>
              <a:gd name="connsiteX42" fmla="*/ 104945 w 506163"/>
              <a:gd name="connsiteY42" fmla="*/ 279527 h 429531"/>
              <a:gd name="connsiteX43" fmla="*/ 116194 w 506163"/>
              <a:gd name="connsiteY43" fmla="*/ 278039 h 429531"/>
              <a:gd name="connsiteX44" fmla="*/ 390274 w 506163"/>
              <a:gd name="connsiteY44" fmla="*/ 270315 h 429531"/>
              <a:gd name="connsiteX45" fmla="*/ 476304 w 506163"/>
              <a:gd name="connsiteY45" fmla="*/ 270315 h 429531"/>
              <a:gd name="connsiteX46" fmla="*/ 476304 w 506163"/>
              <a:gd name="connsiteY46" fmla="*/ 300081 h 429531"/>
              <a:gd name="connsiteX47" fmla="*/ 392808 w 506163"/>
              <a:gd name="connsiteY47" fmla="*/ 300081 h 429531"/>
              <a:gd name="connsiteX48" fmla="*/ 381521 w 506163"/>
              <a:gd name="connsiteY48" fmla="*/ 317537 h 429531"/>
              <a:gd name="connsiteX49" fmla="*/ 394861 w 506163"/>
              <a:gd name="connsiteY49" fmla="*/ 285428 h 429531"/>
              <a:gd name="connsiteX50" fmla="*/ 365910 w 506163"/>
              <a:gd name="connsiteY50" fmla="*/ 239660 h 429531"/>
              <a:gd name="connsiteX51" fmla="*/ 385969 w 506163"/>
              <a:gd name="connsiteY51" fmla="*/ 256133 h 429531"/>
              <a:gd name="connsiteX52" fmla="*/ 390274 w 506163"/>
              <a:gd name="connsiteY52" fmla="*/ 270315 h 429531"/>
              <a:gd name="connsiteX53" fmla="*/ 379996 w 506163"/>
              <a:gd name="connsiteY53" fmla="*/ 270315 h 429531"/>
              <a:gd name="connsiteX54" fmla="*/ 365136 w 506163"/>
              <a:gd name="connsiteY54" fmla="*/ 285174 h 429531"/>
              <a:gd name="connsiteX55" fmla="*/ 365136 w 506163"/>
              <a:gd name="connsiteY55" fmla="*/ 285555 h 429531"/>
              <a:gd name="connsiteX56" fmla="*/ 355355 w 506163"/>
              <a:gd name="connsiteY56" fmla="*/ 304212 h 429531"/>
              <a:gd name="connsiteX57" fmla="*/ 352264 w 506163"/>
              <a:gd name="connsiteY57" fmla="*/ 304637 h 429531"/>
              <a:gd name="connsiteX58" fmla="*/ 365103 w 506163"/>
              <a:gd name="connsiteY58" fmla="*/ 285428 h 429531"/>
              <a:gd name="connsiteX59" fmla="*/ 342106 w 506163"/>
              <a:gd name="connsiteY59" fmla="*/ 262440 h 429531"/>
              <a:gd name="connsiteX60" fmla="*/ 320822 w 506163"/>
              <a:gd name="connsiteY60" fmla="*/ 276623 h 429531"/>
              <a:gd name="connsiteX61" fmla="*/ 325822 w 506163"/>
              <a:gd name="connsiteY61" fmla="*/ 301706 h 429531"/>
              <a:gd name="connsiteX62" fmla="*/ 335613 w 506163"/>
              <a:gd name="connsiteY62" fmla="*/ 306924 h 429531"/>
              <a:gd name="connsiteX63" fmla="*/ 334464 w 506163"/>
              <a:gd name="connsiteY63" fmla="*/ 307082 h 429531"/>
              <a:gd name="connsiteX64" fmla="*/ 314698 w 506163"/>
              <a:gd name="connsiteY64" fmla="*/ 319988 h 429531"/>
              <a:gd name="connsiteX65" fmla="*/ 314508 w 506163"/>
              <a:gd name="connsiteY65" fmla="*/ 324131 h 429531"/>
              <a:gd name="connsiteX66" fmla="*/ 317198 w 506163"/>
              <a:gd name="connsiteY66" fmla="*/ 330619 h 429531"/>
              <a:gd name="connsiteX67" fmla="*/ 312764 w 506163"/>
              <a:gd name="connsiteY67" fmla="*/ 329276 h 429531"/>
              <a:gd name="connsiteX68" fmla="*/ 293350 w 506163"/>
              <a:gd name="connsiteY68" fmla="*/ 305609 h 429531"/>
              <a:gd name="connsiteX69" fmla="*/ 291668 w 506163"/>
              <a:gd name="connsiteY69" fmla="*/ 288619 h 429531"/>
              <a:gd name="connsiteX70" fmla="*/ 491258 w 506163"/>
              <a:gd name="connsiteY70" fmla="*/ 222798 h 429531"/>
              <a:gd name="connsiteX71" fmla="*/ 506163 w 506163"/>
              <a:gd name="connsiteY71" fmla="*/ 237704 h 429531"/>
              <a:gd name="connsiteX72" fmla="*/ 506163 w 506163"/>
              <a:gd name="connsiteY72" fmla="*/ 285174 h 429531"/>
              <a:gd name="connsiteX73" fmla="*/ 491303 w 506163"/>
              <a:gd name="connsiteY73" fmla="*/ 270315 h 429531"/>
              <a:gd name="connsiteX74" fmla="*/ 476304 w 506163"/>
              <a:gd name="connsiteY74" fmla="*/ 270315 h 429531"/>
              <a:gd name="connsiteX75" fmla="*/ 476304 w 506163"/>
              <a:gd name="connsiteY75" fmla="*/ 237704 h 429531"/>
              <a:gd name="connsiteX76" fmla="*/ 491258 w 506163"/>
              <a:gd name="connsiteY76" fmla="*/ 222798 h 429531"/>
              <a:gd name="connsiteX77" fmla="*/ 447393 w 506163"/>
              <a:gd name="connsiteY77" fmla="*/ 128120 h 429531"/>
              <a:gd name="connsiteX78" fmla="*/ 465423 w 506163"/>
              <a:gd name="connsiteY78" fmla="*/ 156543 h 429531"/>
              <a:gd name="connsiteX79" fmla="*/ 461042 w 506163"/>
              <a:gd name="connsiteY79" fmla="*/ 176925 h 429531"/>
              <a:gd name="connsiteX80" fmla="*/ 365910 w 506163"/>
              <a:gd name="connsiteY80" fmla="*/ 239660 h 429531"/>
              <a:gd name="connsiteX81" fmla="*/ 362293 w 506163"/>
              <a:gd name="connsiteY81" fmla="*/ 236690 h 429531"/>
              <a:gd name="connsiteX82" fmla="*/ 331803 w 506163"/>
              <a:gd name="connsiteY82" fmla="*/ 233692 h 429531"/>
              <a:gd name="connsiteX83" fmla="*/ 304777 w 506163"/>
              <a:gd name="connsiteY83" fmla="*/ 248113 h 429531"/>
              <a:gd name="connsiteX84" fmla="*/ 290332 w 506163"/>
              <a:gd name="connsiteY84" fmla="*/ 275130 h 429531"/>
              <a:gd name="connsiteX85" fmla="*/ 291668 w 506163"/>
              <a:gd name="connsiteY85" fmla="*/ 288619 h 429531"/>
              <a:gd name="connsiteX86" fmla="*/ 205322 w 506163"/>
              <a:gd name="connsiteY86" fmla="*/ 345559 h 429531"/>
              <a:gd name="connsiteX87" fmla="*/ 197179 w 506163"/>
              <a:gd name="connsiteY87" fmla="*/ 347988 h 429531"/>
              <a:gd name="connsiteX88" fmla="*/ 184750 w 506163"/>
              <a:gd name="connsiteY88" fmla="*/ 341273 h 429531"/>
              <a:gd name="connsiteX89" fmla="*/ 176898 w 506163"/>
              <a:gd name="connsiteY89" fmla="*/ 329375 h 429531"/>
              <a:gd name="connsiteX90" fmla="*/ 180840 w 506163"/>
              <a:gd name="connsiteY90" fmla="*/ 326932 h 429531"/>
              <a:gd name="connsiteX91" fmla="*/ 185649 w 506163"/>
              <a:gd name="connsiteY91" fmla="*/ 306418 h 429531"/>
              <a:gd name="connsiteX92" fmla="*/ 165128 w 506163"/>
              <a:gd name="connsiteY92" fmla="*/ 301659 h 429531"/>
              <a:gd name="connsiteX93" fmla="*/ 160501 w 506163"/>
              <a:gd name="connsiteY93" fmla="*/ 304531 h 429531"/>
              <a:gd name="connsiteX94" fmla="*/ 139083 w 506163"/>
              <a:gd name="connsiteY94" fmla="*/ 272077 h 429531"/>
              <a:gd name="connsiteX95" fmla="*/ 143321 w 506163"/>
              <a:gd name="connsiteY95" fmla="*/ 251456 h 429531"/>
              <a:gd name="connsiteX96" fmla="*/ 163940 w 506163"/>
              <a:gd name="connsiteY96" fmla="*/ 255695 h 429531"/>
              <a:gd name="connsiteX97" fmla="*/ 201370 w 506163"/>
              <a:gd name="connsiteY97" fmla="*/ 312509 h 429531"/>
              <a:gd name="connsiteX98" fmla="*/ 432470 w 506163"/>
              <a:gd name="connsiteY98" fmla="*/ 160114 h 429531"/>
              <a:gd name="connsiteX99" fmla="*/ 422048 w 506163"/>
              <a:gd name="connsiteY99" fmla="*/ 143701 h 429531"/>
              <a:gd name="connsiteX100" fmla="*/ 371103 w 506163"/>
              <a:gd name="connsiteY100" fmla="*/ 30119 h 429531"/>
              <a:gd name="connsiteX101" fmla="*/ 357788 w 506163"/>
              <a:gd name="connsiteY101" fmla="*/ 32505 h 429531"/>
              <a:gd name="connsiteX102" fmla="*/ 41323 w 506163"/>
              <a:gd name="connsiteY102" fmla="*/ 227081 h 429531"/>
              <a:gd name="connsiteX103" fmla="*/ 71370 w 506163"/>
              <a:gd name="connsiteY103" fmla="*/ 249647 h 429531"/>
              <a:gd name="connsiteX104" fmla="*/ 146462 w 506163"/>
              <a:gd name="connsiteY104" fmla="*/ 200182 h 429531"/>
              <a:gd name="connsiteX105" fmla="*/ 228221 w 506163"/>
              <a:gd name="connsiteY105" fmla="*/ 197706 h 429531"/>
              <a:gd name="connsiteX106" fmla="*/ 251696 w 506163"/>
              <a:gd name="connsiteY106" fmla="*/ 213512 h 429531"/>
              <a:gd name="connsiteX107" fmla="*/ 427738 w 506163"/>
              <a:gd name="connsiteY107" fmla="*/ 105299 h 429531"/>
              <a:gd name="connsiteX108" fmla="*/ 382597 w 506163"/>
              <a:gd name="connsiteY108" fmla="*/ 37266 h 429531"/>
              <a:gd name="connsiteX109" fmla="*/ 371103 w 506163"/>
              <a:gd name="connsiteY109" fmla="*/ 30119 h 429531"/>
              <a:gd name="connsiteX110" fmla="*/ 377091 w 506163"/>
              <a:gd name="connsiteY110" fmla="*/ 947 h 429531"/>
              <a:gd name="connsiteX111" fmla="*/ 406834 w 506163"/>
              <a:gd name="connsiteY111" fmla="*/ 19984 h 429531"/>
              <a:gd name="connsiteX112" fmla="*/ 407215 w 506163"/>
              <a:gd name="connsiteY112" fmla="*/ 20508 h 429531"/>
              <a:gd name="connsiteX113" fmla="*/ 461022 w 506163"/>
              <a:gd name="connsiteY113" fmla="*/ 101680 h 429531"/>
              <a:gd name="connsiteX114" fmla="*/ 456403 w 506163"/>
              <a:gd name="connsiteY114" fmla="*/ 122580 h 429531"/>
              <a:gd name="connsiteX115" fmla="*/ 447393 w 506163"/>
              <a:gd name="connsiteY115" fmla="*/ 128120 h 429531"/>
              <a:gd name="connsiteX116" fmla="*/ 442947 w 506163"/>
              <a:gd name="connsiteY116" fmla="*/ 121111 h 429531"/>
              <a:gd name="connsiteX117" fmla="*/ 433607 w 506163"/>
              <a:gd name="connsiteY117" fmla="*/ 114069 h 429531"/>
              <a:gd name="connsiteX118" fmla="*/ 422089 w 506163"/>
              <a:gd name="connsiteY118" fmla="*/ 115920 h 429531"/>
              <a:gd name="connsiteX119" fmla="*/ 417803 w 506163"/>
              <a:gd name="connsiteY119" fmla="*/ 137017 h 429531"/>
              <a:gd name="connsiteX120" fmla="*/ 422048 w 506163"/>
              <a:gd name="connsiteY120" fmla="*/ 143701 h 429531"/>
              <a:gd name="connsiteX121" fmla="*/ 257458 w 506163"/>
              <a:gd name="connsiteY121" fmla="*/ 244887 h 429531"/>
              <a:gd name="connsiteX122" fmla="*/ 238411 w 506163"/>
              <a:gd name="connsiteY122" fmla="*/ 241935 h 429531"/>
              <a:gd name="connsiteX123" fmla="*/ 214126 w 506163"/>
              <a:gd name="connsiteY123" fmla="*/ 223939 h 429531"/>
              <a:gd name="connsiteX124" fmla="*/ 161509 w 506163"/>
              <a:gd name="connsiteY124" fmla="*/ 225843 h 429531"/>
              <a:gd name="connsiteX125" fmla="*/ 80941 w 506163"/>
              <a:gd name="connsiteY125" fmla="*/ 279831 h 429531"/>
              <a:gd name="connsiteX126" fmla="*/ 71512 w 506163"/>
              <a:gd name="connsiteY126" fmla="*/ 283211 h 429531"/>
              <a:gd name="connsiteX127" fmla="*/ 62560 w 506163"/>
              <a:gd name="connsiteY127" fmla="*/ 280260 h 429531"/>
              <a:gd name="connsiteX128" fmla="*/ 5943 w 506163"/>
              <a:gd name="connsiteY128" fmla="*/ 237793 h 429531"/>
              <a:gd name="connsiteX129" fmla="*/ 7086 w 506163"/>
              <a:gd name="connsiteY129" fmla="*/ 213227 h 429531"/>
              <a:gd name="connsiteX130" fmla="*/ 342265 w 506163"/>
              <a:gd name="connsiteY130" fmla="*/ 7083 h 429531"/>
              <a:gd name="connsiteX131" fmla="*/ 342312 w 506163"/>
              <a:gd name="connsiteY131" fmla="*/ 7083 h 429531"/>
              <a:gd name="connsiteX132" fmla="*/ 377091 w 506163"/>
              <a:gd name="connsiteY132" fmla="*/ 947 h 42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506163" h="429531">
                <a:moveTo>
                  <a:pt x="506163" y="363041"/>
                </a:moveTo>
                <a:lnTo>
                  <a:pt x="506163" y="414625"/>
                </a:lnTo>
                <a:cubicBezTo>
                  <a:pt x="506163" y="422864"/>
                  <a:pt x="499475" y="429531"/>
                  <a:pt x="491258" y="429531"/>
                </a:cubicBezTo>
                <a:cubicBezTo>
                  <a:pt x="482993" y="429531"/>
                  <a:pt x="476304" y="422864"/>
                  <a:pt x="476304" y="414625"/>
                </a:cubicBezTo>
                <a:lnTo>
                  <a:pt x="476304" y="377947"/>
                </a:lnTo>
                <a:lnTo>
                  <a:pt x="491303" y="377947"/>
                </a:lnTo>
                <a:cubicBezTo>
                  <a:pt x="499495" y="377947"/>
                  <a:pt x="506163" y="371280"/>
                  <a:pt x="506163" y="363041"/>
                </a:cubicBezTo>
                <a:close/>
                <a:moveTo>
                  <a:pt x="317198" y="330619"/>
                </a:moveTo>
                <a:lnTo>
                  <a:pt x="342106" y="338165"/>
                </a:lnTo>
                <a:lnTo>
                  <a:pt x="352543" y="336046"/>
                </a:lnTo>
                <a:lnTo>
                  <a:pt x="348562" y="337800"/>
                </a:lnTo>
                <a:cubicBezTo>
                  <a:pt x="353039" y="344277"/>
                  <a:pt x="360421" y="348182"/>
                  <a:pt x="368327" y="348182"/>
                </a:cubicBezTo>
                <a:lnTo>
                  <a:pt x="476304" y="348182"/>
                </a:lnTo>
                <a:lnTo>
                  <a:pt x="476304" y="377947"/>
                </a:lnTo>
                <a:lnTo>
                  <a:pt x="368327" y="377947"/>
                </a:lnTo>
                <a:cubicBezTo>
                  <a:pt x="353468" y="377924"/>
                  <a:pt x="340013" y="371887"/>
                  <a:pt x="330273" y="362148"/>
                </a:cubicBezTo>
                <a:close/>
                <a:moveTo>
                  <a:pt x="372859" y="327095"/>
                </a:moveTo>
                <a:lnTo>
                  <a:pt x="362615" y="334001"/>
                </a:lnTo>
                <a:lnTo>
                  <a:pt x="352543" y="336046"/>
                </a:lnTo>
                <a:close/>
                <a:moveTo>
                  <a:pt x="377258" y="324129"/>
                </a:moveTo>
                <a:lnTo>
                  <a:pt x="376329" y="325566"/>
                </a:lnTo>
                <a:lnTo>
                  <a:pt x="372859" y="327095"/>
                </a:lnTo>
                <a:close/>
                <a:moveTo>
                  <a:pt x="381521" y="317537"/>
                </a:moveTo>
                <a:lnTo>
                  <a:pt x="379375" y="322702"/>
                </a:lnTo>
                <a:lnTo>
                  <a:pt x="377258" y="324129"/>
                </a:lnTo>
                <a:close/>
                <a:moveTo>
                  <a:pt x="352264" y="304637"/>
                </a:moveTo>
                <a:lnTo>
                  <a:pt x="350914" y="306656"/>
                </a:lnTo>
                <a:cubicBezTo>
                  <a:pt x="346605" y="308441"/>
                  <a:pt x="341974" y="308846"/>
                  <a:pt x="337600" y="307983"/>
                </a:cubicBezTo>
                <a:lnTo>
                  <a:pt x="335613" y="306924"/>
                </a:lnTo>
                <a:close/>
                <a:moveTo>
                  <a:pt x="476304" y="300081"/>
                </a:moveTo>
                <a:lnTo>
                  <a:pt x="476396" y="300081"/>
                </a:lnTo>
                <a:lnTo>
                  <a:pt x="476396" y="348182"/>
                </a:lnTo>
                <a:lnTo>
                  <a:pt x="476304" y="348182"/>
                </a:lnTo>
                <a:close/>
                <a:moveTo>
                  <a:pt x="116194" y="278039"/>
                </a:moveTo>
                <a:cubicBezTo>
                  <a:pt x="119860" y="279015"/>
                  <a:pt x="123157" y="281383"/>
                  <a:pt x="125228" y="284905"/>
                </a:cubicBezTo>
                <a:lnTo>
                  <a:pt x="142893" y="315461"/>
                </a:lnTo>
                <a:lnTo>
                  <a:pt x="160501" y="304531"/>
                </a:lnTo>
                <a:lnTo>
                  <a:pt x="176898" y="329375"/>
                </a:lnTo>
                <a:lnTo>
                  <a:pt x="145511" y="348826"/>
                </a:lnTo>
                <a:cubicBezTo>
                  <a:pt x="143178" y="350302"/>
                  <a:pt x="140464" y="351063"/>
                  <a:pt x="137703" y="351063"/>
                </a:cubicBezTo>
                <a:cubicBezTo>
                  <a:pt x="132370" y="351063"/>
                  <a:pt x="127466" y="348255"/>
                  <a:pt x="124800" y="343638"/>
                </a:cubicBezTo>
                <a:lnTo>
                  <a:pt x="99422" y="299755"/>
                </a:lnTo>
                <a:cubicBezTo>
                  <a:pt x="95375" y="292663"/>
                  <a:pt x="97851" y="283620"/>
                  <a:pt x="104945" y="279527"/>
                </a:cubicBezTo>
                <a:cubicBezTo>
                  <a:pt x="108492" y="277480"/>
                  <a:pt x="112527" y="277064"/>
                  <a:pt x="116194" y="278039"/>
                </a:cubicBezTo>
                <a:close/>
                <a:moveTo>
                  <a:pt x="390274" y="270315"/>
                </a:moveTo>
                <a:lnTo>
                  <a:pt x="476304" y="270315"/>
                </a:lnTo>
                <a:lnTo>
                  <a:pt x="476304" y="300081"/>
                </a:lnTo>
                <a:lnTo>
                  <a:pt x="392808" y="300081"/>
                </a:lnTo>
                <a:lnTo>
                  <a:pt x="381521" y="317537"/>
                </a:lnTo>
                <a:lnTo>
                  <a:pt x="394861" y="285428"/>
                </a:lnTo>
                <a:close/>
                <a:moveTo>
                  <a:pt x="365910" y="239660"/>
                </a:moveTo>
                <a:lnTo>
                  <a:pt x="385969" y="256133"/>
                </a:lnTo>
                <a:lnTo>
                  <a:pt x="390274" y="270315"/>
                </a:lnTo>
                <a:lnTo>
                  <a:pt x="379996" y="270315"/>
                </a:lnTo>
                <a:cubicBezTo>
                  <a:pt x="371804" y="270315"/>
                  <a:pt x="365136" y="276983"/>
                  <a:pt x="365136" y="285174"/>
                </a:cubicBezTo>
                <a:lnTo>
                  <a:pt x="365136" y="285555"/>
                </a:lnTo>
                <a:cubicBezTo>
                  <a:pt x="365089" y="293461"/>
                  <a:pt x="361148" y="300152"/>
                  <a:pt x="355355" y="304212"/>
                </a:cubicBezTo>
                <a:lnTo>
                  <a:pt x="352264" y="304637"/>
                </a:lnTo>
                <a:lnTo>
                  <a:pt x="365103" y="285428"/>
                </a:lnTo>
                <a:cubicBezTo>
                  <a:pt x="365055" y="272720"/>
                  <a:pt x="354771" y="262440"/>
                  <a:pt x="342106" y="262440"/>
                </a:cubicBezTo>
                <a:cubicBezTo>
                  <a:pt x="332773" y="262440"/>
                  <a:pt x="324393" y="268056"/>
                  <a:pt x="320822" y="276623"/>
                </a:cubicBezTo>
                <a:cubicBezTo>
                  <a:pt x="317299" y="285238"/>
                  <a:pt x="319251" y="295090"/>
                  <a:pt x="325822" y="301706"/>
                </a:cubicBezTo>
                <a:lnTo>
                  <a:pt x="335613" y="306924"/>
                </a:lnTo>
                <a:lnTo>
                  <a:pt x="334464" y="307082"/>
                </a:lnTo>
                <a:cubicBezTo>
                  <a:pt x="325224" y="303843"/>
                  <a:pt x="315413" y="310225"/>
                  <a:pt x="314698" y="319988"/>
                </a:cubicBezTo>
                <a:cubicBezTo>
                  <a:pt x="314555" y="321464"/>
                  <a:pt x="314508" y="322845"/>
                  <a:pt x="314508" y="324131"/>
                </a:cubicBezTo>
                <a:lnTo>
                  <a:pt x="317198" y="330619"/>
                </a:lnTo>
                <a:lnTo>
                  <a:pt x="312764" y="329276"/>
                </a:lnTo>
                <a:cubicBezTo>
                  <a:pt x="304265" y="323600"/>
                  <a:pt x="297421" y="315462"/>
                  <a:pt x="293350" y="305609"/>
                </a:cubicBezTo>
                <a:lnTo>
                  <a:pt x="291668" y="288619"/>
                </a:lnTo>
                <a:close/>
                <a:moveTo>
                  <a:pt x="491258" y="222798"/>
                </a:moveTo>
                <a:cubicBezTo>
                  <a:pt x="499475" y="222798"/>
                  <a:pt x="506163" y="229466"/>
                  <a:pt x="506163" y="237704"/>
                </a:cubicBezTo>
                <a:lnTo>
                  <a:pt x="506163" y="285174"/>
                </a:lnTo>
                <a:cubicBezTo>
                  <a:pt x="506163" y="276983"/>
                  <a:pt x="499495" y="270315"/>
                  <a:pt x="491303" y="270315"/>
                </a:cubicBezTo>
                <a:lnTo>
                  <a:pt x="476304" y="270315"/>
                </a:lnTo>
                <a:lnTo>
                  <a:pt x="476304" y="237704"/>
                </a:lnTo>
                <a:cubicBezTo>
                  <a:pt x="476304" y="229466"/>
                  <a:pt x="482993" y="222798"/>
                  <a:pt x="491258" y="222798"/>
                </a:cubicBezTo>
                <a:close/>
                <a:moveTo>
                  <a:pt x="447393" y="128120"/>
                </a:moveTo>
                <a:lnTo>
                  <a:pt x="465423" y="156543"/>
                </a:lnTo>
                <a:cubicBezTo>
                  <a:pt x="469757" y="163400"/>
                  <a:pt x="467804" y="172496"/>
                  <a:pt x="461042" y="176925"/>
                </a:cubicBezTo>
                <a:lnTo>
                  <a:pt x="365910" y="239660"/>
                </a:lnTo>
                <a:lnTo>
                  <a:pt x="362293" y="236690"/>
                </a:lnTo>
                <a:cubicBezTo>
                  <a:pt x="352438" y="232621"/>
                  <a:pt x="341832" y="231705"/>
                  <a:pt x="331803" y="233692"/>
                </a:cubicBezTo>
                <a:cubicBezTo>
                  <a:pt x="321775" y="235679"/>
                  <a:pt x="312323" y="240569"/>
                  <a:pt x="304777" y="248113"/>
                </a:cubicBezTo>
                <a:cubicBezTo>
                  <a:pt x="297230" y="255657"/>
                  <a:pt x="292326" y="265105"/>
                  <a:pt x="290332" y="275130"/>
                </a:cubicBezTo>
                <a:lnTo>
                  <a:pt x="291668" y="288619"/>
                </a:lnTo>
                <a:lnTo>
                  <a:pt x="205322" y="345559"/>
                </a:lnTo>
                <a:cubicBezTo>
                  <a:pt x="202894" y="347131"/>
                  <a:pt x="200084" y="347988"/>
                  <a:pt x="197179" y="347988"/>
                </a:cubicBezTo>
                <a:cubicBezTo>
                  <a:pt x="192131" y="347988"/>
                  <a:pt x="187465" y="345464"/>
                  <a:pt x="184750" y="341273"/>
                </a:cubicBezTo>
                <a:lnTo>
                  <a:pt x="176898" y="329375"/>
                </a:lnTo>
                <a:lnTo>
                  <a:pt x="180840" y="326932"/>
                </a:lnTo>
                <a:cubicBezTo>
                  <a:pt x="187839" y="322553"/>
                  <a:pt x="189982" y="313415"/>
                  <a:pt x="185649" y="306418"/>
                </a:cubicBezTo>
                <a:cubicBezTo>
                  <a:pt x="181316" y="299469"/>
                  <a:pt x="172127" y="297327"/>
                  <a:pt x="165128" y="301659"/>
                </a:cubicBezTo>
                <a:lnTo>
                  <a:pt x="160501" y="304531"/>
                </a:lnTo>
                <a:lnTo>
                  <a:pt x="139083" y="272077"/>
                </a:lnTo>
                <a:cubicBezTo>
                  <a:pt x="134559" y="265219"/>
                  <a:pt x="136464" y="255980"/>
                  <a:pt x="143321" y="251456"/>
                </a:cubicBezTo>
                <a:cubicBezTo>
                  <a:pt x="150178" y="246932"/>
                  <a:pt x="159416" y="248837"/>
                  <a:pt x="163940" y="255695"/>
                </a:cubicBezTo>
                <a:lnTo>
                  <a:pt x="201370" y="312509"/>
                </a:lnTo>
                <a:lnTo>
                  <a:pt x="432470" y="160114"/>
                </a:lnTo>
                <a:lnTo>
                  <a:pt x="422048" y="143701"/>
                </a:lnTo>
                <a:close/>
                <a:moveTo>
                  <a:pt x="371103" y="30119"/>
                </a:moveTo>
                <a:cubicBezTo>
                  <a:pt x="366668" y="29268"/>
                  <a:pt x="361930" y="30006"/>
                  <a:pt x="357788" y="32505"/>
                </a:cubicBezTo>
                <a:lnTo>
                  <a:pt x="41323" y="227081"/>
                </a:lnTo>
                <a:lnTo>
                  <a:pt x="71370" y="249647"/>
                </a:lnTo>
                <a:cubicBezTo>
                  <a:pt x="84131" y="239983"/>
                  <a:pt x="109797" y="221653"/>
                  <a:pt x="146462" y="200182"/>
                </a:cubicBezTo>
                <a:cubicBezTo>
                  <a:pt x="172509" y="184852"/>
                  <a:pt x="200794" y="183995"/>
                  <a:pt x="228221" y="197706"/>
                </a:cubicBezTo>
                <a:cubicBezTo>
                  <a:pt x="236649" y="201991"/>
                  <a:pt x="244554" y="207276"/>
                  <a:pt x="251696" y="213512"/>
                </a:cubicBezTo>
                <a:lnTo>
                  <a:pt x="427738" y="105299"/>
                </a:lnTo>
                <a:lnTo>
                  <a:pt x="382597" y="37266"/>
                </a:lnTo>
                <a:cubicBezTo>
                  <a:pt x="379668" y="33410"/>
                  <a:pt x="375537" y="30970"/>
                  <a:pt x="371103" y="30119"/>
                </a:cubicBezTo>
                <a:close/>
                <a:moveTo>
                  <a:pt x="377091" y="947"/>
                </a:moveTo>
                <a:cubicBezTo>
                  <a:pt x="388668" y="3262"/>
                  <a:pt x="399406" y="9773"/>
                  <a:pt x="406834" y="19984"/>
                </a:cubicBezTo>
                <a:cubicBezTo>
                  <a:pt x="406977" y="20175"/>
                  <a:pt x="407072" y="20365"/>
                  <a:pt x="407215" y="20508"/>
                </a:cubicBezTo>
                <a:lnTo>
                  <a:pt x="461022" y="101680"/>
                </a:lnTo>
                <a:cubicBezTo>
                  <a:pt x="465689" y="108726"/>
                  <a:pt x="463594" y="118200"/>
                  <a:pt x="456403" y="122580"/>
                </a:cubicBezTo>
                <a:lnTo>
                  <a:pt x="447393" y="128120"/>
                </a:lnTo>
                <a:lnTo>
                  <a:pt x="442947" y="121111"/>
                </a:lnTo>
                <a:cubicBezTo>
                  <a:pt x="440827" y="117444"/>
                  <a:pt x="437399" y="115015"/>
                  <a:pt x="433607" y="114069"/>
                </a:cubicBezTo>
                <a:cubicBezTo>
                  <a:pt x="429815" y="113122"/>
                  <a:pt x="425661" y="113658"/>
                  <a:pt x="422089" y="115920"/>
                </a:cubicBezTo>
                <a:cubicBezTo>
                  <a:pt x="414946" y="120492"/>
                  <a:pt x="412994" y="130064"/>
                  <a:pt x="417803" y="137017"/>
                </a:cubicBezTo>
                <a:lnTo>
                  <a:pt x="422048" y="143701"/>
                </a:lnTo>
                <a:lnTo>
                  <a:pt x="257458" y="244887"/>
                </a:lnTo>
                <a:cubicBezTo>
                  <a:pt x="251268" y="248743"/>
                  <a:pt x="243125" y="247505"/>
                  <a:pt x="238411" y="241935"/>
                </a:cubicBezTo>
                <a:cubicBezTo>
                  <a:pt x="231459" y="234508"/>
                  <a:pt x="223221" y="228414"/>
                  <a:pt x="214126" y="223939"/>
                </a:cubicBezTo>
                <a:cubicBezTo>
                  <a:pt x="196175" y="215226"/>
                  <a:pt x="178461" y="215893"/>
                  <a:pt x="161509" y="225843"/>
                </a:cubicBezTo>
                <a:cubicBezTo>
                  <a:pt x="110654" y="255646"/>
                  <a:pt x="81226" y="279593"/>
                  <a:pt x="80941" y="279831"/>
                </a:cubicBezTo>
                <a:cubicBezTo>
                  <a:pt x="78274" y="282021"/>
                  <a:pt x="74941" y="283211"/>
                  <a:pt x="71512" y="283211"/>
                </a:cubicBezTo>
                <a:cubicBezTo>
                  <a:pt x="68274" y="283211"/>
                  <a:pt x="65132" y="282164"/>
                  <a:pt x="62560" y="280260"/>
                </a:cubicBezTo>
                <a:lnTo>
                  <a:pt x="5943" y="237793"/>
                </a:lnTo>
                <a:cubicBezTo>
                  <a:pt x="-2437" y="231509"/>
                  <a:pt x="-1866" y="218702"/>
                  <a:pt x="7086" y="213227"/>
                </a:cubicBezTo>
                <a:lnTo>
                  <a:pt x="342265" y="7083"/>
                </a:lnTo>
                <a:lnTo>
                  <a:pt x="342312" y="7083"/>
                </a:lnTo>
                <a:cubicBezTo>
                  <a:pt x="353098" y="513"/>
                  <a:pt x="365514" y="-1368"/>
                  <a:pt x="377091" y="947"/>
                </a:cubicBezTo>
                <a:close/>
              </a:path>
            </a:pathLst>
          </a:custGeom>
          <a:solidFill>
            <a:srgbClr val="00FEFE"/>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000">
              <a:latin typeface="思源黑体 CN Heavy" panose="020B0A00000000000000" pitchFamily="34" charset="-122"/>
              <a:ea typeface="思源黑体 CN Heavy" panose="020B0A00000000000000" pitchFamily="34" charset="-122"/>
            </a:endParaRPr>
          </a:p>
        </p:txBody>
      </p:sp>
      <p:sp>
        <p:nvSpPr>
          <p:cNvPr id="59" name="椭圆 58">
            <a:extLst>
              <a:ext uri="{FF2B5EF4-FFF2-40B4-BE49-F238E27FC236}">
                <a16:creationId xmlns="" xmlns:p14="http://schemas.microsoft.com/office/powerpoint/2010/main" xmlns:p15="http://schemas.microsoft.com/office/powerpoint/2012/main" xmlns:a16="http://schemas.microsoft.com/office/drawing/2014/main" id="{8FBCCAA5-86D5-4758-9E9B-A5B16E831522}"/>
              </a:ext>
            </a:extLst>
          </p:cNvPr>
          <p:cNvSpPr/>
          <p:nvPr/>
        </p:nvSpPr>
        <p:spPr>
          <a:xfrm>
            <a:off x="7314246" y="1936114"/>
            <a:ext cx="699980" cy="724780"/>
          </a:xfrm>
          <a:prstGeom prst="ellipse">
            <a:avLst/>
          </a:prstGeom>
          <a:gradFill flip="none" rotWithShape="1">
            <a:gsLst>
              <a:gs pos="58000">
                <a:srgbClr val="00FEFE">
                  <a:alpha val="0"/>
                </a:srgbClr>
              </a:gs>
              <a:gs pos="100000">
                <a:srgbClr val="00FEFE"/>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思源黑体 CN Heavy" panose="020B0A00000000000000" pitchFamily="34" charset="-122"/>
              <a:ea typeface="思源黑体 CN Heavy" panose="020B0A00000000000000" pitchFamily="34" charset="-122"/>
            </a:endParaRPr>
          </a:p>
        </p:txBody>
      </p:sp>
      <p:sp>
        <p:nvSpPr>
          <p:cNvPr id="60" name="文本框 120">
            <a:extLst>
              <a:ext uri="{FF2B5EF4-FFF2-40B4-BE49-F238E27FC236}">
                <a16:creationId xmlns="" xmlns:p14="http://schemas.microsoft.com/office/powerpoint/2010/main" xmlns:p15="http://schemas.microsoft.com/office/powerpoint/2012/main" xmlns:a16="http://schemas.microsoft.com/office/drawing/2014/main" id="{1DE7064C-DFE9-442D-8930-CCE99A16D0F5}"/>
              </a:ext>
            </a:extLst>
          </p:cNvPr>
          <p:cNvSpPr txBox="1"/>
          <p:nvPr/>
        </p:nvSpPr>
        <p:spPr>
          <a:xfrm>
            <a:off x="7306531" y="2312553"/>
            <a:ext cx="699978" cy="2308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900">
                <a:solidFill>
                  <a:schemeClr val="bg1"/>
                </a:solidFill>
                <a:latin typeface="思源黑体 CN Heavy" panose="020B0A00000000000000" pitchFamily="34" charset="-122"/>
                <a:ea typeface="思源黑体 CN Heavy" panose="020B0A00000000000000" pitchFamily="34" charset="-122"/>
              </a:rPr>
              <a:t>内容文本</a:t>
            </a:r>
          </a:p>
        </p:txBody>
      </p:sp>
      <p:sp>
        <p:nvSpPr>
          <p:cNvPr id="61" name="coins-stacks-of-dollars-hand-drawn-commercial-symbol_35718">
            <a:extLst>
              <a:ext uri="{FF2B5EF4-FFF2-40B4-BE49-F238E27FC236}">
                <a16:creationId xmlns="" xmlns:p14="http://schemas.microsoft.com/office/powerpoint/2010/main" xmlns:p15="http://schemas.microsoft.com/office/powerpoint/2012/main" xmlns:a16="http://schemas.microsoft.com/office/drawing/2014/main" id="{B5D8264D-EAB5-420C-8205-70E85F88F4E3}"/>
              </a:ext>
            </a:extLst>
          </p:cNvPr>
          <p:cNvSpPr>
            <a:spLocks noChangeAspect="1"/>
          </p:cNvSpPr>
          <p:nvPr/>
        </p:nvSpPr>
        <p:spPr bwMode="auto">
          <a:xfrm>
            <a:off x="7555970" y="2109016"/>
            <a:ext cx="216533" cy="143401"/>
          </a:xfrm>
          <a:custGeom>
            <a:avLst/>
            <a:gdLst>
              <a:gd name="connsiteX0" fmla="*/ 45979 w 551291"/>
              <a:gd name="connsiteY0" fmla="*/ 273751 h 352605"/>
              <a:gd name="connsiteX1" fmla="*/ 165065 w 551291"/>
              <a:gd name="connsiteY1" fmla="*/ 273751 h 352605"/>
              <a:gd name="connsiteX2" fmla="*/ 165065 w 551291"/>
              <a:gd name="connsiteY2" fmla="*/ 305247 h 352605"/>
              <a:gd name="connsiteX3" fmla="*/ 45979 w 551291"/>
              <a:gd name="connsiteY3" fmla="*/ 305247 h 352605"/>
              <a:gd name="connsiteX4" fmla="*/ 25835 w 551291"/>
              <a:gd name="connsiteY4" fmla="*/ 204908 h 352605"/>
              <a:gd name="connsiteX5" fmla="*/ 25835 w 551291"/>
              <a:gd name="connsiteY5" fmla="*/ 313888 h 352605"/>
              <a:gd name="connsiteX6" fmla="*/ 38752 w 551291"/>
              <a:gd name="connsiteY6" fmla="*/ 326794 h 352605"/>
              <a:gd name="connsiteX7" fmla="*/ 374601 w 551291"/>
              <a:gd name="connsiteY7" fmla="*/ 326794 h 352605"/>
              <a:gd name="connsiteX8" fmla="*/ 387518 w 551291"/>
              <a:gd name="connsiteY8" fmla="*/ 313888 h 352605"/>
              <a:gd name="connsiteX9" fmla="*/ 387518 w 551291"/>
              <a:gd name="connsiteY9" fmla="*/ 204908 h 352605"/>
              <a:gd name="connsiteX10" fmla="*/ 38752 w 551291"/>
              <a:gd name="connsiteY10" fmla="*/ 68683 h 352605"/>
              <a:gd name="connsiteX11" fmla="*/ 294227 w 551291"/>
              <a:gd name="connsiteY11" fmla="*/ 68683 h 352605"/>
              <a:gd name="connsiteX12" fmla="*/ 305709 w 551291"/>
              <a:gd name="connsiteY12" fmla="*/ 78721 h 352605"/>
              <a:gd name="connsiteX13" fmla="*/ 325803 w 551291"/>
              <a:gd name="connsiteY13" fmla="*/ 94494 h 352605"/>
              <a:gd name="connsiteX14" fmla="*/ 38752 w 551291"/>
              <a:gd name="connsiteY14" fmla="*/ 94494 h 352605"/>
              <a:gd name="connsiteX15" fmla="*/ 25835 w 551291"/>
              <a:gd name="connsiteY15" fmla="*/ 107400 h 352605"/>
              <a:gd name="connsiteX16" fmla="*/ 25835 w 551291"/>
              <a:gd name="connsiteY16" fmla="*/ 128909 h 352605"/>
              <a:gd name="connsiteX17" fmla="*/ 361684 w 551291"/>
              <a:gd name="connsiteY17" fmla="*/ 128909 h 352605"/>
              <a:gd name="connsiteX18" fmla="*/ 413353 w 551291"/>
              <a:gd name="connsiteY18" fmla="*/ 176229 h 352605"/>
              <a:gd name="connsiteX19" fmla="*/ 413353 w 551291"/>
              <a:gd name="connsiteY19" fmla="*/ 313888 h 352605"/>
              <a:gd name="connsiteX20" fmla="*/ 374601 w 551291"/>
              <a:gd name="connsiteY20" fmla="*/ 352605 h 352605"/>
              <a:gd name="connsiteX21" fmla="*/ 38752 w 551291"/>
              <a:gd name="connsiteY21" fmla="*/ 352605 h 352605"/>
              <a:gd name="connsiteX22" fmla="*/ 0 w 551291"/>
              <a:gd name="connsiteY22" fmla="*/ 313888 h 352605"/>
              <a:gd name="connsiteX23" fmla="*/ 0 w 551291"/>
              <a:gd name="connsiteY23" fmla="*/ 107400 h 352605"/>
              <a:gd name="connsiteX24" fmla="*/ 38752 w 551291"/>
              <a:gd name="connsiteY24" fmla="*/ 68683 h 352605"/>
              <a:gd name="connsiteX25" fmla="*/ 302816 w 551291"/>
              <a:gd name="connsiteY25" fmla="*/ 3 h 352605"/>
              <a:gd name="connsiteX26" fmla="*/ 323068 w 551291"/>
              <a:gd name="connsiteY26" fmla="*/ 5826 h 352605"/>
              <a:gd name="connsiteX27" fmla="*/ 489570 w 551291"/>
              <a:gd name="connsiteY27" fmla="*/ 98994 h 352605"/>
              <a:gd name="connsiteX28" fmla="*/ 551291 w 551291"/>
              <a:gd name="connsiteY28" fmla="*/ 219397 h 352605"/>
              <a:gd name="connsiteX29" fmla="*/ 439333 w 551291"/>
              <a:gd name="connsiteY29" fmla="*/ 344099 h 352605"/>
              <a:gd name="connsiteX30" fmla="*/ 416367 w 551291"/>
              <a:gd name="connsiteY30" fmla="*/ 344099 h 352605"/>
              <a:gd name="connsiteX31" fmla="*/ 426414 w 551291"/>
              <a:gd name="connsiteY31" fmla="*/ 313998 h 352605"/>
              <a:gd name="connsiteX32" fmla="*/ 426414 w 551291"/>
              <a:gd name="connsiteY32" fmla="*/ 169229 h 352605"/>
              <a:gd name="connsiteX33" fmla="*/ 347470 w 551291"/>
              <a:gd name="connsiteY33" fmla="*/ 94694 h 352605"/>
              <a:gd name="connsiteX34" fmla="*/ 292926 w 551291"/>
              <a:gd name="connsiteY34" fmla="*/ 50260 h 352605"/>
              <a:gd name="connsiteX35" fmla="*/ 290055 w 551291"/>
              <a:gd name="connsiteY35" fmla="*/ 48827 h 352605"/>
              <a:gd name="connsiteX36" fmla="*/ 287184 w 551291"/>
              <a:gd name="connsiteY36" fmla="*/ 44527 h 352605"/>
              <a:gd name="connsiteX37" fmla="*/ 284314 w 551291"/>
              <a:gd name="connsiteY37" fmla="*/ 41660 h 352605"/>
              <a:gd name="connsiteX38" fmla="*/ 282878 w 551291"/>
              <a:gd name="connsiteY38" fmla="*/ 38793 h 352605"/>
              <a:gd name="connsiteX39" fmla="*/ 280007 w 551291"/>
              <a:gd name="connsiteY39" fmla="*/ 33060 h 352605"/>
              <a:gd name="connsiteX40" fmla="*/ 302816 w 551291"/>
              <a:gd name="connsiteY40" fmla="*/ 3 h 352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1291" h="352605">
                <a:moveTo>
                  <a:pt x="45979" y="273751"/>
                </a:moveTo>
                <a:lnTo>
                  <a:pt x="165065" y="273751"/>
                </a:lnTo>
                <a:lnTo>
                  <a:pt x="165065" y="305247"/>
                </a:lnTo>
                <a:lnTo>
                  <a:pt x="45979" y="305247"/>
                </a:lnTo>
                <a:close/>
                <a:moveTo>
                  <a:pt x="25835" y="204908"/>
                </a:moveTo>
                <a:lnTo>
                  <a:pt x="25835" y="313888"/>
                </a:lnTo>
                <a:cubicBezTo>
                  <a:pt x="25835" y="321058"/>
                  <a:pt x="31576" y="326794"/>
                  <a:pt x="38752" y="326794"/>
                </a:cubicBezTo>
                <a:lnTo>
                  <a:pt x="374601" y="326794"/>
                </a:lnTo>
                <a:cubicBezTo>
                  <a:pt x="381777" y="326794"/>
                  <a:pt x="387518" y="321058"/>
                  <a:pt x="387518" y="313888"/>
                </a:cubicBezTo>
                <a:lnTo>
                  <a:pt x="387518" y="204908"/>
                </a:lnTo>
                <a:close/>
                <a:moveTo>
                  <a:pt x="38752" y="68683"/>
                </a:moveTo>
                <a:lnTo>
                  <a:pt x="294227" y="68683"/>
                </a:lnTo>
                <a:cubicBezTo>
                  <a:pt x="297097" y="71551"/>
                  <a:pt x="301403" y="74419"/>
                  <a:pt x="305709" y="78721"/>
                </a:cubicBezTo>
                <a:cubicBezTo>
                  <a:pt x="312885" y="83022"/>
                  <a:pt x="318626" y="88758"/>
                  <a:pt x="325803" y="94494"/>
                </a:cubicBezTo>
                <a:lnTo>
                  <a:pt x="38752" y="94494"/>
                </a:lnTo>
                <a:cubicBezTo>
                  <a:pt x="31576" y="94494"/>
                  <a:pt x="25835" y="100230"/>
                  <a:pt x="25835" y="107400"/>
                </a:cubicBezTo>
                <a:lnTo>
                  <a:pt x="25835" y="128909"/>
                </a:lnTo>
                <a:lnTo>
                  <a:pt x="361684" y="128909"/>
                </a:lnTo>
                <a:cubicBezTo>
                  <a:pt x="376036" y="143248"/>
                  <a:pt x="394695" y="160456"/>
                  <a:pt x="413353" y="176229"/>
                </a:cubicBezTo>
                <a:lnTo>
                  <a:pt x="413353" y="313888"/>
                </a:lnTo>
                <a:cubicBezTo>
                  <a:pt x="413353" y="335398"/>
                  <a:pt x="396130" y="352605"/>
                  <a:pt x="374601" y="352605"/>
                </a:cubicBezTo>
                <a:lnTo>
                  <a:pt x="38752" y="352605"/>
                </a:lnTo>
                <a:cubicBezTo>
                  <a:pt x="17223" y="352605"/>
                  <a:pt x="0" y="335398"/>
                  <a:pt x="0" y="313888"/>
                </a:cubicBezTo>
                <a:lnTo>
                  <a:pt x="0" y="107400"/>
                </a:lnTo>
                <a:cubicBezTo>
                  <a:pt x="0" y="85890"/>
                  <a:pt x="17223" y="68683"/>
                  <a:pt x="38752" y="68683"/>
                </a:cubicBezTo>
                <a:close/>
                <a:moveTo>
                  <a:pt x="302816" y="3"/>
                </a:moveTo>
                <a:cubicBezTo>
                  <a:pt x="308715" y="93"/>
                  <a:pt x="315533" y="1884"/>
                  <a:pt x="323068" y="5826"/>
                </a:cubicBezTo>
                <a:cubicBezTo>
                  <a:pt x="354646" y="21593"/>
                  <a:pt x="489570" y="98994"/>
                  <a:pt x="489570" y="98994"/>
                </a:cubicBezTo>
                <a:cubicBezTo>
                  <a:pt x="515407" y="109028"/>
                  <a:pt x="551291" y="141995"/>
                  <a:pt x="551291" y="219397"/>
                </a:cubicBezTo>
                <a:cubicBezTo>
                  <a:pt x="551291" y="344099"/>
                  <a:pt x="439333" y="344099"/>
                  <a:pt x="439333" y="344099"/>
                </a:cubicBezTo>
                <a:lnTo>
                  <a:pt x="416367" y="344099"/>
                </a:lnTo>
                <a:cubicBezTo>
                  <a:pt x="423544" y="335499"/>
                  <a:pt x="426414" y="325465"/>
                  <a:pt x="426414" y="313998"/>
                </a:cubicBezTo>
                <a:lnTo>
                  <a:pt x="426414" y="169229"/>
                </a:lnTo>
                <a:cubicBezTo>
                  <a:pt x="389095" y="140562"/>
                  <a:pt x="347470" y="94694"/>
                  <a:pt x="347470" y="94694"/>
                </a:cubicBezTo>
                <a:cubicBezTo>
                  <a:pt x="327374" y="76061"/>
                  <a:pt x="305844" y="63160"/>
                  <a:pt x="292926" y="50260"/>
                </a:cubicBezTo>
                <a:cubicBezTo>
                  <a:pt x="291490" y="50260"/>
                  <a:pt x="291490" y="48827"/>
                  <a:pt x="290055" y="48827"/>
                </a:cubicBezTo>
                <a:cubicBezTo>
                  <a:pt x="290055" y="47393"/>
                  <a:pt x="288620" y="45960"/>
                  <a:pt x="287184" y="44527"/>
                </a:cubicBezTo>
                <a:cubicBezTo>
                  <a:pt x="285749" y="43093"/>
                  <a:pt x="285749" y="43093"/>
                  <a:pt x="284314" y="41660"/>
                </a:cubicBezTo>
                <a:cubicBezTo>
                  <a:pt x="284314" y="40227"/>
                  <a:pt x="282878" y="40227"/>
                  <a:pt x="282878" y="38793"/>
                </a:cubicBezTo>
                <a:cubicBezTo>
                  <a:pt x="281443" y="37360"/>
                  <a:pt x="280007" y="34493"/>
                  <a:pt x="280007" y="33060"/>
                </a:cubicBezTo>
                <a:cubicBezTo>
                  <a:pt x="275701" y="14785"/>
                  <a:pt x="285121" y="-266"/>
                  <a:pt x="302816" y="3"/>
                </a:cubicBezTo>
                <a:close/>
              </a:path>
            </a:pathLst>
          </a:custGeom>
          <a:solidFill>
            <a:srgbClr val="00FEFE"/>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000">
              <a:latin typeface="思源黑体 CN Heavy" panose="020B0A00000000000000" pitchFamily="34" charset="-122"/>
              <a:ea typeface="思源黑体 CN Heavy" panose="020B0A00000000000000" pitchFamily="34" charset="-122"/>
            </a:endParaRPr>
          </a:p>
        </p:txBody>
      </p:sp>
      <p:sp>
        <p:nvSpPr>
          <p:cNvPr id="62" name="文本框 120">
            <a:extLst>
              <a:ext uri="{FF2B5EF4-FFF2-40B4-BE49-F238E27FC236}">
                <a16:creationId xmlns="" xmlns:p14="http://schemas.microsoft.com/office/powerpoint/2010/main" xmlns:p15="http://schemas.microsoft.com/office/powerpoint/2012/main" xmlns:a16="http://schemas.microsoft.com/office/drawing/2014/main" id="{62A3B61E-4DC5-43F9-B9A8-CFBCB1326D65}"/>
              </a:ext>
            </a:extLst>
          </p:cNvPr>
          <p:cNvSpPr txBox="1"/>
          <p:nvPr/>
        </p:nvSpPr>
        <p:spPr>
          <a:xfrm>
            <a:off x="6063400" y="2391037"/>
            <a:ext cx="1142948" cy="369332"/>
          </a:xfrm>
          <a:prstGeom prst="rect">
            <a:avLst/>
          </a:prstGeom>
        </p:spPr>
        <p:txBody>
          <a:bodyPr wrap="square">
            <a:spAutoFit/>
          </a:bodyPr>
          <a:lstStyle>
            <a:defPPr>
              <a:defRPr lang="zh-CN"/>
            </a:defPPr>
            <a:lvl1pPr algn="ctr">
              <a:defRPr sz="2000" b="1">
                <a:solidFill>
                  <a:srgbClr val="43C4D5"/>
                </a:solidFill>
                <a:effectLst>
                  <a:outerShdw blurRad="50800" dist="38100" dir="13500000" algn="br" rotWithShape="0">
                    <a:prstClr val="black">
                      <a:alpha val="40000"/>
                    </a:prstClr>
                  </a:outerShdw>
                </a:effectLst>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800">
                <a:latin typeface="思源黑体 CN Heavy" panose="020B0A00000000000000" pitchFamily="34" charset="-122"/>
                <a:ea typeface="思源黑体 CN Heavy" panose="020B0A00000000000000" pitchFamily="34" charset="-122"/>
              </a:rPr>
              <a:t>标题添加</a:t>
            </a:r>
          </a:p>
        </p:txBody>
      </p:sp>
      <p:sp>
        <p:nvSpPr>
          <p:cNvPr id="63" name="iconfont-11117-5304720">
            <a:extLst>
              <a:ext uri="{FF2B5EF4-FFF2-40B4-BE49-F238E27FC236}">
                <a16:creationId xmlns="" xmlns:p14="http://schemas.microsoft.com/office/powerpoint/2010/main" xmlns:p15="http://schemas.microsoft.com/office/powerpoint/2012/main" xmlns:a16="http://schemas.microsoft.com/office/drawing/2014/main" id="{23876A83-A0EF-4D82-8876-A986EF519ED2}"/>
              </a:ext>
            </a:extLst>
          </p:cNvPr>
          <p:cNvSpPr>
            <a:spLocks noChangeAspect="1"/>
          </p:cNvSpPr>
          <p:nvPr/>
        </p:nvSpPr>
        <p:spPr bwMode="auto">
          <a:xfrm>
            <a:off x="6425555" y="1888356"/>
            <a:ext cx="418639" cy="435258"/>
          </a:xfrm>
          <a:custGeom>
            <a:avLst/>
            <a:gdLst>
              <a:gd name="connsiteX0" fmla="*/ 353010 w 401970"/>
              <a:gd name="connsiteY0" fmla="*/ 334988 h 403627"/>
              <a:gd name="connsiteX1" fmla="*/ 365960 w 401970"/>
              <a:gd name="connsiteY1" fmla="*/ 338830 h 403627"/>
              <a:gd name="connsiteX2" fmla="*/ 400361 w 401970"/>
              <a:gd name="connsiteY2" fmla="*/ 390148 h 403627"/>
              <a:gd name="connsiteX3" fmla="*/ 400836 w 401970"/>
              <a:gd name="connsiteY3" fmla="*/ 399687 h 403627"/>
              <a:gd name="connsiteX4" fmla="*/ 392937 w 401970"/>
              <a:gd name="connsiteY4" fmla="*/ 403614 h 403627"/>
              <a:gd name="connsiteX5" fmla="*/ 9039 w 401970"/>
              <a:gd name="connsiteY5" fmla="*/ 403614 h 403627"/>
              <a:gd name="connsiteX6" fmla="*/ 1614 w 401970"/>
              <a:gd name="connsiteY6" fmla="*/ 389673 h 403627"/>
              <a:gd name="connsiteX7" fmla="*/ 32951 w 401970"/>
              <a:gd name="connsiteY7" fmla="*/ 342930 h 403627"/>
              <a:gd name="connsiteX8" fmla="*/ 45426 w 401970"/>
              <a:gd name="connsiteY8" fmla="*/ 340427 h 403627"/>
              <a:gd name="connsiteX9" fmla="*/ 47800 w 401970"/>
              <a:gd name="connsiteY9" fmla="*/ 352900 h 403627"/>
              <a:gd name="connsiteX10" fmla="*/ 25786 w 401970"/>
              <a:gd name="connsiteY10" fmla="*/ 385703 h 403627"/>
              <a:gd name="connsiteX11" fmla="*/ 376146 w 401970"/>
              <a:gd name="connsiteY11" fmla="*/ 385703 h 403627"/>
              <a:gd name="connsiteX12" fmla="*/ 350982 w 401970"/>
              <a:gd name="connsiteY12" fmla="*/ 348368 h 403627"/>
              <a:gd name="connsiteX13" fmla="*/ 353010 w 401970"/>
              <a:gd name="connsiteY13" fmla="*/ 334988 h 403627"/>
              <a:gd name="connsiteX14" fmla="*/ 353485 w 401970"/>
              <a:gd name="connsiteY14" fmla="*/ 264895 h 403627"/>
              <a:gd name="connsiteX15" fmla="*/ 365960 w 401970"/>
              <a:gd name="connsiteY15" fmla="*/ 267269 h 403627"/>
              <a:gd name="connsiteX16" fmla="*/ 400361 w 401970"/>
              <a:gd name="connsiteY16" fmla="*/ 318630 h 403627"/>
              <a:gd name="connsiteX17" fmla="*/ 400836 w 401970"/>
              <a:gd name="connsiteY17" fmla="*/ 328169 h 403627"/>
              <a:gd name="connsiteX18" fmla="*/ 392937 w 401970"/>
              <a:gd name="connsiteY18" fmla="*/ 333003 h 403627"/>
              <a:gd name="connsiteX19" fmla="*/ 9039 w 401970"/>
              <a:gd name="connsiteY19" fmla="*/ 333003 h 403627"/>
              <a:gd name="connsiteX20" fmla="*/ 1614 w 401970"/>
              <a:gd name="connsiteY20" fmla="*/ 319105 h 403627"/>
              <a:gd name="connsiteX21" fmla="*/ 35973 w 401970"/>
              <a:gd name="connsiteY21" fmla="*/ 267787 h 403627"/>
              <a:gd name="connsiteX22" fmla="*/ 47584 w 401970"/>
              <a:gd name="connsiteY22" fmla="*/ 266017 h 403627"/>
              <a:gd name="connsiteX23" fmla="*/ 50951 w 401970"/>
              <a:gd name="connsiteY23" fmla="*/ 277282 h 403627"/>
              <a:gd name="connsiteX24" fmla="*/ 25786 w 401970"/>
              <a:gd name="connsiteY24" fmla="*/ 314616 h 403627"/>
              <a:gd name="connsiteX25" fmla="*/ 376146 w 401970"/>
              <a:gd name="connsiteY25" fmla="*/ 314616 h 403627"/>
              <a:gd name="connsiteX26" fmla="*/ 350982 w 401970"/>
              <a:gd name="connsiteY26" fmla="*/ 277282 h 403627"/>
              <a:gd name="connsiteX27" fmla="*/ 353485 w 401970"/>
              <a:gd name="connsiteY27" fmla="*/ 264895 h 403627"/>
              <a:gd name="connsiteX28" fmla="*/ 259883 w 401970"/>
              <a:gd name="connsiteY28" fmla="*/ 158891 h 403627"/>
              <a:gd name="connsiteX29" fmla="*/ 277653 w 401970"/>
              <a:gd name="connsiteY29" fmla="*/ 158891 h 403627"/>
              <a:gd name="connsiteX30" fmla="*/ 277490 w 401970"/>
              <a:gd name="connsiteY30" fmla="*/ 159232 h 403627"/>
              <a:gd name="connsiteX31" fmla="*/ 276323 w 401970"/>
              <a:gd name="connsiteY31" fmla="*/ 207726 h 403627"/>
              <a:gd name="connsiteX32" fmla="*/ 268813 w 401970"/>
              <a:gd name="connsiteY32" fmla="*/ 217908 h 403627"/>
              <a:gd name="connsiteX33" fmla="*/ 267475 w 401970"/>
              <a:gd name="connsiteY33" fmla="*/ 218038 h 403627"/>
              <a:gd name="connsiteX34" fmla="*/ 258627 w 401970"/>
              <a:gd name="connsiteY34" fmla="*/ 210401 h 403627"/>
              <a:gd name="connsiteX35" fmla="*/ 256835 w 401970"/>
              <a:gd name="connsiteY35" fmla="*/ 178375 h 403627"/>
              <a:gd name="connsiteX36" fmla="*/ 192030 w 401970"/>
              <a:gd name="connsiteY36" fmla="*/ 158891 h 403627"/>
              <a:gd name="connsiteX37" fmla="*/ 209941 w 401970"/>
              <a:gd name="connsiteY37" fmla="*/ 158891 h 403627"/>
              <a:gd name="connsiteX38" fmla="*/ 209941 w 401970"/>
              <a:gd name="connsiteY38" fmla="*/ 222093 h 403627"/>
              <a:gd name="connsiteX39" fmla="*/ 201007 w 401970"/>
              <a:gd name="connsiteY39" fmla="*/ 231068 h 403627"/>
              <a:gd name="connsiteX40" fmla="*/ 192030 w 401970"/>
              <a:gd name="connsiteY40" fmla="*/ 222093 h 403627"/>
              <a:gd name="connsiteX41" fmla="*/ 129625 w 401970"/>
              <a:gd name="connsiteY41" fmla="*/ 158891 h 403627"/>
              <a:gd name="connsiteX42" fmla="*/ 147715 w 401970"/>
              <a:gd name="connsiteY42" fmla="*/ 158891 h 403627"/>
              <a:gd name="connsiteX43" fmla="*/ 150864 w 401970"/>
              <a:gd name="connsiteY43" fmla="*/ 179011 h 403627"/>
              <a:gd name="connsiteX44" fmla="*/ 149084 w 401970"/>
              <a:gd name="connsiteY44" fmla="*/ 211048 h 403627"/>
              <a:gd name="connsiteX45" fmla="*/ 140236 w 401970"/>
              <a:gd name="connsiteY45" fmla="*/ 218599 h 403627"/>
              <a:gd name="connsiteX46" fmla="*/ 138898 w 401970"/>
              <a:gd name="connsiteY46" fmla="*/ 218599 h 403627"/>
              <a:gd name="connsiteX47" fmla="*/ 131345 w 401970"/>
              <a:gd name="connsiteY47" fmla="*/ 208502 h 403627"/>
              <a:gd name="connsiteX48" fmla="*/ 130184 w 401970"/>
              <a:gd name="connsiteY48" fmla="*/ 160062 h 403627"/>
              <a:gd name="connsiteX49" fmla="*/ 209941 w 401970"/>
              <a:gd name="connsiteY49" fmla="*/ 140807 h 403627"/>
              <a:gd name="connsiteX50" fmla="*/ 266958 w 401970"/>
              <a:gd name="connsiteY50" fmla="*/ 140807 h 403627"/>
              <a:gd name="connsiteX51" fmla="*/ 260897 w 401970"/>
              <a:gd name="connsiteY51" fmla="*/ 152407 h 403627"/>
              <a:gd name="connsiteX52" fmla="*/ 259883 w 401970"/>
              <a:gd name="connsiteY52" fmla="*/ 158891 h 403627"/>
              <a:gd name="connsiteX53" fmla="*/ 209941 w 401970"/>
              <a:gd name="connsiteY53" fmla="*/ 158891 h 403627"/>
              <a:gd name="connsiteX54" fmla="*/ 140424 w 401970"/>
              <a:gd name="connsiteY54" fmla="*/ 140807 h 403627"/>
              <a:gd name="connsiteX55" fmla="*/ 192030 w 401970"/>
              <a:gd name="connsiteY55" fmla="*/ 140807 h 403627"/>
              <a:gd name="connsiteX56" fmla="*/ 192030 w 401970"/>
              <a:gd name="connsiteY56" fmla="*/ 158891 h 403627"/>
              <a:gd name="connsiteX57" fmla="*/ 147715 w 401970"/>
              <a:gd name="connsiteY57" fmla="*/ 158891 h 403627"/>
              <a:gd name="connsiteX58" fmla="*/ 146795 w 401970"/>
              <a:gd name="connsiteY58" fmla="*/ 153018 h 403627"/>
              <a:gd name="connsiteX59" fmla="*/ 77885 w 401970"/>
              <a:gd name="connsiteY59" fmla="*/ 140807 h 403627"/>
              <a:gd name="connsiteX60" fmla="*/ 120993 w 401970"/>
              <a:gd name="connsiteY60" fmla="*/ 140807 h 403627"/>
              <a:gd name="connsiteX61" fmla="*/ 129625 w 401970"/>
              <a:gd name="connsiteY61" fmla="*/ 158891 h 403627"/>
              <a:gd name="connsiteX62" fmla="*/ 82676 w 401970"/>
              <a:gd name="connsiteY62" fmla="*/ 158891 h 403627"/>
              <a:gd name="connsiteX63" fmla="*/ 25786 w 401970"/>
              <a:gd name="connsiteY63" fmla="*/ 243573 h 403627"/>
              <a:gd name="connsiteX64" fmla="*/ 376060 w 401970"/>
              <a:gd name="connsiteY64" fmla="*/ 243573 h 403627"/>
              <a:gd name="connsiteX65" fmla="*/ 318911 w 401970"/>
              <a:gd name="connsiteY65" fmla="*/ 158891 h 403627"/>
              <a:gd name="connsiteX66" fmla="*/ 277653 w 401970"/>
              <a:gd name="connsiteY66" fmla="*/ 158891 h 403627"/>
              <a:gd name="connsiteX67" fmla="*/ 286281 w 401970"/>
              <a:gd name="connsiteY67" fmla="*/ 140807 h 403627"/>
              <a:gd name="connsiteX68" fmla="*/ 324048 w 401970"/>
              <a:gd name="connsiteY68" fmla="*/ 140807 h 403627"/>
              <a:gd name="connsiteX69" fmla="*/ 331472 w 401970"/>
              <a:gd name="connsiteY69" fmla="*/ 144778 h 403627"/>
              <a:gd name="connsiteX70" fmla="*/ 400361 w 401970"/>
              <a:gd name="connsiteY70" fmla="*/ 247371 h 403627"/>
              <a:gd name="connsiteX71" fmla="*/ 400836 w 401970"/>
              <a:gd name="connsiteY71" fmla="*/ 256910 h 403627"/>
              <a:gd name="connsiteX72" fmla="*/ 392937 w 401970"/>
              <a:gd name="connsiteY72" fmla="*/ 261269 h 403627"/>
              <a:gd name="connsiteX73" fmla="*/ 9039 w 401970"/>
              <a:gd name="connsiteY73" fmla="*/ 261269 h 403627"/>
              <a:gd name="connsiteX74" fmla="*/ 1614 w 401970"/>
              <a:gd name="connsiteY74" fmla="*/ 247371 h 403627"/>
              <a:gd name="connsiteX75" fmla="*/ 70461 w 401970"/>
              <a:gd name="connsiteY75" fmla="*/ 144778 h 403627"/>
              <a:gd name="connsiteX76" fmla="*/ 77885 w 401970"/>
              <a:gd name="connsiteY76" fmla="*/ 140807 h 403627"/>
              <a:gd name="connsiteX77" fmla="*/ 192030 w 401970"/>
              <a:gd name="connsiteY77" fmla="*/ 95405 h 403627"/>
              <a:gd name="connsiteX78" fmla="*/ 200988 w 401970"/>
              <a:gd name="connsiteY78" fmla="*/ 98121 h 403627"/>
              <a:gd name="connsiteX79" fmla="*/ 209941 w 401970"/>
              <a:gd name="connsiteY79" fmla="*/ 96316 h 403627"/>
              <a:gd name="connsiteX80" fmla="*/ 209941 w 401970"/>
              <a:gd name="connsiteY80" fmla="*/ 140807 h 403627"/>
              <a:gd name="connsiteX81" fmla="*/ 192030 w 401970"/>
              <a:gd name="connsiteY81" fmla="*/ 140807 h 403627"/>
              <a:gd name="connsiteX82" fmla="*/ 306580 w 401970"/>
              <a:gd name="connsiteY82" fmla="*/ 95337 h 403627"/>
              <a:gd name="connsiteX83" fmla="*/ 307343 w 401970"/>
              <a:gd name="connsiteY83" fmla="*/ 102998 h 403627"/>
              <a:gd name="connsiteX84" fmla="*/ 314244 w 401970"/>
              <a:gd name="connsiteY84" fmla="*/ 111419 h 403627"/>
              <a:gd name="connsiteX85" fmla="*/ 308552 w 401970"/>
              <a:gd name="connsiteY85" fmla="*/ 114279 h 403627"/>
              <a:gd name="connsiteX86" fmla="*/ 291710 w 401970"/>
              <a:gd name="connsiteY86" fmla="*/ 129430 h 403627"/>
              <a:gd name="connsiteX87" fmla="*/ 286281 w 401970"/>
              <a:gd name="connsiteY87" fmla="*/ 140807 h 403627"/>
              <a:gd name="connsiteX88" fmla="*/ 266958 w 401970"/>
              <a:gd name="connsiteY88" fmla="*/ 140807 h 403627"/>
              <a:gd name="connsiteX89" fmla="*/ 279700 w 401970"/>
              <a:gd name="connsiteY89" fmla="*/ 116422 h 403627"/>
              <a:gd name="connsiteX90" fmla="*/ 301272 w 401970"/>
              <a:gd name="connsiteY90" fmla="*/ 98000 h 403627"/>
              <a:gd name="connsiteX91" fmla="*/ 95824 w 401970"/>
              <a:gd name="connsiteY91" fmla="*/ 93386 h 403627"/>
              <a:gd name="connsiteX92" fmla="*/ 127989 w 401970"/>
              <a:gd name="connsiteY92" fmla="*/ 116977 h 403627"/>
              <a:gd name="connsiteX93" fmla="*/ 140424 w 401970"/>
              <a:gd name="connsiteY93" fmla="*/ 140807 h 403627"/>
              <a:gd name="connsiteX94" fmla="*/ 120993 w 401970"/>
              <a:gd name="connsiteY94" fmla="*/ 140807 h 403627"/>
              <a:gd name="connsiteX95" fmla="*/ 115937 w 401970"/>
              <a:gd name="connsiteY95" fmla="*/ 130212 h 403627"/>
              <a:gd name="connsiteX96" fmla="*/ 90040 w 401970"/>
              <a:gd name="connsiteY96" fmla="*/ 110429 h 403627"/>
              <a:gd name="connsiteX97" fmla="*/ 88297 w 401970"/>
              <a:gd name="connsiteY97" fmla="*/ 106401 h 403627"/>
              <a:gd name="connsiteX98" fmla="*/ 93069 w 401970"/>
              <a:gd name="connsiteY98" fmla="*/ 94908 h 403627"/>
              <a:gd name="connsiteX99" fmla="*/ 346061 w 401970"/>
              <a:gd name="connsiteY99" fmla="*/ 62987 h 403627"/>
              <a:gd name="connsiteX100" fmla="*/ 323875 w 401970"/>
              <a:gd name="connsiteY100" fmla="*/ 77792 h 403627"/>
              <a:gd name="connsiteX101" fmla="*/ 329055 w 401970"/>
              <a:gd name="connsiteY101" fmla="*/ 103947 h 403627"/>
              <a:gd name="connsiteX102" fmla="*/ 355255 w 401970"/>
              <a:gd name="connsiteY102" fmla="*/ 109170 h 403627"/>
              <a:gd name="connsiteX103" fmla="*/ 370060 w 401970"/>
              <a:gd name="connsiteY103" fmla="*/ 86985 h 403627"/>
              <a:gd name="connsiteX104" fmla="*/ 346061 w 401970"/>
              <a:gd name="connsiteY104" fmla="*/ 62987 h 403627"/>
              <a:gd name="connsiteX105" fmla="*/ 54447 w 401970"/>
              <a:gd name="connsiteY105" fmla="*/ 62987 h 403627"/>
              <a:gd name="connsiteX106" fmla="*/ 32304 w 401970"/>
              <a:gd name="connsiteY106" fmla="*/ 77792 h 403627"/>
              <a:gd name="connsiteX107" fmla="*/ 37483 w 401970"/>
              <a:gd name="connsiteY107" fmla="*/ 103947 h 403627"/>
              <a:gd name="connsiteX108" fmla="*/ 63641 w 401970"/>
              <a:gd name="connsiteY108" fmla="*/ 109170 h 403627"/>
              <a:gd name="connsiteX109" fmla="*/ 78489 w 401970"/>
              <a:gd name="connsiteY109" fmla="*/ 86985 h 403627"/>
              <a:gd name="connsiteX110" fmla="*/ 54447 w 401970"/>
              <a:gd name="connsiteY110" fmla="*/ 62987 h 403627"/>
              <a:gd name="connsiteX111" fmla="*/ 337865 w 401970"/>
              <a:gd name="connsiteY111" fmla="*/ 45874 h 403627"/>
              <a:gd name="connsiteX112" fmla="*/ 362075 w 401970"/>
              <a:gd name="connsiteY112" fmla="*/ 48270 h 403627"/>
              <a:gd name="connsiteX113" fmla="*/ 387973 w 401970"/>
              <a:gd name="connsiteY113" fmla="*/ 86985 h 403627"/>
              <a:gd name="connsiteX114" fmla="*/ 346061 w 401970"/>
              <a:gd name="connsiteY114" fmla="*/ 128894 h 403627"/>
              <a:gd name="connsiteX115" fmla="*/ 322769 w 401970"/>
              <a:gd name="connsiteY115" fmla="*/ 121821 h 403627"/>
              <a:gd name="connsiteX116" fmla="*/ 314244 w 401970"/>
              <a:gd name="connsiteY116" fmla="*/ 111419 h 403627"/>
              <a:gd name="connsiteX117" fmla="*/ 317585 w 401970"/>
              <a:gd name="connsiteY117" fmla="*/ 109739 h 403627"/>
              <a:gd name="connsiteX118" fmla="*/ 323239 w 401970"/>
              <a:gd name="connsiteY118" fmla="*/ 98391 h 403627"/>
              <a:gd name="connsiteX119" fmla="*/ 311845 w 401970"/>
              <a:gd name="connsiteY119" fmla="*/ 92696 h 403627"/>
              <a:gd name="connsiteX120" fmla="*/ 306580 w 401970"/>
              <a:gd name="connsiteY120" fmla="*/ 95337 h 403627"/>
              <a:gd name="connsiteX121" fmla="*/ 304932 w 401970"/>
              <a:gd name="connsiteY121" fmla="*/ 78806 h 403627"/>
              <a:gd name="connsiteX122" fmla="*/ 316408 w 401970"/>
              <a:gd name="connsiteY122" fmla="*/ 57333 h 403627"/>
              <a:gd name="connsiteX123" fmla="*/ 337865 w 401970"/>
              <a:gd name="connsiteY123" fmla="*/ 45874 h 403627"/>
              <a:gd name="connsiteX124" fmla="*/ 46294 w 401970"/>
              <a:gd name="connsiteY124" fmla="*/ 45874 h 403627"/>
              <a:gd name="connsiteX125" fmla="*/ 70504 w 401970"/>
              <a:gd name="connsiteY125" fmla="*/ 48270 h 403627"/>
              <a:gd name="connsiteX126" fmla="*/ 96359 w 401970"/>
              <a:gd name="connsiteY126" fmla="*/ 86985 h 403627"/>
              <a:gd name="connsiteX127" fmla="*/ 93069 w 401970"/>
              <a:gd name="connsiteY127" fmla="*/ 94908 h 403627"/>
              <a:gd name="connsiteX128" fmla="*/ 85206 w 401970"/>
              <a:gd name="connsiteY128" fmla="*/ 99254 h 403627"/>
              <a:gd name="connsiteX129" fmla="*/ 88297 w 401970"/>
              <a:gd name="connsiteY129" fmla="*/ 106401 h 403627"/>
              <a:gd name="connsiteX130" fmla="*/ 84063 w 401970"/>
              <a:gd name="connsiteY130" fmla="*/ 116599 h 403627"/>
              <a:gd name="connsiteX131" fmla="*/ 54447 w 401970"/>
              <a:gd name="connsiteY131" fmla="*/ 128894 h 403627"/>
              <a:gd name="connsiteX132" fmla="*/ 15729 w 401970"/>
              <a:gd name="connsiteY132" fmla="*/ 102998 h 403627"/>
              <a:gd name="connsiteX133" fmla="*/ 24837 w 401970"/>
              <a:gd name="connsiteY133" fmla="*/ 57333 h 403627"/>
              <a:gd name="connsiteX134" fmla="*/ 46294 w 401970"/>
              <a:gd name="connsiteY134" fmla="*/ 45874 h 403627"/>
              <a:gd name="connsiteX135" fmla="*/ 200988 w 401970"/>
              <a:gd name="connsiteY135" fmla="*/ 18014 h 403627"/>
              <a:gd name="connsiteX136" fmla="*/ 172112 w 401970"/>
              <a:gd name="connsiteY136" fmla="*/ 37177 h 403627"/>
              <a:gd name="connsiteX137" fmla="*/ 178802 w 401970"/>
              <a:gd name="connsiteY137" fmla="*/ 71145 h 403627"/>
              <a:gd name="connsiteX138" fmla="*/ 212772 w 401970"/>
              <a:gd name="connsiteY138" fmla="*/ 77964 h 403627"/>
              <a:gd name="connsiteX139" fmla="*/ 232023 w 401970"/>
              <a:gd name="connsiteY139" fmla="*/ 49176 h 403627"/>
              <a:gd name="connsiteX140" fmla="*/ 200988 w 401970"/>
              <a:gd name="connsiteY140" fmla="*/ 18014 h 403627"/>
              <a:gd name="connsiteX141" fmla="*/ 191449 w 401970"/>
              <a:gd name="connsiteY141" fmla="*/ 933 h 403627"/>
              <a:gd name="connsiteX142" fmla="*/ 219807 w 401970"/>
              <a:gd name="connsiteY142" fmla="*/ 3771 h 403627"/>
              <a:gd name="connsiteX143" fmla="*/ 250022 w 401970"/>
              <a:gd name="connsiteY143" fmla="*/ 49176 h 403627"/>
              <a:gd name="connsiteX144" fmla="*/ 220043 w 401970"/>
              <a:gd name="connsiteY144" fmla="*/ 94279 h 403627"/>
              <a:gd name="connsiteX145" fmla="*/ 209941 w 401970"/>
              <a:gd name="connsiteY145" fmla="*/ 96316 h 403627"/>
              <a:gd name="connsiteX146" fmla="*/ 209941 w 401970"/>
              <a:gd name="connsiteY146" fmla="*/ 88813 h 403627"/>
              <a:gd name="connsiteX147" fmla="*/ 201007 w 401970"/>
              <a:gd name="connsiteY147" fmla="*/ 79838 h 403627"/>
              <a:gd name="connsiteX148" fmla="*/ 192030 w 401970"/>
              <a:gd name="connsiteY148" fmla="*/ 88813 h 403627"/>
              <a:gd name="connsiteX149" fmla="*/ 192030 w 401970"/>
              <a:gd name="connsiteY149" fmla="*/ 95405 h 403627"/>
              <a:gd name="connsiteX150" fmla="*/ 173709 w 401970"/>
              <a:gd name="connsiteY150" fmla="*/ 89850 h 403627"/>
              <a:gd name="connsiteX151" fmla="*/ 155623 w 401970"/>
              <a:gd name="connsiteY151" fmla="*/ 67821 h 403627"/>
              <a:gd name="connsiteX152" fmla="*/ 166328 w 401970"/>
              <a:gd name="connsiteY152" fmla="*/ 14345 h 403627"/>
              <a:gd name="connsiteX153" fmla="*/ 191449 w 401970"/>
              <a:gd name="connsiteY153" fmla="*/ 933 h 40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01970" h="403627">
                <a:moveTo>
                  <a:pt x="353010" y="334988"/>
                </a:moveTo>
                <a:cubicBezTo>
                  <a:pt x="357586" y="332053"/>
                  <a:pt x="363715" y="333866"/>
                  <a:pt x="365960" y="338830"/>
                </a:cubicBezTo>
                <a:lnTo>
                  <a:pt x="400361" y="390148"/>
                </a:lnTo>
                <a:cubicBezTo>
                  <a:pt x="402303" y="392997"/>
                  <a:pt x="402519" y="396709"/>
                  <a:pt x="400836" y="399687"/>
                </a:cubicBezTo>
                <a:cubicBezTo>
                  <a:pt x="399066" y="402320"/>
                  <a:pt x="396045" y="403787"/>
                  <a:pt x="392937" y="403614"/>
                </a:cubicBezTo>
                <a:lnTo>
                  <a:pt x="9039" y="403614"/>
                </a:lnTo>
                <a:cubicBezTo>
                  <a:pt x="1917" y="403571"/>
                  <a:pt x="-2357" y="395630"/>
                  <a:pt x="1614" y="389673"/>
                </a:cubicBezTo>
                <a:lnTo>
                  <a:pt x="32951" y="342930"/>
                </a:lnTo>
                <a:cubicBezTo>
                  <a:pt x="35843" y="339045"/>
                  <a:pt x="41239" y="337966"/>
                  <a:pt x="45426" y="340427"/>
                </a:cubicBezTo>
                <a:cubicBezTo>
                  <a:pt x="49267" y="343405"/>
                  <a:pt x="50303" y="348757"/>
                  <a:pt x="47800" y="352900"/>
                </a:cubicBezTo>
                <a:lnTo>
                  <a:pt x="25786" y="385703"/>
                </a:lnTo>
                <a:lnTo>
                  <a:pt x="376146" y="385703"/>
                </a:lnTo>
                <a:lnTo>
                  <a:pt x="350982" y="348368"/>
                </a:lnTo>
                <a:cubicBezTo>
                  <a:pt x="347442" y="344225"/>
                  <a:pt x="348392" y="337880"/>
                  <a:pt x="353010" y="334988"/>
                </a:cubicBezTo>
                <a:close/>
                <a:moveTo>
                  <a:pt x="353485" y="264895"/>
                </a:moveTo>
                <a:cubicBezTo>
                  <a:pt x="357629" y="262391"/>
                  <a:pt x="363024" y="263427"/>
                  <a:pt x="365960" y="267269"/>
                </a:cubicBezTo>
                <a:lnTo>
                  <a:pt x="400361" y="318630"/>
                </a:lnTo>
                <a:cubicBezTo>
                  <a:pt x="402217" y="321479"/>
                  <a:pt x="402390" y="325104"/>
                  <a:pt x="400836" y="328169"/>
                </a:cubicBezTo>
                <a:cubicBezTo>
                  <a:pt x="399282" y="331104"/>
                  <a:pt x="396261" y="333003"/>
                  <a:pt x="392937" y="333003"/>
                </a:cubicBezTo>
                <a:lnTo>
                  <a:pt x="9039" y="333003"/>
                </a:lnTo>
                <a:cubicBezTo>
                  <a:pt x="1787" y="333132"/>
                  <a:pt x="-2529" y="325018"/>
                  <a:pt x="1614" y="319105"/>
                </a:cubicBezTo>
                <a:lnTo>
                  <a:pt x="35973" y="267787"/>
                </a:lnTo>
                <a:cubicBezTo>
                  <a:pt x="38865" y="264377"/>
                  <a:pt x="43829" y="263643"/>
                  <a:pt x="47584" y="266017"/>
                </a:cubicBezTo>
                <a:cubicBezTo>
                  <a:pt x="51339" y="268434"/>
                  <a:pt x="52807" y="273225"/>
                  <a:pt x="50951" y="277282"/>
                </a:cubicBezTo>
                <a:lnTo>
                  <a:pt x="25786" y="314616"/>
                </a:lnTo>
                <a:lnTo>
                  <a:pt x="376146" y="314616"/>
                </a:lnTo>
                <a:lnTo>
                  <a:pt x="350982" y="277282"/>
                </a:lnTo>
                <a:cubicBezTo>
                  <a:pt x="348262" y="273182"/>
                  <a:pt x="349385" y="267657"/>
                  <a:pt x="353485" y="264895"/>
                </a:cubicBezTo>
                <a:close/>
                <a:moveTo>
                  <a:pt x="259883" y="158891"/>
                </a:moveTo>
                <a:lnTo>
                  <a:pt x="277653" y="158891"/>
                </a:lnTo>
                <a:lnTo>
                  <a:pt x="277490" y="159232"/>
                </a:lnTo>
                <a:cubicBezTo>
                  <a:pt x="274346" y="172057"/>
                  <a:pt x="273377" y="187997"/>
                  <a:pt x="276323" y="207726"/>
                </a:cubicBezTo>
                <a:cubicBezTo>
                  <a:pt x="277143" y="212644"/>
                  <a:pt x="273734" y="217218"/>
                  <a:pt x="268813" y="217908"/>
                </a:cubicBezTo>
                <a:lnTo>
                  <a:pt x="267475" y="218038"/>
                </a:lnTo>
                <a:cubicBezTo>
                  <a:pt x="263030" y="218038"/>
                  <a:pt x="259275" y="214758"/>
                  <a:pt x="258627" y="210401"/>
                </a:cubicBezTo>
                <a:cubicBezTo>
                  <a:pt x="256863" y="198654"/>
                  <a:pt x="256361" y="188010"/>
                  <a:pt x="256835" y="178375"/>
                </a:cubicBezTo>
                <a:close/>
                <a:moveTo>
                  <a:pt x="192030" y="158891"/>
                </a:moveTo>
                <a:lnTo>
                  <a:pt x="209941" y="158891"/>
                </a:lnTo>
                <a:lnTo>
                  <a:pt x="209941" y="222093"/>
                </a:lnTo>
                <a:cubicBezTo>
                  <a:pt x="209941" y="227055"/>
                  <a:pt x="205927" y="231068"/>
                  <a:pt x="201007" y="231068"/>
                </a:cubicBezTo>
                <a:cubicBezTo>
                  <a:pt x="196044" y="231068"/>
                  <a:pt x="192030" y="227055"/>
                  <a:pt x="192030" y="222093"/>
                </a:cubicBezTo>
                <a:close/>
                <a:moveTo>
                  <a:pt x="129625" y="158891"/>
                </a:moveTo>
                <a:lnTo>
                  <a:pt x="147715" y="158891"/>
                </a:lnTo>
                <a:lnTo>
                  <a:pt x="150864" y="179011"/>
                </a:lnTo>
                <a:cubicBezTo>
                  <a:pt x="151341" y="188653"/>
                  <a:pt x="150843" y="199301"/>
                  <a:pt x="149084" y="211048"/>
                </a:cubicBezTo>
                <a:cubicBezTo>
                  <a:pt x="148178" y="215276"/>
                  <a:pt x="144552" y="218383"/>
                  <a:pt x="140236" y="218599"/>
                </a:cubicBezTo>
                <a:lnTo>
                  <a:pt x="138898" y="218599"/>
                </a:lnTo>
                <a:cubicBezTo>
                  <a:pt x="133978" y="217951"/>
                  <a:pt x="130568" y="213378"/>
                  <a:pt x="131345" y="208502"/>
                </a:cubicBezTo>
                <a:cubicBezTo>
                  <a:pt x="134302" y="188816"/>
                  <a:pt x="133333" y="172890"/>
                  <a:pt x="130184" y="160062"/>
                </a:cubicBezTo>
                <a:close/>
                <a:moveTo>
                  <a:pt x="209941" y="140807"/>
                </a:moveTo>
                <a:lnTo>
                  <a:pt x="266958" y="140807"/>
                </a:lnTo>
                <a:lnTo>
                  <a:pt x="260897" y="152407"/>
                </a:lnTo>
                <a:lnTo>
                  <a:pt x="259883" y="158891"/>
                </a:lnTo>
                <a:lnTo>
                  <a:pt x="209941" y="158891"/>
                </a:lnTo>
                <a:close/>
                <a:moveTo>
                  <a:pt x="140424" y="140807"/>
                </a:moveTo>
                <a:lnTo>
                  <a:pt x="192030" y="140807"/>
                </a:lnTo>
                <a:lnTo>
                  <a:pt x="192030" y="158891"/>
                </a:lnTo>
                <a:lnTo>
                  <a:pt x="147715" y="158891"/>
                </a:lnTo>
                <a:lnTo>
                  <a:pt x="146795" y="153018"/>
                </a:lnTo>
                <a:close/>
                <a:moveTo>
                  <a:pt x="77885" y="140807"/>
                </a:moveTo>
                <a:lnTo>
                  <a:pt x="120993" y="140807"/>
                </a:lnTo>
                <a:lnTo>
                  <a:pt x="129625" y="158891"/>
                </a:lnTo>
                <a:lnTo>
                  <a:pt x="82676" y="158891"/>
                </a:lnTo>
                <a:lnTo>
                  <a:pt x="25786" y="243573"/>
                </a:lnTo>
                <a:lnTo>
                  <a:pt x="376060" y="243573"/>
                </a:lnTo>
                <a:lnTo>
                  <a:pt x="318911" y="158891"/>
                </a:lnTo>
                <a:lnTo>
                  <a:pt x="277653" y="158891"/>
                </a:lnTo>
                <a:lnTo>
                  <a:pt x="286281" y="140807"/>
                </a:lnTo>
                <a:lnTo>
                  <a:pt x="324048" y="140807"/>
                </a:lnTo>
                <a:cubicBezTo>
                  <a:pt x="327026" y="140807"/>
                  <a:pt x="329832" y="142317"/>
                  <a:pt x="331472" y="144778"/>
                </a:cubicBezTo>
                <a:lnTo>
                  <a:pt x="400361" y="247371"/>
                </a:lnTo>
                <a:cubicBezTo>
                  <a:pt x="402303" y="250220"/>
                  <a:pt x="402519" y="253889"/>
                  <a:pt x="400836" y="256910"/>
                </a:cubicBezTo>
                <a:cubicBezTo>
                  <a:pt x="399196" y="259715"/>
                  <a:pt x="396174" y="261399"/>
                  <a:pt x="392937" y="261269"/>
                </a:cubicBezTo>
                <a:lnTo>
                  <a:pt x="9039" y="261269"/>
                </a:lnTo>
                <a:cubicBezTo>
                  <a:pt x="1917" y="261269"/>
                  <a:pt x="-2357" y="253328"/>
                  <a:pt x="1614" y="247371"/>
                </a:cubicBezTo>
                <a:lnTo>
                  <a:pt x="70461" y="144778"/>
                </a:lnTo>
                <a:cubicBezTo>
                  <a:pt x="72101" y="142317"/>
                  <a:pt x="74906" y="140807"/>
                  <a:pt x="77885" y="140807"/>
                </a:cubicBezTo>
                <a:close/>
                <a:moveTo>
                  <a:pt x="192030" y="95405"/>
                </a:moveTo>
                <a:lnTo>
                  <a:pt x="200988" y="98121"/>
                </a:lnTo>
                <a:lnTo>
                  <a:pt x="209941" y="96316"/>
                </a:lnTo>
                <a:lnTo>
                  <a:pt x="209941" y="140807"/>
                </a:lnTo>
                <a:lnTo>
                  <a:pt x="192030" y="140807"/>
                </a:lnTo>
                <a:close/>
                <a:moveTo>
                  <a:pt x="306580" y="95337"/>
                </a:moveTo>
                <a:lnTo>
                  <a:pt x="307343" y="102998"/>
                </a:lnTo>
                <a:lnTo>
                  <a:pt x="314244" y="111419"/>
                </a:lnTo>
                <a:lnTo>
                  <a:pt x="308552" y="114279"/>
                </a:lnTo>
                <a:cubicBezTo>
                  <a:pt x="303660" y="117337"/>
                  <a:pt x="297467" y="122162"/>
                  <a:pt x="291710" y="129430"/>
                </a:cubicBezTo>
                <a:lnTo>
                  <a:pt x="286281" y="140807"/>
                </a:lnTo>
                <a:lnTo>
                  <a:pt x="266958" y="140807"/>
                </a:lnTo>
                <a:lnTo>
                  <a:pt x="279700" y="116422"/>
                </a:lnTo>
                <a:cubicBezTo>
                  <a:pt x="287194" y="107601"/>
                  <a:pt x="295149" y="101707"/>
                  <a:pt x="301272" y="98000"/>
                </a:cubicBezTo>
                <a:close/>
                <a:moveTo>
                  <a:pt x="95824" y="93386"/>
                </a:moveTo>
                <a:cubicBezTo>
                  <a:pt x="96169" y="93386"/>
                  <a:pt x="113002" y="99308"/>
                  <a:pt x="127989" y="116977"/>
                </a:cubicBezTo>
                <a:lnTo>
                  <a:pt x="140424" y="140807"/>
                </a:lnTo>
                <a:lnTo>
                  <a:pt x="120993" y="140807"/>
                </a:lnTo>
                <a:lnTo>
                  <a:pt x="115937" y="130212"/>
                </a:lnTo>
                <a:cubicBezTo>
                  <a:pt x="104402" y="115629"/>
                  <a:pt x="91119" y="110796"/>
                  <a:pt x="90040" y="110429"/>
                </a:cubicBezTo>
                <a:lnTo>
                  <a:pt x="88297" y="106401"/>
                </a:lnTo>
                <a:lnTo>
                  <a:pt x="93069" y="94908"/>
                </a:lnTo>
                <a:close/>
                <a:moveTo>
                  <a:pt x="346061" y="62987"/>
                </a:moveTo>
                <a:cubicBezTo>
                  <a:pt x="336349" y="62987"/>
                  <a:pt x="327587" y="68814"/>
                  <a:pt x="323875" y="77792"/>
                </a:cubicBezTo>
                <a:cubicBezTo>
                  <a:pt x="320163" y="86769"/>
                  <a:pt x="322192" y="97085"/>
                  <a:pt x="329055" y="103947"/>
                </a:cubicBezTo>
                <a:cubicBezTo>
                  <a:pt x="335961" y="110810"/>
                  <a:pt x="346277" y="112882"/>
                  <a:pt x="355255" y="109170"/>
                </a:cubicBezTo>
                <a:cubicBezTo>
                  <a:pt x="364190" y="105458"/>
                  <a:pt x="370060" y="96696"/>
                  <a:pt x="370060" y="86985"/>
                </a:cubicBezTo>
                <a:cubicBezTo>
                  <a:pt x="370060" y="73735"/>
                  <a:pt x="359312" y="62987"/>
                  <a:pt x="346061" y="62987"/>
                </a:cubicBezTo>
                <a:close/>
                <a:moveTo>
                  <a:pt x="54447" y="62987"/>
                </a:moveTo>
                <a:cubicBezTo>
                  <a:pt x="44735" y="62987"/>
                  <a:pt x="36016" y="68814"/>
                  <a:pt x="32304" y="77792"/>
                </a:cubicBezTo>
                <a:cubicBezTo>
                  <a:pt x="28592" y="86769"/>
                  <a:pt x="30620" y="97085"/>
                  <a:pt x="37483" y="103947"/>
                </a:cubicBezTo>
                <a:cubicBezTo>
                  <a:pt x="44347" y="110810"/>
                  <a:pt x="54663" y="112882"/>
                  <a:pt x="63641" y="109170"/>
                </a:cubicBezTo>
                <a:cubicBezTo>
                  <a:pt x="72619" y="105458"/>
                  <a:pt x="78489" y="96696"/>
                  <a:pt x="78489" y="86985"/>
                </a:cubicBezTo>
                <a:cubicBezTo>
                  <a:pt x="78489" y="73735"/>
                  <a:pt x="67741" y="62987"/>
                  <a:pt x="54447" y="62987"/>
                </a:cubicBezTo>
                <a:close/>
                <a:moveTo>
                  <a:pt x="337865" y="45874"/>
                </a:moveTo>
                <a:cubicBezTo>
                  <a:pt x="345824" y="44288"/>
                  <a:pt x="354241" y="45011"/>
                  <a:pt x="362075" y="48270"/>
                </a:cubicBezTo>
                <a:cubicBezTo>
                  <a:pt x="377743" y="54744"/>
                  <a:pt x="387973" y="70023"/>
                  <a:pt x="387973" y="86985"/>
                </a:cubicBezTo>
                <a:cubicBezTo>
                  <a:pt x="387930" y="110119"/>
                  <a:pt x="369197" y="128851"/>
                  <a:pt x="346061" y="128894"/>
                </a:cubicBezTo>
                <a:cubicBezTo>
                  <a:pt x="337579" y="128894"/>
                  <a:pt x="329519" y="126337"/>
                  <a:pt x="322769" y="121821"/>
                </a:cubicBezTo>
                <a:lnTo>
                  <a:pt x="314244" y="111419"/>
                </a:lnTo>
                <a:lnTo>
                  <a:pt x="317585" y="109739"/>
                </a:lnTo>
                <a:cubicBezTo>
                  <a:pt x="322290" y="108186"/>
                  <a:pt x="324836" y="103094"/>
                  <a:pt x="323239" y="98391"/>
                </a:cubicBezTo>
                <a:cubicBezTo>
                  <a:pt x="321685" y="93645"/>
                  <a:pt x="316592" y="91142"/>
                  <a:pt x="311845" y="92696"/>
                </a:cubicBezTo>
                <a:lnTo>
                  <a:pt x="306580" y="95337"/>
                </a:lnTo>
                <a:lnTo>
                  <a:pt x="304932" y="78806"/>
                </a:lnTo>
                <a:cubicBezTo>
                  <a:pt x="306512" y="70843"/>
                  <a:pt x="310408" y="63333"/>
                  <a:pt x="316408" y="57333"/>
                </a:cubicBezTo>
                <a:cubicBezTo>
                  <a:pt x="322407" y="51356"/>
                  <a:pt x="329907" y="47460"/>
                  <a:pt x="337865" y="45874"/>
                </a:cubicBezTo>
                <a:close/>
                <a:moveTo>
                  <a:pt x="46294" y="45874"/>
                </a:moveTo>
                <a:cubicBezTo>
                  <a:pt x="54253" y="44288"/>
                  <a:pt x="62670" y="45011"/>
                  <a:pt x="70504" y="48270"/>
                </a:cubicBezTo>
                <a:cubicBezTo>
                  <a:pt x="86173" y="54744"/>
                  <a:pt x="96359" y="70023"/>
                  <a:pt x="96359" y="86985"/>
                </a:cubicBezTo>
                <a:lnTo>
                  <a:pt x="93069" y="94908"/>
                </a:lnTo>
                <a:lnTo>
                  <a:pt x="85206" y="99254"/>
                </a:lnTo>
                <a:lnTo>
                  <a:pt x="88297" y="106401"/>
                </a:lnTo>
                <a:lnTo>
                  <a:pt x="84063" y="116599"/>
                </a:lnTo>
                <a:cubicBezTo>
                  <a:pt x="76482" y="124179"/>
                  <a:pt x="66015" y="128873"/>
                  <a:pt x="54447" y="128894"/>
                </a:cubicBezTo>
                <a:cubicBezTo>
                  <a:pt x="37527" y="128894"/>
                  <a:pt x="22247" y="118665"/>
                  <a:pt x="15729" y="102998"/>
                </a:cubicBezTo>
                <a:cubicBezTo>
                  <a:pt x="9254" y="87373"/>
                  <a:pt x="12837" y="69332"/>
                  <a:pt x="24837" y="57333"/>
                </a:cubicBezTo>
                <a:cubicBezTo>
                  <a:pt x="30837" y="51356"/>
                  <a:pt x="38336" y="47460"/>
                  <a:pt x="46294" y="45874"/>
                </a:cubicBezTo>
                <a:close/>
                <a:moveTo>
                  <a:pt x="200988" y="18014"/>
                </a:moveTo>
                <a:cubicBezTo>
                  <a:pt x="188384" y="17970"/>
                  <a:pt x="176989" y="25524"/>
                  <a:pt x="172112" y="37177"/>
                </a:cubicBezTo>
                <a:cubicBezTo>
                  <a:pt x="167277" y="48831"/>
                  <a:pt x="169910" y="62211"/>
                  <a:pt x="178802" y="71145"/>
                </a:cubicBezTo>
                <a:cubicBezTo>
                  <a:pt x="187737" y="80079"/>
                  <a:pt x="201117" y="82755"/>
                  <a:pt x="212772" y="77964"/>
                </a:cubicBezTo>
                <a:cubicBezTo>
                  <a:pt x="224426" y="73130"/>
                  <a:pt x="232023" y="61779"/>
                  <a:pt x="232023" y="49176"/>
                </a:cubicBezTo>
                <a:cubicBezTo>
                  <a:pt x="231980" y="31998"/>
                  <a:pt x="218124" y="18100"/>
                  <a:pt x="200988" y="18014"/>
                </a:cubicBezTo>
                <a:close/>
                <a:moveTo>
                  <a:pt x="191449" y="933"/>
                </a:moveTo>
                <a:cubicBezTo>
                  <a:pt x="200772" y="-912"/>
                  <a:pt x="210635" y="-49"/>
                  <a:pt x="219807" y="3771"/>
                </a:cubicBezTo>
                <a:cubicBezTo>
                  <a:pt x="238152" y="11410"/>
                  <a:pt x="250065" y="29322"/>
                  <a:pt x="250022" y="49176"/>
                </a:cubicBezTo>
                <a:cubicBezTo>
                  <a:pt x="249990" y="69473"/>
                  <a:pt x="237623" y="86856"/>
                  <a:pt x="220043" y="94279"/>
                </a:cubicBezTo>
                <a:lnTo>
                  <a:pt x="209941" y="96316"/>
                </a:lnTo>
                <a:lnTo>
                  <a:pt x="209941" y="88813"/>
                </a:lnTo>
                <a:cubicBezTo>
                  <a:pt x="209941" y="83851"/>
                  <a:pt x="205927" y="79838"/>
                  <a:pt x="201007" y="79838"/>
                </a:cubicBezTo>
                <a:cubicBezTo>
                  <a:pt x="196044" y="79838"/>
                  <a:pt x="192030" y="83851"/>
                  <a:pt x="192030" y="88813"/>
                </a:cubicBezTo>
                <a:lnTo>
                  <a:pt x="192030" y="95405"/>
                </a:lnTo>
                <a:lnTo>
                  <a:pt x="173709" y="89850"/>
                </a:lnTo>
                <a:cubicBezTo>
                  <a:pt x="165799" y="84568"/>
                  <a:pt x="159421" y="76993"/>
                  <a:pt x="155623" y="67821"/>
                </a:cubicBezTo>
                <a:cubicBezTo>
                  <a:pt x="148069" y="49478"/>
                  <a:pt x="152256" y="28372"/>
                  <a:pt x="166328" y="14345"/>
                </a:cubicBezTo>
                <a:cubicBezTo>
                  <a:pt x="173342" y="7332"/>
                  <a:pt x="182126" y="2778"/>
                  <a:pt x="191449" y="933"/>
                </a:cubicBezTo>
                <a:close/>
              </a:path>
            </a:pathLst>
          </a:custGeom>
          <a:solidFill>
            <a:srgbClr val="00FEFE"/>
          </a:solidFill>
          <a:ln>
            <a:noFill/>
          </a:ln>
        </p:spPr>
        <p:txBody>
          <a:bodyPr/>
          <a:lstStyle/>
          <a:p>
            <a:endParaRPr/>
          </a:p>
        </p:txBody>
      </p:sp>
      <p:cxnSp>
        <p:nvCxnSpPr>
          <p:cNvPr id="64" name="直接连接符 63">
            <a:extLst>
              <a:ext uri="{FF2B5EF4-FFF2-40B4-BE49-F238E27FC236}">
                <a16:creationId xmlns="" xmlns:p14="http://schemas.microsoft.com/office/powerpoint/2010/main" xmlns:p15="http://schemas.microsoft.com/office/powerpoint/2012/main" xmlns:a16="http://schemas.microsoft.com/office/drawing/2014/main" id="{229C7735-F583-4D40-9088-6C087256C4D3}"/>
              </a:ext>
            </a:extLst>
          </p:cNvPr>
          <p:cNvCxnSpPr/>
          <p:nvPr/>
        </p:nvCxnSpPr>
        <p:spPr>
          <a:xfrm flipH="1">
            <a:off x="719958" y="2317114"/>
            <a:ext cx="4562749"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65" name="TextBox 13">
            <a:extLst>
              <a:ext uri="{FF2B5EF4-FFF2-40B4-BE49-F238E27FC236}">
                <a16:creationId xmlns="" xmlns:p14="http://schemas.microsoft.com/office/powerpoint/2010/main" xmlns:p15="http://schemas.microsoft.com/office/powerpoint/2012/main" xmlns:a16="http://schemas.microsoft.com/office/drawing/2014/main" id="{EBF14BEB-C52E-4D96-8254-FD8BDF6E11F4}"/>
              </a:ext>
            </a:extLst>
          </p:cNvPr>
          <p:cNvSpPr txBox="1"/>
          <p:nvPr/>
        </p:nvSpPr>
        <p:spPr>
          <a:xfrm>
            <a:off x="990168" y="2078751"/>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66" name="TextBox 13">
            <a:extLst>
              <a:ext uri="{FF2B5EF4-FFF2-40B4-BE49-F238E27FC236}">
                <a16:creationId xmlns="" xmlns:p14="http://schemas.microsoft.com/office/powerpoint/2010/main" xmlns:p15="http://schemas.microsoft.com/office/powerpoint/2012/main" xmlns:a16="http://schemas.microsoft.com/office/drawing/2014/main" id="{3C7DC21B-E3A3-43AD-BB16-562E8DD5D241}"/>
              </a:ext>
            </a:extLst>
          </p:cNvPr>
          <p:cNvSpPr txBox="1"/>
          <p:nvPr/>
        </p:nvSpPr>
        <p:spPr>
          <a:xfrm>
            <a:off x="1004861" y="2390171"/>
            <a:ext cx="3844263" cy="12311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a:t>
            </a:r>
          </a:p>
        </p:txBody>
      </p:sp>
      <p:grpSp>
        <p:nvGrpSpPr>
          <p:cNvPr id="67" name="组合 66">
            <a:extLst>
              <a:ext uri="{FF2B5EF4-FFF2-40B4-BE49-F238E27FC236}">
                <a16:creationId xmlns="" xmlns:p14="http://schemas.microsoft.com/office/powerpoint/2010/main" xmlns:p15="http://schemas.microsoft.com/office/powerpoint/2012/main" xmlns:a16="http://schemas.microsoft.com/office/drawing/2014/main" id="{9A0EEF06-20C2-4AE7-AD50-D8B848DD62A7}"/>
              </a:ext>
            </a:extLst>
          </p:cNvPr>
          <p:cNvGrpSpPr/>
          <p:nvPr/>
        </p:nvGrpSpPr>
        <p:grpSpPr>
          <a:xfrm>
            <a:off x="464235" y="1687780"/>
            <a:ext cx="573030" cy="1342546"/>
            <a:chOff x="4768367" y="-844793"/>
            <a:chExt cx="3016195" cy="6100918"/>
          </a:xfrm>
        </p:grpSpPr>
        <p:sp>
          <p:nvSpPr>
            <p:cNvPr id="68" name="文本框 67">
              <a:extLst>
                <a:ext uri="{FF2B5EF4-FFF2-40B4-BE49-F238E27FC236}">
                  <a16:creationId xmlns="" xmlns:p14="http://schemas.microsoft.com/office/powerpoint/2010/main" xmlns:p15="http://schemas.microsoft.com/office/powerpoint/2012/main" xmlns:a16="http://schemas.microsoft.com/office/drawing/2014/main" id="{B266A427-BBFC-401C-A25B-67C8928F8EA6}"/>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69" name="图片 68"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8BE8E3F8-3B12-402C-84CB-4FA9A99CDA20}"/>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70" name="图片 69">
              <a:extLst>
                <a:ext uri="{FF2B5EF4-FFF2-40B4-BE49-F238E27FC236}">
                  <a16:creationId xmlns="" xmlns:p14="http://schemas.microsoft.com/office/powerpoint/2010/main" xmlns:p15="http://schemas.microsoft.com/office/powerpoint/2012/main" xmlns:a16="http://schemas.microsoft.com/office/drawing/2014/main" id="{B5FC93DE-EB9E-41E7-A676-CE3B5777B6B5}"/>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71" name="文本框 70">
              <a:extLst>
                <a:ext uri="{FF2B5EF4-FFF2-40B4-BE49-F238E27FC236}">
                  <a16:creationId xmlns="" xmlns:p14="http://schemas.microsoft.com/office/powerpoint/2010/main" xmlns:p15="http://schemas.microsoft.com/office/powerpoint/2012/main" xmlns:a16="http://schemas.microsoft.com/office/drawing/2014/main" id="{C7EBDBF7-1643-4588-9229-42454BE49BAA}"/>
                </a:ext>
              </a:extLst>
            </p:cNvPr>
            <p:cNvSpPr txBox="1"/>
            <p:nvPr/>
          </p:nvSpPr>
          <p:spPr>
            <a:xfrm>
              <a:off x="5428800" y="933006"/>
              <a:ext cx="2355762"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2</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cxnSp>
        <p:nvCxnSpPr>
          <p:cNvPr id="72" name="直接连接符 71">
            <a:extLst>
              <a:ext uri="{FF2B5EF4-FFF2-40B4-BE49-F238E27FC236}">
                <a16:creationId xmlns="" xmlns:p14="http://schemas.microsoft.com/office/powerpoint/2010/main" xmlns:p15="http://schemas.microsoft.com/office/powerpoint/2012/main" xmlns:a16="http://schemas.microsoft.com/office/drawing/2014/main" id="{3924ED51-623B-4F9A-8C82-CAE81B5E07C4}"/>
              </a:ext>
            </a:extLst>
          </p:cNvPr>
          <p:cNvCxnSpPr/>
          <p:nvPr/>
        </p:nvCxnSpPr>
        <p:spPr>
          <a:xfrm flipH="1">
            <a:off x="778306" y="3178997"/>
            <a:ext cx="4562749"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73" name="TextBox 13">
            <a:extLst>
              <a:ext uri="{FF2B5EF4-FFF2-40B4-BE49-F238E27FC236}">
                <a16:creationId xmlns="" xmlns:p14="http://schemas.microsoft.com/office/powerpoint/2010/main" xmlns:p15="http://schemas.microsoft.com/office/powerpoint/2012/main" xmlns:a16="http://schemas.microsoft.com/office/drawing/2014/main" id="{C5F12128-EADB-494A-96C5-E2029D1FDEE4}"/>
              </a:ext>
            </a:extLst>
          </p:cNvPr>
          <p:cNvSpPr txBox="1"/>
          <p:nvPr/>
        </p:nvSpPr>
        <p:spPr>
          <a:xfrm>
            <a:off x="1048516" y="2940634"/>
            <a:ext cx="1095173" cy="184666"/>
          </a:xfrm>
          <a:prstGeom prst="rect">
            <a:avLst/>
          </a:prstGeom>
          <a:noFill/>
        </p:spPr>
        <p:txBody>
          <a:bodyPr wrap="square" lIns="0" tIns="0" rIns="0" bIns="0" rtlCol="0" anchor="ctr" anchorCtr="0">
            <a:spAutoFit/>
          </a:bodyPr>
          <a:lstStyle/>
          <a:p>
            <a:pP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74" name="TextBox 13">
            <a:extLst>
              <a:ext uri="{FF2B5EF4-FFF2-40B4-BE49-F238E27FC236}">
                <a16:creationId xmlns="" xmlns:p14="http://schemas.microsoft.com/office/powerpoint/2010/main" xmlns:p15="http://schemas.microsoft.com/office/powerpoint/2012/main" xmlns:a16="http://schemas.microsoft.com/office/drawing/2014/main" id="{4DE5BC85-321C-43D4-90AC-46F8158026E8}"/>
              </a:ext>
            </a:extLst>
          </p:cNvPr>
          <p:cNvSpPr txBox="1"/>
          <p:nvPr/>
        </p:nvSpPr>
        <p:spPr>
          <a:xfrm>
            <a:off x="1063209" y="3252054"/>
            <a:ext cx="3844263" cy="123111"/>
          </a:xfrm>
          <a:prstGeom prst="rect">
            <a:avLst/>
          </a:prstGeom>
          <a:noFill/>
        </p:spPr>
        <p:txBody>
          <a:bodyPr wrap="square" lIns="0" tIns="0" rIns="0" bIns="0" rtlCol="0" anchor="ctr" anchorCtr="0">
            <a:spAutoFit/>
          </a:bodyPr>
          <a:lstStyle/>
          <a:p>
            <a:pPr defTabSz="1216817">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单击此处可编辑内容，根据您的需要自由拉伸文本框大小单击此处可编辑内容。</a:t>
            </a:r>
          </a:p>
        </p:txBody>
      </p:sp>
      <p:grpSp>
        <p:nvGrpSpPr>
          <p:cNvPr id="75" name="组合 74">
            <a:extLst>
              <a:ext uri="{FF2B5EF4-FFF2-40B4-BE49-F238E27FC236}">
                <a16:creationId xmlns="" xmlns:p14="http://schemas.microsoft.com/office/powerpoint/2010/main" xmlns:p15="http://schemas.microsoft.com/office/powerpoint/2012/main" xmlns:a16="http://schemas.microsoft.com/office/drawing/2014/main" id="{228E78C6-540A-4655-B9E2-D37A0BD2286E}"/>
              </a:ext>
            </a:extLst>
          </p:cNvPr>
          <p:cNvGrpSpPr/>
          <p:nvPr/>
        </p:nvGrpSpPr>
        <p:grpSpPr>
          <a:xfrm>
            <a:off x="522583" y="2549663"/>
            <a:ext cx="563412" cy="1342546"/>
            <a:chOff x="4768367" y="-844793"/>
            <a:chExt cx="2965570" cy="6100918"/>
          </a:xfrm>
        </p:grpSpPr>
        <p:sp>
          <p:nvSpPr>
            <p:cNvPr id="76" name="文本框 75">
              <a:extLst>
                <a:ext uri="{FF2B5EF4-FFF2-40B4-BE49-F238E27FC236}">
                  <a16:creationId xmlns="" xmlns:p14="http://schemas.microsoft.com/office/powerpoint/2010/main" xmlns:p15="http://schemas.microsoft.com/office/powerpoint/2012/main" xmlns:a16="http://schemas.microsoft.com/office/drawing/2014/main" id="{BB55E557-399C-4381-B464-545A18EEBB85}"/>
                </a:ext>
              </a:extLst>
            </p:cNvPr>
            <p:cNvSpPr txBox="1"/>
            <p:nvPr/>
          </p:nvSpPr>
          <p:spPr>
            <a:xfrm>
              <a:off x="4768367" y="598473"/>
              <a:ext cx="2372637" cy="2377663"/>
            </a:xfrm>
            <a:prstGeom prst="rect">
              <a:avLst/>
            </a:prstGeom>
            <a:noFill/>
          </p:spPr>
          <p:txBody>
            <a:bodyPr wrap="none" rtlCol="0">
              <a:spAutoFit/>
            </a:bodyPr>
            <a:lstStyle/>
            <a:p>
              <a:r>
                <a:rPr lang="en-US" altLang="zh-CN" sz="2800">
                  <a:gradFill flip="none" rotWithShape="1">
                    <a:gsLst>
                      <a:gs pos="66000">
                        <a:schemeClr val="bg1">
                          <a:alpha val="0"/>
                        </a:schemeClr>
                      </a:gs>
                      <a:gs pos="53000">
                        <a:srgbClr val="00BFF6"/>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0</a:t>
              </a:r>
              <a:endParaRPr lang="zh-CN" altLang="en-US" sz="2800">
                <a:gradFill flip="none" rotWithShape="1">
                  <a:gsLst>
                    <a:gs pos="66000">
                      <a:schemeClr val="bg1">
                        <a:alpha val="0"/>
                      </a:schemeClr>
                    </a:gs>
                    <a:gs pos="53000">
                      <a:srgbClr val="00BFF6"/>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pic>
          <p:nvPicPr>
            <p:cNvPr id="77" name="图片 76" descr="图片包含 黑暗, 黄色, 小, 黑色&#10;&#10;描述已自动生成">
              <a:extLst>
                <a:ext uri="{FF2B5EF4-FFF2-40B4-BE49-F238E27FC236}">
                  <a16:creationId xmlns="" xmlns:p14="http://schemas.microsoft.com/office/powerpoint/2010/main" xmlns:p15="http://schemas.microsoft.com/office/powerpoint/2012/main" xmlns:a16="http://schemas.microsoft.com/office/drawing/2014/main" id="{93044E74-A5AE-436D-9917-90DA1328DACE}"/>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rot="18628276">
              <a:off x="2945000" y="2099955"/>
              <a:ext cx="6100918" cy="211421"/>
            </a:xfrm>
            <a:prstGeom prst="rect">
              <a:avLst/>
            </a:prstGeom>
          </p:spPr>
        </p:pic>
        <p:pic>
          <p:nvPicPr>
            <p:cNvPr id="78" name="图片 77">
              <a:extLst>
                <a:ext uri="{FF2B5EF4-FFF2-40B4-BE49-F238E27FC236}">
                  <a16:creationId xmlns="" xmlns:p14="http://schemas.microsoft.com/office/powerpoint/2010/main" xmlns:p15="http://schemas.microsoft.com/office/powerpoint/2012/main" xmlns:a16="http://schemas.microsoft.com/office/drawing/2014/main" id="{AB0CC20D-D1A1-4985-94C4-4B24A90ACAC3}"/>
                </a:ext>
              </a:extLst>
            </p:cNvPr>
            <p:cNvPicPr>
              <a:picLocks noChangeAspect="1"/>
            </p:cNvPicPr>
            <p:nvPr/>
          </p:nvPicPr>
          <p:blipFill>
            <a:blip r:embed="rId7">
              <a:biLevel thresh="50000"/>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tretch>
              <a:fillRect/>
            </a:stretch>
          </p:blipFill>
          <p:spPr>
            <a:xfrm rot="18576652">
              <a:off x="5222789" y="2041942"/>
              <a:ext cx="1373153" cy="567680"/>
            </a:xfrm>
            <a:prstGeom prst="rect">
              <a:avLst/>
            </a:prstGeom>
          </p:spPr>
        </p:pic>
        <p:sp>
          <p:nvSpPr>
            <p:cNvPr id="79" name="文本框 78">
              <a:extLst>
                <a:ext uri="{FF2B5EF4-FFF2-40B4-BE49-F238E27FC236}">
                  <a16:creationId xmlns="" xmlns:p14="http://schemas.microsoft.com/office/powerpoint/2010/main" xmlns:p15="http://schemas.microsoft.com/office/powerpoint/2012/main" xmlns:a16="http://schemas.microsoft.com/office/drawing/2014/main" id="{9929ABC2-DB6E-4E3C-9BE0-AA7B70CC6B5E}"/>
                </a:ext>
              </a:extLst>
            </p:cNvPr>
            <p:cNvSpPr txBox="1"/>
            <p:nvPr/>
          </p:nvSpPr>
          <p:spPr>
            <a:xfrm>
              <a:off x="5428800" y="933006"/>
              <a:ext cx="2305137" cy="2377663"/>
            </a:xfrm>
            <a:prstGeom prst="rect">
              <a:avLst/>
            </a:prstGeom>
            <a:noFill/>
          </p:spPr>
          <p:txBody>
            <a:bodyPr wrap="none" rtlCol="0">
              <a:spAutoFit/>
            </a:bodyPr>
            <a:lstStyle/>
            <a:p>
              <a:r>
                <a:rPr lang="en-US" altLang="zh-CN" sz="2800" i="1">
                  <a:gradFill flip="none" rotWithShape="1">
                    <a:gsLst>
                      <a:gs pos="8000">
                        <a:schemeClr val="bg1">
                          <a:alpha val="0"/>
                        </a:schemeClr>
                      </a:gs>
                      <a:gs pos="46000">
                        <a:srgbClr val="03E2E7"/>
                      </a:gs>
                    </a:gsLst>
                    <a:lin ang="2700000" scaled="1"/>
                  </a:gradFill>
                  <a:effectLst>
                    <a:outerShdw blurRad="50800" dist="38100" dir="16200000" rotWithShape="0">
                      <a:prstClr val="black">
                        <a:alpha val="40000"/>
                      </a:prstClr>
                    </a:outerShdw>
                  </a:effectLst>
                  <a:latin typeface="优设标题黑" panose="00000500000000000000" pitchFamily="2" charset="-122"/>
                  <a:ea typeface="优设标题黑" panose="00000500000000000000" pitchFamily="2" charset="-122"/>
                </a:rPr>
                <a:t>3</a:t>
              </a:r>
              <a:endParaRPr lang="zh-CN" altLang="en-US" sz="2800" i="1">
                <a:gradFill flip="none" rotWithShape="1">
                  <a:gsLst>
                    <a:gs pos="8000">
                      <a:schemeClr val="bg1">
                        <a:alpha val="0"/>
                      </a:schemeClr>
                    </a:gs>
                    <a:gs pos="46000">
                      <a:srgbClr val="03E2E7"/>
                    </a:gs>
                  </a:gsLst>
                  <a:lin ang="2700000" scaled="1"/>
                </a:gradFill>
                <a:effectLst>
                  <a:outerShdw blurRad="38100" dist="38100" dir="2700000" algn="tl">
                    <a:srgbClr val="000000">
                      <a:alpha val="43137"/>
                    </a:srgbClr>
                  </a:outerShdw>
                </a:effectLst>
                <a:latin typeface="优设标题黑" panose="00000500000000000000" pitchFamily="2" charset="-122"/>
                <a:ea typeface="优设标题黑" panose="00000500000000000000" pitchFamily="2" charset="-122"/>
              </a:endParaRPr>
            </a:p>
          </p:txBody>
        </p:sp>
      </p:grpSp>
    </p:spTree>
    <p:extLst>
      <p:ext uri="{BB962C8B-B14F-4D97-AF65-F5344CB8AC3E}">
        <p14:creationId xmlns:p14="http://schemas.microsoft.com/office/powerpoint/2010/main" val="1551492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2" nodeType="clickEffec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3" presetClass="entr" presetSubtype="0" fill="hold" grpId="3" nodeType="withEffec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par>
                                <p:cTn id="15" presetID="53" presetClass="entr" presetSubtype="0" fill="hold" grpId="4" nodeType="withEffec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par>
                                <p:cTn id="20" presetID="53" presetClass="entr" presetSubtype="0" fill="hold" grpId="5" nodeType="withEffect">
                                  <p:childTnLst>
                                    <p:set>
                                      <p:cBhvr>
                                        <p:cTn id="21" dur="1" fill="hold">
                                          <p:stCondLst>
                                            <p:cond delay="0"/>
                                          </p:stCondLst>
                                        </p:cTn>
                                        <p:tgtEl>
                                          <p:spTgt spid="34"/>
                                        </p:tgtEl>
                                        <p:attrNameLst>
                                          <p:attrName>style.visibility</p:attrName>
                                        </p:attrNameLst>
                                      </p:cBhvr>
                                      <p:to>
                                        <p:strVal val="visible"/>
                                      </p:to>
                                    </p:set>
                                    <p:anim calcmode="lin" valueType="num">
                                      <p:cBhvr>
                                        <p:cTn id="22" dur="500" fill="hold"/>
                                        <p:tgtEl>
                                          <p:spTgt spid="34"/>
                                        </p:tgtEl>
                                        <p:attrNameLst>
                                          <p:attrName>ppt_w</p:attrName>
                                        </p:attrNameLst>
                                      </p:cBhvr>
                                      <p:tavLst>
                                        <p:tav tm="0">
                                          <p:val>
                                            <p:fltVal val="0"/>
                                          </p:val>
                                        </p:tav>
                                        <p:tav tm="100000">
                                          <p:val>
                                            <p:strVal val="#ppt_w"/>
                                          </p:val>
                                        </p:tav>
                                      </p:tavLst>
                                    </p:anim>
                                    <p:anim calcmode="lin" valueType="num">
                                      <p:cBhvr>
                                        <p:cTn id="23" dur="500" fill="hold"/>
                                        <p:tgtEl>
                                          <p:spTgt spid="34"/>
                                        </p:tgtEl>
                                        <p:attrNameLst>
                                          <p:attrName>ppt_h</p:attrName>
                                        </p:attrNameLst>
                                      </p:cBhvr>
                                      <p:tavLst>
                                        <p:tav tm="0">
                                          <p:val>
                                            <p:fltVal val="0"/>
                                          </p:val>
                                        </p:tav>
                                        <p:tav tm="100000">
                                          <p:val>
                                            <p:strVal val="#ppt_h"/>
                                          </p:val>
                                        </p:tav>
                                      </p:tavLst>
                                    </p:anim>
                                    <p:animEffect transition="in" filter="fade">
                                      <p:cBhvr>
                                        <p:cTn id="24" dur="500"/>
                                        <p:tgtEl>
                                          <p:spTgt spid="34"/>
                                        </p:tgtEl>
                                      </p:cBhvr>
                                    </p:animEffect>
                                  </p:childTnLst>
                                </p:cTn>
                              </p:par>
                              <p:par>
                                <p:cTn id="25" presetID="53" presetClass="entr" presetSubtype="0" fill="hold" grpId="6" nodeType="withEffect">
                                  <p:childTnLst>
                                    <p:set>
                                      <p:cBhvr>
                                        <p:cTn id="26" dur="1" fill="hold">
                                          <p:stCondLst>
                                            <p:cond delay="0"/>
                                          </p:stCondLst>
                                        </p:cTn>
                                        <p:tgtEl>
                                          <p:spTgt spid="35"/>
                                        </p:tgtEl>
                                        <p:attrNameLst>
                                          <p:attrName>style.visibility</p:attrName>
                                        </p:attrNameLst>
                                      </p:cBhvr>
                                      <p:to>
                                        <p:strVal val="visible"/>
                                      </p:to>
                                    </p:set>
                                    <p:anim calcmode="lin" valueType="num">
                                      <p:cBhvr>
                                        <p:cTn id="27" dur="500" fill="hold"/>
                                        <p:tgtEl>
                                          <p:spTgt spid="35"/>
                                        </p:tgtEl>
                                        <p:attrNameLst>
                                          <p:attrName>ppt_w</p:attrName>
                                        </p:attrNameLst>
                                      </p:cBhvr>
                                      <p:tavLst>
                                        <p:tav tm="0">
                                          <p:val>
                                            <p:fltVal val="0"/>
                                          </p:val>
                                        </p:tav>
                                        <p:tav tm="100000">
                                          <p:val>
                                            <p:strVal val="#ppt_w"/>
                                          </p:val>
                                        </p:tav>
                                      </p:tavLst>
                                    </p:anim>
                                    <p:anim calcmode="lin" valueType="num">
                                      <p:cBhvr>
                                        <p:cTn id="28" dur="500" fill="hold"/>
                                        <p:tgtEl>
                                          <p:spTgt spid="35"/>
                                        </p:tgtEl>
                                        <p:attrNameLst>
                                          <p:attrName>ppt_h</p:attrName>
                                        </p:attrNameLst>
                                      </p:cBhvr>
                                      <p:tavLst>
                                        <p:tav tm="0">
                                          <p:val>
                                            <p:fltVal val="0"/>
                                          </p:val>
                                        </p:tav>
                                        <p:tav tm="100000">
                                          <p:val>
                                            <p:strVal val="#ppt_h"/>
                                          </p:val>
                                        </p:tav>
                                      </p:tavLst>
                                    </p:anim>
                                    <p:animEffect transition="in" filter="fade">
                                      <p:cBhvr>
                                        <p:cTn id="29" dur="500"/>
                                        <p:tgtEl>
                                          <p:spTgt spid="35"/>
                                        </p:tgtEl>
                                      </p:cBhvr>
                                    </p:animEffect>
                                  </p:childTnLst>
                                </p:cTn>
                              </p:par>
                              <p:par>
                                <p:cTn id="30" presetID="53" presetClass="entr" presetSubtype="0" fill="hold" grpId="7" nodeType="withEffect">
                                  <p:childTnLst>
                                    <p:set>
                                      <p:cBhvr>
                                        <p:cTn id="31" dur="1" fill="hold">
                                          <p:stCondLst>
                                            <p:cond delay="0"/>
                                          </p:stCondLst>
                                        </p:cTn>
                                        <p:tgtEl>
                                          <p:spTgt spid="37"/>
                                        </p:tgtEl>
                                        <p:attrNameLst>
                                          <p:attrName>style.visibility</p:attrName>
                                        </p:attrNameLst>
                                      </p:cBhvr>
                                      <p:to>
                                        <p:strVal val="visible"/>
                                      </p:to>
                                    </p:set>
                                    <p:anim calcmode="lin" valueType="num">
                                      <p:cBhvr>
                                        <p:cTn id="32" dur="500" fill="hold"/>
                                        <p:tgtEl>
                                          <p:spTgt spid="37"/>
                                        </p:tgtEl>
                                        <p:attrNameLst>
                                          <p:attrName>ppt_w</p:attrName>
                                        </p:attrNameLst>
                                      </p:cBhvr>
                                      <p:tavLst>
                                        <p:tav tm="0">
                                          <p:val>
                                            <p:fltVal val="0"/>
                                          </p:val>
                                        </p:tav>
                                        <p:tav tm="100000">
                                          <p:val>
                                            <p:strVal val="#ppt_w"/>
                                          </p:val>
                                        </p:tav>
                                      </p:tavLst>
                                    </p:anim>
                                    <p:anim calcmode="lin" valueType="num">
                                      <p:cBhvr>
                                        <p:cTn id="33" dur="500" fill="hold"/>
                                        <p:tgtEl>
                                          <p:spTgt spid="37"/>
                                        </p:tgtEl>
                                        <p:attrNameLst>
                                          <p:attrName>ppt_h</p:attrName>
                                        </p:attrNameLst>
                                      </p:cBhvr>
                                      <p:tavLst>
                                        <p:tav tm="0">
                                          <p:val>
                                            <p:fltVal val="0"/>
                                          </p:val>
                                        </p:tav>
                                        <p:tav tm="100000">
                                          <p:val>
                                            <p:strVal val="#ppt_h"/>
                                          </p:val>
                                        </p:tav>
                                      </p:tavLst>
                                    </p:anim>
                                    <p:animEffect transition="in" filter="fade">
                                      <p:cBhvr>
                                        <p:cTn id="34" dur="500"/>
                                        <p:tgtEl>
                                          <p:spTgt spid="37"/>
                                        </p:tgtEl>
                                      </p:cBhvr>
                                    </p:animEffect>
                                  </p:childTnLst>
                                </p:cTn>
                              </p:par>
                              <p:par>
                                <p:cTn id="35" presetID="53" presetClass="entr" presetSubtype="0" fill="hold" grpId="8" nodeType="withEffec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0" fill="hold" grpId="9" nodeType="withEffect">
                                  <p:childTnLst>
                                    <p:set>
                                      <p:cBhvr>
                                        <p:cTn id="41" dur="1" fill="hold">
                                          <p:stCondLst>
                                            <p:cond delay="0"/>
                                          </p:stCondLst>
                                        </p:cTn>
                                        <p:tgtEl>
                                          <p:spTgt spid="39"/>
                                        </p:tgtEl>
                                        <p:attrNameLst>
                                          <p:attrName>style.visibility</p:attrName>
                                        </p:attrNameLst>
                                      </p:cBhvr>
                                      <p:to>
                                        <p:strVal val="visible"/>
                                      </p:to>
                                    </p:set>
                                    <p:anim calcmode="lin" valueType="num">
                                      <p:cBhvr>
                                        <p:cTn id="42" dur="500" fill="hold"/>
                                        <p:tgtEl>
                                          <p:spTgt spid="39"/>
                                        </p:tgtEl>
                                        <p:attrNameLst>
                                          <p:attrName>ppt_w</p:attrName>
                                        </p:attrNameLst>
                                      </p:cBhvr>
                                      <p:tavLst>
                                        <p:tav tm="0">
                                          <p:val>
                                            <p:fltVal val="0"/>
                                          </p:val>
                                        </p:tav>
                                        <p:tav tm="100000">
                                          <p:val>
                                            <p:strVal val="#ppt_w"/>
                                          </p:val>
                                        </p:tav>
                                      </p:tavLst>
                                    </p:anim>
                                    <p:anim calcmode="lin" valueType="num">
                                      <p:cBhvr>
                                        <p:cTn id="43" dur="500" fill="hold"/>
                                        <p:tgtEl>
                                          <p:spTgt spid="39"/>
                                        </p:tgtEl>
                                        <p:attrNameLst>
                                          <p:attrName>ppt_h</p:attrName>
                                        </p:attrNameLst>
                                      </p:cBhvr>
                                      <p:tavLst>
                                        <p:tav tm="0">
                                          <p:val>
                                            <p:fltVal val="0"/>
                                          </p:val>
                                        </p:tav>
                                        <p:tav tm="100000">
                                          <p:val>
                                            <p:strVal val="#ppt_h"/>
                                          </p:val>
                                        </p:tav>
                                      </p:tavLst>
                                    </p:anim>
                                    <p:animEffect transition="in" filter="fade">
                                      <p:cBhvr>
                                        <p:cTn id="44" dur="500"/>
                                        <p:tgtEl>
                                          <p:spTgt spid="39"/>
                                        </p:tgtEl>
                                      </p:cBhvr>
                                    </p:animEffect>
                                  </p:childTnLst>
                                </p:cTn>
                              </p:par>
                              <p:par>
                                <p:cTn id="45" presetID="53" presetClass="entr" presetSubtype="0" fill="hold" grpId="10" nodeType="withEffect">
                                  <p:childTnLst>
                                    <p:set>
                                      <p:cBhvr>
                                        <p:cTn id="46" dur="1" fill="hold">
                                          <p:stCondLst>
                                            <p:cond delay="0"/>
                                          </p:stCondLst>
                                        </p:cTn>
                                        <p:tgtEl>
                                          <p:spTgt spid="41"/>
                                        </p:tgtEl>
                                        <p:attrNameLst>
                                          <p:attrName>style.visibility</p:attrName>
                                        </p:attrNameLst>
                                      </p:cBhvr>
                                      <p:to>
                                        <p:strVal val="visible"/>
                                      </p:to>
                                    </p:set>
                                    <p:anim calcmode="lin" valueType="num">
                                      <p:cBhvr>
                                        <p:cTn id="47" dur="500" fill="hold"/>
                                        <p:tgtEl>
                                          <p:spTgt spid="41"/>
                                        </p:tgtEl>
                                        <p:attrNameLst>
                                          <p:attrName>ppt_w</p:attrName>
                                        </p:attrNameLst>
                                      </p:cBhvr>
                                      <p:tavLst>
                                        <p:tav tm="0">
                                          <p:val>
                                            <p:fltVal val="0"/>
                                          </p:val>
                                        </p:tav>
                                        <p:tav tm="100000">
                                          <p:val>
                                            <p:strVal val="#ppt_w"/>
                                          </p:val>
                                        </p:tav>
                                      </p:tavLst>
                                    </p:anim>
                                    <p:anim calcmode="lin" valueType="num">
                                      <p:cBhvr>
                                        <p:cTn id="48" dur="500" fill="hold"/>
                                        <p:tgtEl>
                                          <p:spTgt spid="41"/>
                                        </p:tgtEl>
                                        <p:attrNameLst>
                                          <p:attrName>ppt_h</p:attrName>
                                        </p:attrNameLst>
                                      </p:cBhvr>
                                      <p:tavLst>
                                        <p:tav tm="0">
                                          <p:val>
                                            <p:fltVal val="0"/>
                                          </p:val>
                                        </p:tav>
                                        <p:tav tm="100000">
                                          <p:val>
                                            <p:strVal val="#ppt_h"/>
                                          </p:val>
                                        </p:tav>
                                      </p:tavLst>
                                    </p:anim>
                                    <p:animEffect transition="in" filter="fade">
                                      <p:cBhvr>
                                        <p:cTn id="49" dur="500"/>
                                        <p:tgtEl>
                                          <p:spTgt spid="41"/>
                                        </p:tgtEl>
                                      </p:cBhvr>
                                    </p:animEffect>
                                  </p:childTnLst>
                                </p:cTn>
                              </p:par>
                              <p:par>
                                <p:cTn id="50" presetID="53" presetClass="entr" presetSubtype="0" fill="hold" grpId="11" nodeType="withEffect">
                                  <p:childTnLst>
                                    <p:set>
                                      <p:cBhvr>
                                        <p:cTn id="51" dur="1" fill="hold">
                                          <p:stCondLst>
                                            <p:cond delay="0"/>
                                          </p:stCondLst>
                                        </p:cTn>
                                        <p:tgtEl>
                                          <p:spTgt spid="42"/>
                                        </p:tgtEl>
                                        <p:attrNameLst>
                                          <p:attrName>style.visibility</p:attrName>
                                        </p:attrNameLst>
                                      </p:cBhvr>
                                      <p:to>
                                        <p:strVal val="visible"/>
                                      </p:to>
                                    </p:set>
                                    <p:anim calcmode="lin" valueType="num">
                                      <p:cBhvr>
                                        <p:cTn id="52" dur="500" fill="hold"/>
                                        <p:tgtEl>
                                          <p:spTgt spid="42"/>
                                        </p:tgtEl>
                                        <p:attrNameLst>
                                          <p:attrName>ppt_w</p:attrName>
                                        </p:attrNameLst>
                                      </p:cBhvr>
                                      <p:tavLst>
                                        <p:tav tm="0">
                                          <p:val>
                                            <p:fltVal val="0"/>
                                          </p:val>
                                        </p:tav>
                                        <p:tav tm="100000">
                                          <p:val>
                                            <p:strVal val="#ppt_w"/>
                                          </p:val>
                                        </p:tav>
                                      </p:tavLst>
                                    </p:anim>
                                    <p:anim calcmode="lin" valueType="num">
                                      <p:cBhvr>
                                        <p:cTn id="53" dur="500" fill="hold"/>
                                        <p:tgtEl>
                                          <p:spTgt spid="42"/>
                                        </p:tgtEl>
                                        <p:attrNameLst>
                                          <p:attrName>ppt_h</p:attrName>
                                        </p:attrNameLst>
                                      </p:cBhvr>
                                      <p:tavLst>
                                        <p:tav tm="0">
                                          <p:val>
                                            <p:fltVal val="0"/>
                                          </p:val>
                                        </p:tav>
                                        <p:tav tm="100000">
                                          <p:val>
                                            <p:strVal val="#ppt_h"/>
                                          </p:val>
                                        </p:tav>
                                      </p:tavLst>
                                    </p:anim>
                                    <p:animEffect transition="in" filter="fade">
                                      <p:cBhvr>
                                        <p:cTn id="54" dur="500"/>
                                        <p:tgtEl>
                                          <p:spTgt spid="42"/>
                                        </p:tgtEl>
                                      </p:cBhvr>
                                    </p:animEffect>
                                  </p:childTnLst>
                                </p:cTn>
                              </p:par>
                              <p:par>
                                <p:cTn id="55" presetID="53" presetClass="entr" presetSubtype="0" fill="hold" grpId="12" nodeType="withEffect">
                                  <p:childTnLst>
                                    <p:set>
                                      <p:cBhvr>
                                        <p:cTn id="56" dur="1" fill="hold">
                                          <p:stCondLst>
                                            <p:cond delay="0"/>
                                          </p:stCondLst>
                                        </p:cTn>
                                        <p:tgtEl>
                                          <p:spTgt spid="53"/>
                                        </p:tgtEl>
                                        <p:attrNameLst>
                                          <p:attrName>style.visibility</p:attrName>
                                        </p:attrNameLst>
                                      </p:cBhvr>
                                      <p:to>
                                        <p:strVal val="visible"/>
                                      </p:to>
                                    </p:set>
                                    <p:anim calcmode="lin" valueType="num">
                                      <p:cBhvr>
                                        <p:cTn id="57" dur="500" fill="hold"/>
                                        <p:tgtEl>
                                          <p:spTgt spid="53"/>
                                        </p:tgtEl>
                                        <p:attrNameLst>
                                          <p:attrName>ppt_w</p:attrName>
                                        </p:attrNameLst>
                                      </p:cBhvr>
                                      <p:tavLst>
                                        <p:tav tm="0">
                                          <p:val>
                                            <p:fltVal val="0"/>
                                          </p:val>
                                        </p:tav>
                                        <p:tav tm="100000">
                                          <p:val>
                                            <p:strVal val="#ppt_w"/>
                                          </p:val>
                                        </p:tav>
                                      </p:tavLst>
                                    </p:anim>
                                    <p:anim calcmode="lin" valueType="num">
                                      <p:cBhvr>
                                        <p:cTn id="58" dur="500" fill="hold"/>
                                        <p:tgtEl>
                                          <p:spTgt spid="53"/>
                                        </p:tgtEl>
                                        <p:attrNameLst>
                                          <p:attrName>ppt_h</p:attrName>
                                        </p:attrNameLst>
                                      </p:cBhvr>
                                      <p:tavLst>
                                        <p:tav tm="0">
                                          <p:val>
                                            <p:fltVal val="0"/>
                                          </p:val>
                                        </p:tav>
                                        <p:tav tm="100000">
                                          <p:val>
                                            <p:strVal val="#ppt_h"/>
                                          </p:val>
                                        </p:tav>
                                      </p:tavLst>
                                    </p:anim>
                                    <p:animEffect transition="in" filter="fade">
                                      <p:cBhvr>
                                        <p:cTn id="59" dur="500"/>
                                        <p:tgtEl>
                                          <p:spTgt spid="53"/>
                                        </p:tgtEl>
                                      </p:cBhvr>
                                    </p:animEffect>
                                  </p:childTnLst>
                                </p:cTn>
                              </p:par>
                              <p:par>
                                <p:cTn id="60" presetID="53" presetClass="entr" presetSubtype="0" fill="hold" grpId="13" nodeType="withEffect">
                                  <p:childTnLst>
                                    <p:set>
                                      <p:cBhvr>
                                        <p:cTn id="61" dur="1" fill="hold">
                                          <p:stCondLst>
                                            <p:cond delay="0"/>
                                          </p:stCondLst>
                                        </p:cTn>
                                        <p:tgtEl>
                                          <p:spTgt spid="55"/>
                                        </p:tgtEl>
                                        <p:attrNameLst>
                                          <p:attrName>style.visibility</p:attrName>
                                        </p:attrNameLst>
                                      </p:cBhvr>
                                      <p:to>
                                        <p:strVal val="visible"/>
                                      </p:to>
                                    </p:set>
                                    <p:anim calcmode="lin" valueType="num">
                                      <p:cBhvr>
                                        <p:cTn id="62" dur="500" fill="hold"/>
                                        <p:tgtEl>
                                          <p:spTgt spid="55"/>
                                        </p:tgtEl>
                                        <p:attrNameLst>
                                          <p:attrName>ppt_w</p:attrName>
                                        </p:attrNameLst>
                                      </p:cBhvr>
                                      <p:tavLst>
                                        <p:tav tm="0">
                                          <p:val>
                                            <p:fltVal val="0"/>
                                          </p:val>
                                        </p:tav>
                                        <p:tav tm="100000">
                                          <p:val>
                                            <p:strVal val="#ppt_w"/>
                                          </p:val>
                                        </p:tav>
                                      </p:tavLst>
                                    </p:anim>
                                    <p:anim calcmode="lin" valueType="num">
                                      <p:cBhvr>
                                        <p:cTn id="63" dur="500" fill="hold"/>
                                        <p:tgtEl>
                                          <p:spTgt spid="55"/>
                                        </p:tgtEl>
                                        <p:attrNameLst>
                                          <p:attrName>ppt_h</p:attrName>
                                        </p:attrNameLst>
                                      </p:cBhvr>
                                      <p:tavLst>
                                        <p:tav tm="0">
                                          <p:val>
                                            <p:fltVal val="0"/>
                                          </p:val>
                                        </p:tav>
                                        <p:tav tm="100000">
                                          <p:val>
                                            <p:strVal val="#ppt_h"/>
                                          </p:val>
                                        </p:tav>
                                      </p:tavLst>
                                    </p:anim>
                                    <p:animEffect transition="in" filter="fade">
                                      <p:cBhvr>
                                        <p:cTn id="64" dur="500"/>
                                        <p:tgtEl>
                                          <p:spTgt spid="55"/>
                                        </p:tgtEl>
                                      </p:cBhvr>
                                    </p:animEffect>
                                  </p:childTnLst>
                                </p:cTn>
                              </p:par>
                              <p:par>
                                <p:cTn id="65" presetID="53" presetClass="entr" presetSubtype="0" fill="hold" grpId="14" nodeType="withEffect">
                                  <p:childTnLst>
                                    <p:set>
                                      <p:cBhvr>
                                        <p:cTn id="66" dur="1" fill="hold">
                                          <p:stCondLst>
                                            <p:cond delay="0"/>
                                          </p:stCondLst>
                                        </p:cTn>
                                        <p:tgtEl>
                                          <p:spTgt spid="56"/>
                                        </p:tgtEl>
                                        <p:attrNameLst>
                                          <p:attrName>style.visibility</p:attrName>
                                        </p:attrNameLst>
                                      </p:cBhvr>
                                      <p:to>
                                        <p:strVal val="visible"/>
                                      </p:to>
                                    </p:set>
                                    <p:anim calcmode="lin" valueType="num">
                                      <p:cBhvr>
                                        <p:cTn id="67" dur="500" fill="hold"/>
                                        <p:tgtEl>
                                          <p:spTgt spid="56"/>
                                        </p:tgtEl>
                                        <p:attrNameLst>
                                          <p:attrName>ppt_w</p:attrName>
                                        </p:attrNameLst>
                                      </p:cBhvr>
                                      <p:tavLst>
                                        <p:tav tm="0">
                                          <p:val>
                                            <p:fltVal val="0"/>
                                          </p:val>
                                        </p:tav>
                                        <p:tav tm="100000">
                                          <p:val>
                                            <p:strVal val="#ppt_w"/>
                                          </p:val>
                                        </p:tav>
                                      </p:tavLst>
                                    </p:anim>
                                    <p:anim calcmode="lin" valueType="num">
                                      <p:cBhvr>
                                        <p:cTn id="68" dur="500" fill="hold"/>
                                        <p:tgtEl>
                                          <p:spTgt spid="56"/>
                                        </p:tgtEl>
                                        <p:attrNameLst>
                                          <p:attrName>ppt_h</p:attrName>
                                        </p:attrNameLst>
                                      </p:cBhvr>
                                      <p:tavLst>
                                        <p:tav tm="0">
                                          <p:val>
                                            <p:fltVal val="0"/>
                                          </p:val>
                                        </p:tav>
                                        <p:tav tm="100000">
                                          <p:val>
                                            <p:strVal val="#ppt_h"/>
                                          </p:val>
                                        </p:tav>
                                      </p:tavLst>
                                    </p:anim>
                                    <p:animEffect transition="in" filter="fade">
                                      <p:cBhvr>
                                        <p:cTn id="69" dur="500"/>
                                        <p:tgtEl>
                                          <p:spTgt spid="56"/>
                                        </p:tgtEl>
                                      </p:cBhvr>
                                    </p:animEffect>
                                  </p:childTnLst>
                                </p:cTn>
                              </p:par>
                              <p:par>
                                <p:cTn id="70" presetID="53" presetClass="entr" presetSubtype="0" fill="hold" grpId="15" nodeType="withEffect">
                                  <p:childTnLst>
                                    <p:set>
                                      <p:cBhvr>
                                        <p:cTn id="71" dur="1" fill="hold">
                                          <p:stCondLst>
                                            <p:cond delay="0"/>
                                          </p:stCondLst>
                                        </p:cTn>
                                        <p:tgtEl>
                                          <p:spTgt spid="57"/>
                                        </p:tgtEl>
                                        <p:attrNameLst>
                                          <p:attrName>style.visibility</p:attrName>
                                        </p:attrNameLst>
                                      </p:cBhvr>
                                      <p:to>
                                        <p:strVal val="visible"/>
                                      </p:to>
                                    </p:set>
                                    <p:anim calcmode="lin" valueType="num">
                                      <p:cBhvr>
                                        <p:cTn id="72" dur="500" fill="hold"/>
                                        <p:tgtEl>
                                          <p:spTgt spid="57"/>
                                        </p:tgtEl>
                                        <p:attrNameLst>
                                          <p:attrName>ppt_w</p:attrName>
                                        </p:attrNameLst>
                                      </p:cBhvr>
                                      <p:tavLst>
                                        <p:tav tm="0">
                                          <p:val>
                                            <p:fltVal val="0"/>
                                          </p:val>
                                        </p:tav>
                                        <p:tav tm="100000">
                                          <p:val>
                                            <p:strVal val="#ppt_w"/>
                                          </p:val>
                                        </p:tav>
                                      </p:tavLst>
                                    </p:anim>
                                    <p:anim calcmode="lin" valueType="num">
                                      <p:cBhvr>
                                        <p:cTn id="73" dur="500" fill="hold"/>
                                        <p:tgtEl>
                                          <p:spTgt spid="57"/>
                                        </p:tgtEl>
                                        <p:attrNameLst>
                                          <p:attrName>ppt_h</p:attrName>
                                        </p:attrNameLst>
                                      </p:cBhvr>
                                      <p:tavLst>
                                        <p:tav tm="0">
                                          <p:val>
                                            <p:fltVal val="0"/>
                                          </p:val>
                                        </p:tav>
                                        <p:tav tm="100000">
                                          <p:val>
                                            <p:strVal val="#ppt_h"/>
                                          </p:val>
                                        </p:tav>
                                      </p:tavLst>
                                    </p:anim>
                                    <p:animEffect transition="in" filter="fade">
                                      <p:cBhvr>
                                        <p:cTn id="74" dur="500"/>
                                        <p:tgtEl>
                                          <p:spTgt spid="57"/>
                                        </p:tgtEl>
                                      </p:cBhvr>
                                    </p:animEffect>
                                  </p:childTnLst>
                                </p:cTn>
                              </p:par>
                              <p:par>
                                <p:cTn id="75" presetID="53" presetClass="entr" presetSubtype="0" fill="hold" grpId="16" nodeType="withEffect">
                                  <p:childTnLst>
                                    <p:set>
                                      <p:cBhvr>
                                        <p:cTn id="76" dur="1" fill="hold">
                                          <p:stCondLst>
                                            <p:cond delay="0"/>
                                          </p:stCondLst>
                                        </p:cTn>
                                        <p:tgtEl>
                                          <p:spTgt spid="59"/>
                                        </p:tgtEl>
                                        <p:attrNameLst>
                                          <p:attrName>style.visibility</p:attrName>
                                        </p:attrNameLst>
                                      </p:cBhvr>
                                      <p:to>
                                        <p:strVal val="visible"/>
                                      </p:to>
                                    </p:set>
                                    <p:anim calcmode="lin" valueType="num">
                                      <p:cBhvr>
                                        <p:cTn id="77" dur="500" fill="hold"/>
                                        <p:tgtEl>
                                          <p:spTgt spid="59"/>
                                        </p:tgtEl>
                                        <p:attrNameLst>
                                          <p:attrName>ppt_w</p:attrName>
                                        </p:attrNameLst>
                                      </p:cBhvr>
                                      <p:tavLst>
                                        <p:tav tm="0">
                                          <p:val>
                                            <p:fltVal val="0"/>
                                          </p:val>
                                        </p:tav>
                                        <p:tav tm="100000">
                                          <p:val>
                                            <p:strVal val="#ppt_w"/>
                                          </p:val>
                                        </p:tav>
                                      </p:tavLst>
                                    </p:anim>
                                    <p:anim calcmode="lin" valueType="num">
                                      <p:cBhvr>
                                        <p:cTn id="78" dur="500" fill="hold"/>
                                        <p:tgtEl>
                                          <p:spTgt spid="59"/>
                                        </p:tgtEl>
                                        <p:attrNameLst>
                                          <p:attrName>ppt_h</p:attrName>
                                        </p:attrNameLst>
                                      </p:cBhvr>
                                      <p:tavLst>
                                        <p:tav tm="0">
                                          <p:val>
                                            <p:fltVal val="0"/>
                                          </p:val>
                                        </p:tav>
                                        <p:tav tm="100000">
                                          <p:val>
                                            <p:strVal val="#ppt_h"/>
                                          </p:val>
                                        </p:tav>
                                      </p:tavLst>
                                    </p:anim>
                                    <p:animEffect transition="in" filter="fade">
                                      <p:cBhvr>
                                        <p:cTn id="79" dur="500"/>
                                        <p:tgtEl>
                                          <p:spTgt spid="59"/>
                                        </p:tgtEl>
                                      </p:cBhvr>
                                    </p:animEffect>
                                  </p:childTnLst>
                                </p:cTn>
                              </p:par>
                              <p:par>
                                <p:cTn id="80" presetID="53" presetClass="entr" presetSubtype="0" fill="hold" grpId="17" nodeType="withEffect">
                                  <p:childTnLst>
                                    <p:set>
                                      <p:cBhvr>
                                        <p:cTn id="81" dur="1" fill="hold">
                                          <p:stCondLst>
                                            <p:cond delay="0"/>
                                          </p:stCondLst>
                                        </p:cTn>
                                        <p:tgtEl>
                                          <p:spTgt spid="60"/>
                                        </p:tgtEl>
                                        <p:attrNameLst>
                                          <p:attrName>style.visibility</p:attrName>
                                        </p:attrNameLst>
                                      </p:cBhvr>
                                      <p:to>
                                        <p:strVal val="visible"/>
                                      </p:to>
                                    </p:set>
                                    <p:anim calcmode="lin" valueType="num">
                                      <p:cBhvr>
                                        <p:cTn id="82" dur="500" fill="hold"/>
                                        <p:tgtEl>
                                          <p:spTgt spid="60"/>
                                        </p:tgtEl>
                                        <p:attrNameLst>
                                          <p:attrName>ppt_w</p:attrName>
                                        </p:attrNameLst>
                                      </p:cBhvr>
                                      <p:tavLst>
                                        <p:tav tm="0">
                                          <p:val>
                                            <p:fltVal val="0"/>
                                          </p:val>
                                        </p:tav>
                                        <p:tav tm="100000">
                                          <p:val>
                                            <p:strVal val="#ppt_w"/>
                                          </p:val>
                                        </p:tav>
                                      </p:tavLst>
                                    </p:anim>
                                    <p:anim calcmode="lin" valueType="num">
                                      <p:cBhvr>
                                        <p:cTn id="83" dur="500" fill="hold"/>
                                        <p:tgtEl>
                                          <p:spTgt spid="60"/>
                                        </p:tgtEl>
                                        <p:attrNameLst>
                                          <p:attrName>ppt_h</p:attrName>
                                        </p:attrNameLst>
                                      </p:cBhvr>
                                      <p:tavLst>
                                        <p:tav tm="0">
                                          <p:val>
                                            <p:fltVal val="0"/>
                                          </p:val>
                                        </p:tav>
                                        <p:tav tm="100000">
                                          <p:val>
                                            <p:strVal val="#ppt_h"/>
                                          </p:val>
                                        </p:tav>
                                      </p:tavLst>
                                    </p:anim>
                                    <p:animEffect transition="in" filter="fade">
                                      <p:cBhvr>
                                        <p:cTn id="84" dur="500"/>
                                        <p:tgtEl>
                                          <p:spTgt spid="60"/>
                                        </p:tgtEl>
                                      </p:cBhvr>
                                    </p:animEffect>
                                  </p:childTnLst>
                                </p:cTn>
                              </p:par>
                              <p:par>
                                <p:cTn id="85" presetID="53" presetClass="entr" presetSubtype="0" fill="hold" grpId="18" nodeType="withEffect">
                                  <p:childTnLst>
                                    <p:set>
                                      <p:cBhvr>
                                        <p:cTn id="86" dur="1" fill="hold">
                                          <p:stCondLst>
                                            <p:cond delay="0"/>
                                          </p:stCondLst>
                                        </p:cTn>
                                        <p:tgtEl>
                                          <p:spTgt spid="61"/>
                                        </p:tgtEl>
                                        <p:attrNameLst>
                                          <p:attrName>style.visibility</p:attrName>
                                        </p:attrNameLst>
                                      </p:cBhvr>
                                      <p:to>
                                        <p:strVal val="visible"/>
                                      </p:to>
                                    </p:set>
                                    <p:anim calcmode="lin" valueType="num">
                                      <p:cBhvr>
                                        <p:cTn id="87" dur="500" fill="hold"/>
                                        <p:tgtEl>
                                          <p:spTgt spid="61"/>
                                        </p:tgtEl>
                                        <p:attrNameLst>
                                          <p:attrName>ppt_w</p:attrName>
                                        </p:attrNameLst>
                                      </p:cBhvr>
                                      <p:tavLst>
                                        <p:tav tm="0">
                                          <p:val>
                                            <p:fltVal val="0"/>
                                          </p:val>
                                        </p:tav>
                                        <p:tav tm="100000">
                                          <p:val>
                                            <p:strVal val="#ppt_w"/>
                                          </p:val>
                                        </p:tav>
                                      </p:tavLst>
                                    </p:anim>
                                    <p:anim calcmode="lin" valueType="num">
                                      <p:cBhvr>
                                        <p:cTn id="88" dur="500" fill="hold"/>
                                        <p:tgtEl>
                                          <p:spTgt spid="61"/>
                                        </p:tgtEl>
                                        <p:attrNameLst>
                                          <p:attrName>ppt_h</p:attrName>
                                        </p:attrNameLst>
                                      </p:cBhvr>
                                      <p:tavLst>
                                        <p:tav tm="0">
                                          <p:val>
                                            <p:fltVal val="0"/>
                                          </p:val>
                                        </p:tav>
                                        <p:tav tm="100000">
                                          <p:val>
                                            <p:strVal val="#ppt_h"/>
                                          </p:val>
                                        </p:tav>
                                      </p:tavLst>
                                    </p:anim>
                                    <p:animEffect transition="in" filter="fade">
                                      <p:cBhvr>
                                        <p:cTn id="89" dur="500"/>
                                        <p:tgtEl>
                                          <p:spTgt spid="61"/>
                                        </p:tgtEl>
                                      </p:cBhvr>
                                    </p:animEffect>
                                  </p:childTnLst>
                                </p:cTn>
                              </p:par>
                              <p:par>
                                <p:cTn id="90" presetID="53" presetClass="entr" presetSubtype="0" fill="hold" grpId="19" nodeType="withEffect">
                                  <p:childTnLst>
                                    <p:set>
                                      <p:cBhvr>
                                        <p:cTn id="91" dur="1" fill="hold">
                                          <p:stCondLst>
                                            <p:cond delay="0"/>
                                          </p:stCondLst>
                                        </p:cTn>
                                        <p:tgtEl>
                                          <p:spTgt spid="62"/>
                                        </p:tgtEl>
                                        <p:attrNameLst>
                                          <p:attrName>style.visibility</p:attrName>
                                        </p:attrNameLst>
                                      </p:cBhvr>
                                      <p:to>
                                        <p:strVal val="visible"/>
                                      </p:to>
                                    </p:set>
                                    <p:anim calcmode="lin" valueType="num">
                                      <p:cBhvr>
                                        <p:cTn id="92" dur="500" fill="hold"/>
                                        <p:tgtEl>
                                          <p:spTgt spid="62"/>
                                        </p:tgtEl>
                                        <p:attrNameLst>
                                          <p:attrName>ppt_w</p:attrName>
                                        </p:attrNameLst>
                                      </p:cBhvr>
                                      <p:tavLst>
                                        <p:tav tm="0">
                                          <p:val>
                                            <p:fltVal val="0"/>
                                          </p:val>
                                        </p:tav>
                                        <p:tav tm="100000">
                                          <p:val>
                                            <p:strVal val="#ppt_w"/>
                                          </p:val>
                                        </p:tav>
                                      </p:tavLst>
                                    </p:anim>
                                    <p:anim calcmode="lin" valueType="num">
                                      <p:cBhvr>
                                        <p:cTn id="93" dur="500" fill="hold"/>
                                        <p:tgtEl>
                                          <p:spTgt spid="62"/>
                                        </p:tgtEl>
                                        <p:attrNameLst>
                                          <p:attrName>ppt_h</p:attrName>
                                        </p:attrNameLst>
                                      </p:cBhvr>
                                      <p:tavLst>
                                        <p:tav tm="0">
                                          <p:val>
                                            <p:fltVal val="0"/>
                                          </p:val>
                                        </p:tav>
                                        <p:tav tm="100000">
                                          <p:val>
                                            <p:strVal val="#ppt_h"/>
                                          </p:val>
                                        </p:tav>
                                      </p:tavLst>
                                    </p:anim>
                                    <p:animEffect transition="in" filter="fade">
                                      <p:cBhvr>
                                        <p:cTn id="94" dur="500"/>
                                        <p:tgtEl>
                                          <p:spTgt spid="62"/>
                                        </p:tgtEl>
                                      </p:cBhvr>
                                    </p:animEffect>
                                  </p:childTnLst>
                                </p:cTn>
                              </p:par>
                              <p:par>
                                <p:cTn id="95" presetID="53" presetClass="entr" presetSubtype="0" fill="hold" nodeType="withEffect">
                                  <p:childTnLst>
                                    <p:set>
                                      <p:cBhvr>
                                        <p:cTn id="96" dur="1" fill="hold">
                                          <p:stCondLst>
                                            <p:cond delay="0"/>
                                          </p:stCondLst>
                                        </p:cTn>
                                        <p:tgtEl>
                                          <p:spTgt spid="63"/>
                                        </p:tgtEl>
                                        <p:attrNameLst>
                                          <p:attrName>style.visibility</p:attrName>
                                        </p:attrNameLst>
                                      </p:cBhvr>
                                      <p:to>
                                        <p:strVal val="visible"/>
                                      </p:to>
                                    </p:set>
                                    <p:anim calcmode="lin" valueType="num">
                                      <p:cBhvr>
                                        <p:cTn id="97" dur="500" fill="hold"/>
                                        <p:tgtEl>
                                          <p:spTgt spid="63"/>
                                        </p:tgtEl>
                                        <p:attrNameLst>
                                          <p:attrName>ppt_w</p:attrName>
                                        </p:attrNameLst>
                                      </p:cBhvr>
                                      <p:tavLst>
                                        <p:tav tm="0">
                                          <p:val>
                                            <p:fltVal val="0"/>
                                          </p:val>
                                        </p:tav>
                                        <p:tav tm="100000">
                                          <p:val>
                                            <p:strVal val="#ppt_w"/>
                                          </p:val>
                                        </p:tav>
                                      </p:tavLst>
                                    </p:anim>
                                    <p:anim calcmode="lin" valueType="num">
                                      <p:cBhvr>
                                        <p:cTn id="98" dur="500" fill="hold"/>
                                        <p:tgtEl>
                                          <p:spTgt spid="63"/>
                                        </p:tgtEl>
                                        <p:attrNameLst>
                                          <p:attrName>ppt_h</p:attrName>
                                        </p:attrNameLst>
                                      </p:cBhvr>
                                      <p:tavLst>
                                        <p:tav tm="0">
                                          <p:val>
                                            <p:fltVal val="0"/>
                                          </p:val>
                                        </p:tav>
                                        <p:tav tm="100000">
                                          <p:val>
                                            <p:strVal val="#ppt_h"/>
                                          </p:val>
                                        </p:tav>
                                      </p:tavLst>
                                    </p:anim>
                                    <p:animEffect transition="in" filter="fade">
                                      <p:cBhvr>
                                        <p:cTn id="99" dur="500"/>
                                        <p:tgtEl>
                                          <p:spTgt spid="63"/>
                                        </p:tgtEl>
                                      </p:cBhvr>
                                    </p:animEffect>
                                  </p:childTnLst>
                                </p:cTn>
                              </p:par>
                            </p:childTnLst>
                          </p:cTn>
                        </p:par>
                        <p:par>
                          <p:cTn id="100" fill="hold" nodeType="withGroup">
                            <p:stCondLst>
                              <p:cond delay="500"/>
                            </p:stCondLst>
                            <p:childTnLst>
                              <p:par>
                                <p:cTn id="101" presetID="14" presetClass="entr" presetSubtype="10" fill="hold" grpId="0" nodeType="afterEffect">
                                  <p:childTnLst>
                                    <p:set>
                                      <p:cBhvr>
                                        <p:cTn id="102" dur="1" fill="hold">
                                          <p:stCondLst>
                                            <p:cond delay="0"/>
                                          </p:stCondLst>
                                        </p:cTn>
                                        <p:tgtEl>
                                          <p:spTgt spid="22"/>
                                        </p:tgtEl>
                                        <p:attrNameLst>
                                          <p:attrName>style.visibility</p:attrName>
                                        </p:attrNameLst>
                                      </p:cBhvr>
                                      <p:to>
                                        <p:strVal val="visible"/>
                                      </p:to>
                                    </p:set>
                                    <p:animEffect transition="in" filter="randombar(horizontal)">
                                      <p:cBhvr>
                                        <p:cTn id="103" dur="500"/>
                                        <p:tgtEl>
                                          <p:spTgt spid="22"/>
                                        </p:tgtEl>
                                      </p:cBhvr>
                                    </p:animEffect>
                                  </p:childTnLst>
                                </p:cTn>
                              </p:par>
                              <p:par>
                                <p:cTn id="104" presetID="14" presetClass="entr" presetSubtype="10" fill="hold" grpId="1" nodeType="withEffect">
                                  <p:childTnLst>
                                    <p:set>
                                      <p:cBhvr>
                                        <p:cTn id="105" dur="1" fill="hold">
                                          <p:stCondLst>
                                            <p:cond delay="0"/>
                                          </p:stCondLst>
                                        </p:cTn>
                                        <p:tgtEl>
                                          <p:spTgt spid="23"/>
                                        </p:tgtEl>
                                        <p:attrNameLst>
                                          <p:attrName>style.visibility</p:attrName>
                                        </p:attrNameLst>
                                      </p:cBhvr>
                                      <p:to>
                                        <p:strVal val="visible"/>
                                      </p:to>
                                    </p:set>
                                    <p:animEffect transition="in" filter="randombar(horizontal)">
                                      <p:cBhvr>
                                        <p:cTn id="106" dur="500"/>
                                        <p:tgtEl>
                                          <p:spTgt spid="23"/>
                                        </p:tgtEl>
                                      </p:cBhvr>
                                    </p:animEffect>
                                  </p:childTnLst>
                                </p:cTn>
                              </p:par>
                              <p:par>
                                <p:cTn id="107" presetID="14" presetClass="entr" presetSubtype="10" fill="hold" nodeType="withEffect">
                                  <p:childTnLst>
                                    <p:set>
                                      <p:cBhvr>
                                        <p:cTn id="108" dur="1" fill="hold">
                                          <p:stCondLst>
                                            <p:cond delay="0"/>
                                          </p:stCondLst>
                                        </p:cTn>
                                        <p:tgtEl>
                                          <p:spTgt spid="24"/>
                                        </p:tgtEl>
                                        <p:attrNameLst>
                                          <p:attrName>style.visibility</p:attrName>
                                        </p:attrNameLst>
                                      </p:cBhvr>
                                      <p:to>
                                        <p:strVal val="visible"/>
                                      </p:to>
                                    </p:set>
                                    <p:animEffect transition="in" filter="randombar(horizontal)">
                                      <p:cBhvr>
                                        <p:cTn id="109" dur="500"/>
                                        <p:tgtEl>
                                          <p:spTgt spid="24"/>
                                        </p:tgtEl>
                                      </p:cBhvr>
                                    </p:animEffect>
                                  </p:childTnLst>
                                </p:cTn>
                              </p:par>
                              <p:par>
                                <p:cTn id="110" presetID="14" presetClass="entr" presetSubtype="10" fill="hold" grpId="20" nodeType="withEffect">
                                  <p:childTnLst>
                                    <p:set>
                                      <p:cBhvr>
                                        <p:cTn id="111" dur="1" fill="hold">
                                          <p:stCondLst>
                                            <p:cond delay="0"/>
                                          </p:stCondLst>
                                        </p:cTn>
                                        <p:tgtEl>
                                          <p:spTgt spid="65"/>
                                        </p:tgtEl>
                                        <p:attrNameLst>
                                          <p:attrName>style.visibility</p:attrName>
                                        </p:attrNameLst>
                                      </p:cBhvr>
                                      <p:to>
                                        <p:strVal val="visible"/>
                                      </p:to>
                                    </p:set>
                                    <p:animEffect transition="in" filter="randombar(horizontal)">
                                      <p:cBhvr>
                                        <p:cTn id="112" dur="500"/>
                                        <p:tgtEl>
                                          <p:spTgt spid="65"/>
                                        </p:tgtEl>
                                      </p:cBhvr>
                                    </p:animEffect>
                                  </p:childTnLst>
                                </p:cTn>
                              </p:par>
                              <p:par>
                                <p:cTn id="113" presetID="14" presetClass="entr" presetSubtype="10" fill="hold" grpId="21" nodeType="withEffect">
                                  <p:childTnLst>
                                    <p:set>
                                      <p:cBhvr>
                                        <p:cTn id="114" dur="1" fill="hold">
                                          <p:stCondLst>
                                            <p:cond delay="0"/>
                                          </p:stCondLst>
                                        </p:cTn>
                                        <p:tgtEl>
                                          <p:spTgt spid="66"/>
                                        </p:tgtEl>
                                        <p:attrNameLst>
                                          <p:attrName>style.visibility</p:attrName>
                                        </p:attrNameLst>
                                      </p:cBhvr>
                                      <p:to>
                                        <p:strVal val="visible"/>
                                      </p:to>
                                    </p:set>
                                    <p:animEffect transition="in" filter="randombar(horizontal)">
                                      <p:cBhvr>
                                        <p:cTn id="115" dur="500"/>
                                        <p:tgtEl>
                                          <p:spTgt spid="66"/>
                                        </p:tgtEl>
                                      </p:cBhvr>
                                    </p:animEffect>
                                  </p:childTnLst>
                                </p:cTn>
                              </p:par>
                              <p:par>
                                <p:cTn id="116" presetID="14" presetClass="entr" presetSubtype="10" fill="hold" nodeType="withEffect">
                                  <p:childTnLst>
                                    <p:set>
                                      <p:cBhvr>
                                        <p:cTn id="117" dur="1" fill="hold">
                                          <p:stCondLst>
                                            <p:cond delay="0"/>
                                          </p:stCondLst>
                                        </p:cTn>
                                        <p:tgtEl>
                                          <p:spTgt spid="67"/>
                                        </p:tgtEl>
                                        <p:attrNameLst>
                                          <p:attrName>style.visibility</p:attrName>
                                        </p:attrNameLst>
                                      </p:cBhvr>
                                      <p:to>
                                        <p:strVal val="visible"/>
                                      </p:to>
                                    </p:set>
                                    <p:animEffect transition="in" filter="randombar(horizontal)">
                                      <p:cBhvr>
                                        <p:cTn id="118" dur="500"/>
                                        <p:tgtEl>
                                          <p:spTgt spid="67"/>
                                        </p:tgtEl>
                                      </p:cBhvr>
                                    </p:animEffect>
                                  </p:childTnLst>
                                </p:cTn>
                              </p:par>
                              <p:par>
                                <p:cTn id="119" presetID="14" presetClass="entr" presetSubtype="10" fill="hold" grpId="22" nodeType="withEffect">
                                  <p:childTnLst>
                                    <p:set>
                                      <p:cBhvr>
                                        <p:cTn id="120" dur="1" fill="hold">
                                          <p:stCondLst>
                                            <p:cond delay="0"/>
                                          </p:stCondLst>
                                        </p:cTn>
                                        <p:tgtEl>
                                          <p:spTgt spid="73"/>
                                        </p:tgtEl>
                                        <p:attrNameLst>
                                          <p:attrName>style.visibility</p:attrName>
                                        </p:attrNameLst>
                                      </p:cBhvr>
                                      <p:to>
                                        <p:strVal val="visible"/>
                                      </p:to>
                                    </p:set>
                                    <p:animEffect transition="in" filter="randombar(horizontal)">
                                      <p:cBhvr>
                                        <p:cTn id="121" dur="500"/>
                                        <p:tgtEl>
                                          <p:spTgt spid="73"/>
                                        </p:tgtEl>
                                      </p:cBhvr>
                                    </p:animEffect>
                                  </p:childTnLst>
                                </p:cTn>
                              </p:par>
                              <p:par>
                                <p:cTn id="122" presetID="14" presetClass="entr" presetSubtype="10" fill="hold" grpId="23" nodeType="withEffect">
                                  <p:childTnLst>
                                    <p:set>
                                      <p:cBhvr>
                                        <p:cTn id="123" dur="1" fill="hold">
                                          <p:stCondLst>
                                            <p:cond delay="0"/>
                                          </p:stCondLst>
                                        </p:cTn>
                                        <p:tgtEl>
                                          <p:spTgt spid="74"/>
                                        </p:tgtEl>
                                        <p:attrNameLst>
                                          <p:attrName>style.visibility</p:attrName>
                                        </p:attrNameLst>
                                      </p:cBhvr>
                                      <p:to>
                                        <p:strVal val="visible"/>
                                      </p:to>
                                    </p:set>
                                    <p:animEffect transition="in" filter="randombar(horizontal)">
                                      <p:cBhvr>
                                        <p:cTn id="124" dur="500"/>
                                        <p:tgtEl>
                                          <p:spTgt spid="74"/>
                                        </p:tgtEl>
                                      </p:cBhvr>
                                    </p:animEffect>
                                  </p:childTnLst>
                                </p:cTn>
                              </p:par>
                              <p:par>
                                <p:cTn id="125" presetID="14" presetClass="entr" presetSubtype="10" fill="hold" nodeType="withEffect">
                                  <p:childTnLst>
                                    <p:set>
                                      <p:cBhvr>
                                        <p:cTn id="126" dur="1" fill="hold">
                                          <p:stCondLst>
                                            <p:cond delay="0"/>
                                          </p:stCondLst>
                                        </p:cTn>
                                        <p:tgtEl>
                                          <p:spTgt spid="75"/>
                                        </p:tgtEl>
                                        <p:attrNameLst>
                                          <p:attrName>style.visibility</p:attrName>
                                        </p:attrNameLst>
                                      </p:cBhvr>
                                      <p:to>
                                        <p:strVal val="visible"/>
                                      </p:to>
                                    </p:set>
                                    <p:animEffect transition="in" filter="randombar(horizontal)">
                                      <p:cBhvr>
                                        <p:cTn id="12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1"/>
      <p:bldP spid="31" grpId="2"/>
      <p:bldP spid="32" grpId="3" animBg="1"/>
      <p:bldP spid="33" grpId="4" animBg="1"/>
      <p:bldP spid="34" grpId="5" animBg="1"/>
      <p:bldP spid="35" grpId="6" animBg="1"/>
      <p:bldP spid="37" grpId="7" animBg="1"/>
      <p:bldP spid="38" grpId="8"/>
      <p:bldP spid="39" grpId="9" animBg="1"/>
      <p:bldP spid="41" grpId="10" animBg="1"/>
      <p:bldP spid="42" grpId="11"/>
      <p:bldP spid="53" grpId="12" animBg="1"/>
      <p:bldP spid="55" grpId="13" animBg="1"/>
      <p:bldP spid="56" grpId="14"/>
      <p:bldP spid="57" grpId="15" animBg="1"/>
      <p:bldP spid="59" grpId="16" animBg="1"/>
      <p:bldP spid="60" grpId="17"/>
      <p:bldP spid="61" grpId="18" animBg="1"/>
      <p:bldP spid="62" grpId="19"/>
      <p:bldP spid="65" grpId="20"/>
      <p:bldP spid="66" grpId="21"/>
      <p:bldP spid="73" grpId="22"/>
      <p:bldP spid="74" grpId="2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4"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5"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11" name="rocket-ship-outline-in-launching-position_28736">
            <a:extLst>
              <a:ext uri="{FF2B5EF4-FFF2-40B4-BE49-F238E27FC236}">
                <a16:creationId xmlns="" xmlns:p14="http://schemas.microsoft.com/office/powerpoint/2010/main" xmlns:p15="http://schemas.microsoft.com/office/powerpoint/2012/main" xmlns:a16="http://schemas.microsoft.com/office/drawing/2014/main" id="{21A2FF07-99EB-4CFE-9DD2-1422B40574AC}"/>
              </a:ext>
            </a:extLst>
          </p:cNvPr>
          <p:cNvSpPr>
            <a:spLocks noChangeAspect="1"/>
          </p:cNvSpPr>
          <p:nvPr/>
        </p:nvSpPr>
        <p:spPr bwMode="auto">
          <a:xfrm>
            <a:off x="1152085" y="1094092"/>
            <a:ext cx="783382" cy="833765"/>
          </a:xfrm>
          <a:custGeom>
            <a:avLst/>
            <a:gdLst>
              <a:gd name="T0" fmla="*/ 3339 w 6663"/>
              <a:gd name="T1" fmla="*/ 2 h 7103"/>
              <a:gd name="T2" fmla="*/ 0 w 6663"/>
              <a:gd name="T3" fmla="*/ 3772 h 7103"/>
              <a:gd name="T4" fmla="*/ 5597 w 6663"/>
              <a:gd name="T5" fmla="*/ 6211 h 7103"/>
              <a:gd name="T6" fmla="*/ 6663 w 6663"/>
              <a:gd name="T7" fmla="*/ 3772 h 7103"/>
              <a:gd name="T8" fmla="*/ 4413 w 6663"/>
              <a:gd name="T9" fmla="*/ 3336 h 7103"/>
              <a:gd name="T10" fmla="*/ 4153 w 6663"/>
              <a:gd name="T11" fmla="*/ 3642 h 7103"/>
              <a:gd name="T12" fmla="*/ 4344 w 6663"/>
              <a:gd name="T13" fmla="*/ 3250 h 7103"/>
              <a:gd name="T14" fmla="*/ 5069 w 6663"/>
              <a:gd name="T15" fmla="*/ 3738 h 7103"/>
              <a:gd name="T16" fmla="*/ 4471 w 6663"/>
              <a:gd name="T17" fmla="*/ 4491 h 7103"/>
              <a:gd name="T18" fmla="*/ 3056 w 6663"/>
              <a:gd name="T19" fmla="*/ 4700 h 7103"/>
              <a:gd name="T20" fmla="*/ 3550 w 6663"/>
              <a:gd name="T21" fmla="*/ 4629 h 7103"/>
              <a:gd name="T22" fmla="*/ 3246 w 6663"/>
              <a:gd name="T23" fmla="*/ 4915 h 7103"/>
              <a:gd name="T24" fmla="*/ 1608 w 6663"/>
              <a:gd name="T25" fmla="*/ 4097 h 7103"/>
              <a:gd name="T26" fmla="*/ 1608 w 6663"/>
              <a:gd name="T27" fmla="*/ 4097 h 7103"/>
              <a:gd name="T28" fmla="*/ 2333 w 6663"/>
              <a:gd name="T29" fmla="*/ 3250 h 7103"/>
              <a:gd name="T30" fmla="*/ 2524 w 6663"/>
              <a:gd name="T31" fmla="*/ 3642 h 7103"/>
              <a:gd name="T32" fmla="*/ 3001 w 6663"/>
              <a:gd name="T33" fmla="*/ 584 h 7103"/>
              <a:gd name="T34" fmla="*/ 2895 w 6663"/>
              <a:gd name="T35" fmla="*/ 1656 h 7103"/>
              <a:gd name="T36" fmla="*/ 4010 w 6663"/>
              <a:gd name="T37" fmla="*/ 1799 h 7103"/>
              <a:gd name="T38" fmla="*/ 3418 w 6663"/>
              <a:gd name="T39" fmla="*/ 2037 h 7103"/>
              <a:gd name="T40" fmla="*/ 4471 w 6663"/>
              <a:gd name="T41" fmla="*/ 4348 h 7103"/>
              <a:gd name="T42" fmla="*/ 4471 w 6663"/>
              <a:gd name="T43" fmla="*/ 4168 h 7103"/>
              <a:gd name="T44" fmla="*/ 2668 w 6663"/>
              <a:gd name="T45" fmla="*/ 1799 h 7103"/>
              <a:gd name="T46" fmla="*/ 3123 w 6663"/>
              <a:gd name="T47" fmla="*/ 4097 h 7103"/>
              <a:gd name="T48" fmla="*/ 2596 w 6663"/>
              <a:gd name="T49" fmla="*/ 3780 h 7103"/>
              <a:gd name="T50" fmla="*/ 2207 w 6663"/>
              <a:gd name="T51" fmla="*/ 4491 h 7103"/>
              <a:gd name="T52" fmla="*/ 2207 w 6663"/>
              <a:gd name="T53" fmla="*/ 4491 h 7103"/>
              <a:gd name="T54" fmla="*/ 2480 w 6663"/>
              <a:gd name="T55" fmla="*/ 4557 h 7103"/>
              <a:gd name="T56" fmla="*/ 2985 w 6663"/>
              <a:gd name="T57" fmla="*/ 4557 h 7103"/>
              <a:gd name="T58" fmla="*/ 3693 w 6663"/>
              <a:gd name="T59" fmla="*/ 4491 h 7103"/>
              <a:gd name="T60" fmla="*/ 4010 w 6663"/>
              <a:gd name="T61" fmla="*/ 1656 h 7103"/>
              <a:gd name="T62" fmla="*/ 3411 w 6663"/>
              <a:gd name="T63" fmla="*/ 584 h 7103"/>
              <a:gd name="T64" fmla="*/ 4010 w 6663"/>
              <a:gd name="T65" fmla="*/ 1656 h 7103"/>
              <a:gd name="T66" fmla="*/ 3339 w 6663"/>
              <a:gd name="T67" fmla="*/ 166 h 7103"/>
              <a:gd name="T68" fmla="*/ 2802 w 6663"/>
              <a:gd name="T69" fmla="*/ 629 h 7103"/>
              <a:gd name="T70" fmla="*/ 2198 w 6663"/>
              <a:gd name="T71" fmla="*/ 2058 h 7103"/>
              <a:gd name="T72" fmla="*/ 1953 w 6663"/>
              <a:gd name="T73" fmla="*/ 3198 h 7103"/>
              <a:gd name="T74" fmla="*/ 1465 w 6663"/>
              <a:gd name="T75" fmla="*/ 3708 h 7103"/>
              <a:gd name="T76" fmla="*/ 2064 w 6663"/>
              <a:gd name="T77" fmla="*/ 4629 h 7103"/>
              <a:gd name="T78" fmla="*/ 2319 w 6663"/>
              <a:gd name="T79" fmla="*/ 4879 h 7103"/>
              <a:gd name="T80" fmla="*/ 1013 w 6663"/>
              <a:gd name="T81" fmla="*/ 4798 h 7103"/>
              <a:gd name="T82" fmla="*/ 896 w 6663"/>
              <a:gd name="T83" fmla="*/ 4893 h 7103"/>
              <a:gd name="T84" fmla="*/ 1392 w 6663"/>
              <a:gd name="T85" fmla="*/ 5302 h 7103"/>
              <a:gd name="T86" fmla="*/ 2257 w 6663"/>
              <a:gd name="T87" fmla="*/ 5305 h 7103"/>
              <a:gd name="T88" fmla="*/ 2452 w 6663"/>
              <a:gd name="T89" fmla="*/ 4962 h 7103"/>
              <a:gd name="T90" fmla="*/ 2417 w 6663"/>
              <a:gd name="T91" fmla="*/ 4700 h 7103"/>
              <a:gd name="T92" fmla="*/ 2829 w 6663"/>
              <a:gd name="T93" fmla="*/ 4847 h 7103"/>
              <a:gd name="T94" fmla="*/ 3224 w 6663"/>
              <a:gd name="T95" fmla="*/ 5123 h 7103"/>
              <a:gd name="T96" fmla="*/ 3754 w 6663"/>
              <a:gd name="T97" fmla="*/ 4980 h 7103"/>
              <a:gd name="T98" fmla="*/ 4267 w 6663"/>
              <a:gd name="T99" fmla="*/ 4700 h 7103"/>
              <a:gd name="T100" fmla="*/ 4327 w 6663"/>
              <a:gd name="T101" fmla="*/ 5123 h 7103"/>
              <a:gd name="T102" fmla="*/ 4719 w 6663"/>
              <a:gd name="T103" fmla="*/ 5415 h 7103"/>
              <a:gd name="T104" fmla="*/ 5302 w 6663"/>
              <a:gd name="T105" fmla="*/ 5282 h 7103"/>
              <a:gd name="T106" fmla="*/ 6155 w 6663"/>
              <a:gd name="T107" fmla="*/ 4663 h 7103"/>
              <a:gd name="T108" fmla="*/ 5676 w 6663"/>
              <a:gd name="T109" fmla="*/ 4797 h 7103"/>
              <a:gd name="T110" fmla="*/ 4471 w 6663"/>
              <a:gd name="T111" fmla="*/ 4869 h 7103"/>
              <a:gd name="T112" fmla="*/ 4614 w 6663"/>
              <a:gd name="T113" fmla="*/ 4458 h 7103"/>
              <a:gd name="T114" fmla="*/ 5141 w 6663"/>
              <a:gd name="T115" fmla="*/ 4240 h 7103"/>
              <a:gd name="T116" fmla="*/ 5192 w 6663"/>
              <a:gd name="T117" fmla="*/ 3657 h 7103"/>
              <a:gd name="T118" fmla="*/ 4485 w 6663"/>
              <a:gd name="T119" fmla="*/ 3193 h 7103"/>
              <a:gd name="T120" fmla="*/ 4154 w 6663"/>
              <a:gd name="T121" fmla="*/ 1725 h 7103"/>
              <a:gd name="T122" fmla="*/ 5540 w 6663"/>
              <a:gd name="T123" fmla="*/ 6068 h 7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663" h="7103">
                <a:moveTo>
                  <a:pt x="3819" y="477"/>
                </a:moveTo>
                <a:cubicBezTo>
                  <a:pt x="3806" y="475"/>
                  <a:pt x="3794" y="477"/>
                  <a:pt x="3783" y="481"/>
                </a:cubicBezTo>
                <a:cubicBezTo>
                  <a:pt x="3598" y="204"/>
                  <a:pt x="3409" y="33"/>
                  <a:pt x="3394" y="20"/>
                </a:cubicBezTo>
                <a:cubicBezTo>
                  <a:pt x="3378" y="6"/>
                  <a:pt x="3358" y="0"/>
                  <a:pt x="3339" y="2"/>
                </a:cubicBezTo>
                <a:cubicBezTo>
                  <a:pt x="3319" y="0"/>
                  <a:pt x="3299" y="6"/>
                  <a:pt x="3284" y="20"/>
                </a:cubicBezTo>
                <a:cubicBezTo>
                  <a:pt x="3268" y="33"/>
                  <a:pt x="3084" y="200"/>
                  <a:pt x="2901" y="471"/>
                </a:cubicBezTo>
                <a:cubicBezTo>
                  <a:pt x="2897" y="471"/>
                  <a:pt x="2893" y="470"/>
                  <a:pt x="2888" y="470"/>
                </a:cubicBezTo>
                <a:cubicBezTo>
                  <a:pt x="1242" y="689"/>
                  <a:pt x="0" y="2109"/>
                  <a:pt x="0" y="3772"/>
                </a:cubicBezTo>
                <a:cubicBezTo>
                  <a:pt x="0" y="4708"/>
                  <a:pt x="389" y="5554"/>
                  <a:pt x="1013" y="6160"/>
                </a:cubicBezTo>
                <a:cubicBezTo>
                  <a:pt x="1020" y="6184"/>
                  <a:pt x="1038" y="6201"/>
                  <a:pt x="1062" y="6207"/>
                </a:cubicBezTo>
                <a:cubicBezTo>
                  <a:pt x="1658" y="6762"/>
                  <a:pt x="2455" y="7103"/>
                  <a:pt x="3331" y="7103"/>
                </a:cubicBezTo>
                <a:cubicBezTo>
                  <a:pt x="4206" y="7103"/>
                  <a:pt x="5002" y="6764"/>
                  <a:pt x="5597" y="6211"/>
                </a:cubicBezTo>
                <a:lnTo>
                  <a:pt x="5612" y="6211"/>
                </a:lnTo>
                <a:cubicBezTo>
                  <a:pt x="5652" y="6211"/>
                  <a:pt x="5684" y="6179"/>
                  <a:pt x="5684" y="6139"/>
                </a:cubicBezTo>
                <a:cubicBezTo>
                  <a:pt x="5684" y="6136"/>
                  <a:pt x="5682" y="6133"/>
                  <a:pt x="5682" y="6130"/>
                </a:cubicBezTo>
                <a:cubicBezTo>
                  <a:pt x="6287" y="5526"/>
                  <a:pt x="6663" y="4692"/>
                  <a:pt x="6663" y="3772"/>
                </a:cubicBezTo>
                <a:cubicBezTo>
                  <a:pt x="6663" y="2131"/>
                  <a:pt x="5440" y="714"/>
                  <a:pt x="3819" y="477"/>
                </a:cubicBezTo>
                <a:close/>
                <a:moveTo>
                  <a:pt x="4344" y="3250"/>
                </a:moveTo>
                <a:cubicBezTo>
                  <a:pt x="4343" y="3254"/>
                  <a:pt x="4341" y="3259"/>
                  <a:pt x="4341" y="3264"/>
                </a:cubicBezTo>
                <a:cubicBezTo>
                  <a:pt x="4341" y="3304"/>
                  <a:pt x="4374" y="3336"/>
                  <a:pt x="4413" y="3336"/>
                </a:cubicBezTo>
                <a:lnTo>
                  <a:pt x="4626" y="3336"/>
                </a:lnTo>
                <a:lnTo>
                  <a:pt x="4626" y="4097"/>
                </a:lnTo>
                <a:lnTo>
                  <a:pt x="4608" y="4097"/>
                </a:lnTo>
                <a:cubicBezTo>
                  <a:pt x="4576" y="3861"/>
                  <a:pt x="4389" y="3674"/>
                  <a:pt x="4153" y="3642"/>
                </a:cubicBezTo>
                <a:lnTo>
                  <a:pt x="4153" y="1927"/>
                </a:lnTo>
                <a:lnTo>
                  <a:pt x="4341" y="2115"/>
                </a:lnTo>
                <a:lnTo>
                  <a:pt x="4341" y="3235"/>
                </a:lnTo>
                <a:cubicBezTo>
                  <a:pt x="4341" y="3240"/>
                  <a:pt x="4343" y="3245"/>
                  <a:pt x="4344" y="3250"/>
                </a:cubicBezTo>
                <a:close/>
                <a:moveTo>
                  <a:pt x="5069" y="4097"/>
                </a:moveTo>
                <a:lnTo>
                  <a:pt x="4769" y="4097"/>
                </a:lnTo>
                <a:lnTo>
                  <a:pt x="4769" y="3437"/>
                </a:lnTo>
                <a:lnTo>
                  <a:pt x="5069" y="3738"/>
                </a:lnTo>
                <a:lnTo>
                  <a:pt x="5069" y="4097"/>
                </a:lnTo>
                <a:close/>
                <a:moveTo>
                  <a:pt x="4329" y="4557"/>
                </a:moveTo>
                <a:cubicBezTo>
                  <a:pt x="4298" y="4530"/>
                  <a:pt x="4264" y="4508"/>
                  <a:pt x="4227" y="4491"/>
                </a:cubicBezTo>
                <a:lnTo>
                  <a:pt x="4471" y="4491"/>
                </a:lnTo>
                <a:lnTo>
                  <a:pt x="4471" y="4557"/>
                </a:lnTo>
                <a:lnTo>
                  <a:pt x="4329" y="4557"/>
                </a:lnTo>
                <a:close/>
                <a:moveTo>
                  <a:pt x="2972" y="4700"/>
                </a:moveTo>
                <a:lnTo>
                  <a:pt x="3056" y="4700"/>
                </a:lnTo>
                <a:cubicBezTo>
                  <a:pt x="3096" y="4700"/>
                  <a:pt x="3128" y="4668"/>
                  <a:pt x="3128" y="4629"/>
                </a:cubicBezTo>
                <a:lnTo>
                  <a:pt x="3128" y="4240"/>
                </a:lnTo>
                <a:lnTo>
                  <a:pt x="3550" y="4240"/>
                </a:lnTo>
                <a:lnTo>
                  <a:pt x="3550" y="4629"/>
                </a:lnTo>
                <a:cubicBezTo>
                  <a:pt x="3550" y="4668"/>
                  <a:pt x="3582" y="4700"/>
                  <a:pt x="3621" y="4700"/>
                </a:cubicBezTo>
                <a:lnTo>
                  <a:pt x="3677" y="4700"/>
                </a:lnTo>
                <a:cubicBezTo>
                  <a:pt x="3661" y="4735"/>
                  <a:pt x="3648" y="4772"/>
                  <a:pt x="3643" y="4812"/>
                </a:cubicBezTo>
                <a:cubicBezTo>
                  <a:pt x="3502" y="4774"/>
                  <a:pt x="3347" y="4816"/>
                  <a:pt x="3246" y="4915"/>
                </a:cubicBezTo>
                <a:cubicBezTo>
                  <a:pt x="3183" y="4822"/>
                  <a:pt x="3083" y="4757"/>
                  <a:pt x="2971" y="4738"/>
                </a:cubicBezTo>
                <a:cubicBezTo>
                  <a:pt x="2973" y="4727"/>
                  <a:pt x="2973" y="4717"/>
                  <a:pt x="2973" y="4706"/>
                </a:cubicBezTo>
                <a:cubicBezTo>
                  <a:pt x="2973" y="4704"/>
                  <a:pt x="2972" y="4702"/>
                  <a:pt x="2972" y="4700"/>
                </a:cubicBezTo>
                <a:close/>
                <a:moveTo>
                  <a:pt x="1608" y="4097"/>
                </a:moveTo>
                <a:lnTo>
                  <a:pt x="1608" y="3738"/>
                </a:lnTo>
                <a:lnTo>
                  <a:pt x="1908" y="3437"/>
                </a:lnTo>
                <a:lnTo>
                  <a:pt x="1908" y="4097"/>
                </a:lnTo>
                <a:lnTo>
                  <a:pt x="1608" y="4097"/>
                </a:lnTo>
                <a:close/>
                <a:moveTo>
                  <a:pt x="2052" y="3336"/>
                </a:moveTo>
                <a:lnTo>
                  <a:pt x="2264" y="3336"/>
                </a:lnTo>
                <a:cubicBezTo>
                  <a:pt x="2304" y="3336"/>
                  <a:pt x="2336" y="3304"/>
                  <a:pt x="2336" y="3264"/>
                </a:cubicBezTo>
                <a:cubicBezTo>
                  <a:pt x="2336" y="3259"/>
                  <a:pt x="2334" y="3254"/>
                  <a:pt x="2333" y="3250"/>
                </a:cubicBezTo>
                <a:cubicBezTo>
                  <a:pt x="2334" y="3245"/>
                  <a:pt x="2336" y="3240"/>
                  <a:pt x="2336" y="3235"/>
                </a:cubicBezTo>
                <a:lnTo>
                  <a:pt x="2336" y="2115"/>
                </a:lnTo>
                <a:lnTo>
                  <a:pt x="2524" y="1927"/>
                </a:lnTo>
                <a:lnTo>
                  <a:pt x="2524" y="3642"/>
                </a:lnTo>
                <a:cubicBezTo>
                  <a:pt x="2288" y="3674"/>
                  <a:pt x="2101" y="3861"/>
                  <a:pt x="2069" y="4097"/>
                </a:cubicBezTo>
                <a:lnTo>
                  <a:pt x="2052" y="4097"/>
                </a:lnTo>
                <a:lnTo>
                  <a:pt x="2052" y="3336"/>
                </a:lnTo>
                <a:close/>
                <a:moveTo>
                  <a:pt x="3001" y="584"/>
                </a:moveTo>
                <a:lnTo>
                  <a:pt x="3267" y="584"/>
                </a:lnTo>
                <a:lnTo>
                  <a:pt x="3267" y="1136"/>
                </a:lnTo>
                <a:cubicBezTo>
                  <a:pt x="3053" y="1174"/>
                  <a:pt x="2889" y="1361"/>
                  <a:pt x="2889" y="1586"/>
                </a:cubicBezTo>
                <a:cubicBezTo>
                  <a:pt x="2889" y="1610"/>
                  <a:pt x="2892" y="1633"/>
                  <a:pt x="2895" y="1656"/>
                </a:cubicBezTo>
                <a:lnTo>
                  <a:pt x="2668" y="1656"/>
                </a:lnTo>
                <a:lnTo>
                  <a:pt x="2668" y="1586"/>
                </a:lnTo>
                <a:cubicBezTo>
                  <a:pt x="2668" y="1195"/>
                  <a:pt x="2831" y="844"/>
                  <a:pt x="3001" y="584"/>
                </a:cubicBezTo>
                <a:close/>
                <a:moveTo>
                  <a:pt x="4010" y="1799"/>
                </a:moveTo>
                <a:lnTo>
                  <a:pt x="4010" y="3642"/>
                </a:lnTo>
                <a:cubicBezTo>
                  <a:pt x="3774" y="3674"/>
                  <a:pt x="3587" y="3861"/>
                  <a:pt x="3555" y="4097"/>
                </a:cubicBezTo>
                <a:lnTo>
                  <a:pt x="3418" y="4097"/>
                </a:lnTo>
                <a:lnTo>
                  <a:pt x="3418" y="2037"/>
                </a:lnTo>
                <a:cubicBezTo>
                  <a:pt x="3562" y="2014"/>
                  <a:pt x="3684" y="1924"/>
                  <a:pt x="3750" y="1799"/>
                </a:cubicBezTo>
                <a:lnTo>
                  <a:pt x="4010" y="1799"/>
                </a:lnTo>
                <a:lnTo>
                  <a:pt x="4010" y="1799"/>
                </a:lnTo>
                <a:close/>
                <a:moveTo>
                  <a:pt x="4471" y="4348"/>
                </a:moveTo>
                <a:lnTo>
                  <a:pt x="3693" y="4348"/>
                </a:lnTo>
                <a:lnTo>
                  <a:pt x="3693" y="4168"/>
                </a:lnTo>
                <a:cubicBezTo>
                  <a:pt x="3693" y="3954"/>
                  <a:pt x="3867" y="3780"/>
                  <a:pt x="4082" y="3780"/>
                </a:cubicBezTo>
                <a:cubicBezTo>
                  <a:pt x="4296" y="3780"/>
                  <a:pt x="4471" y="3954"/>
                  <a:pt x="4471" y="4168"/>
                </a:cubicBezTo>
                <a:lnTo>
                  <a:pt x="4471" y="4348"/>
                </a:lnTo>
                <a:close/>
                <a:moveTo>
                  <a:pt x="3123" y="4097"/>
                </a:moveTo>
                <a:cubicBezTo>
                  <a:pt x="3091" y="3861"/>
                  <a:pt x="2904" y="3674"/>
                  <a:pt x="2668" y="3642"/>
                </a:cubicBezTo>
                <a:lnTo>
                  <a:pt x="2668" y="1799"/>
                </a:lnTo>
                <a:lnTo>
                  <a:pt x="2942" y="1799"/>
                </a:lnTo>
                <a:cubicBezTo>
                  <a:pt x="3008" y="1924"/>
                  <a:pt x="3130" y="2014"/>
                  <a:pt x="3275" y="2037"/>
                </a:cubicBezTo>
                <a:lnTo>
                  <a:pt x="3275" y="4097"/>
                </a:lnTo>
                <a:lnTo>
                  <a:pt x="3123" y="4097"/>
                </a:lnTo>
                <a:lnTo>
                  <a:pt x="3123" y="4097"/>
                </a:lnTo>
                <a:close/>
                <a:moveTo>
                  <a:pt x="2207" y="4348"/>
                </a:moveTo>
                <a:lnTo>
                  <a:pt x="2207" y="4168"/>
                </a:lnTo>
                <a:cubicBezTo>
                  <a:pt x="2207" y="3954"/>
                  <a:pt x="2382" y="3780"/>
                  <a:pt x="2596" y="3780"/>
                </a:cubicBezTo>
                <a:cubicBezTo>
                  <a:pt x="2810" y="3780"/>
                  <a:pt x="2985" y="3954"/>
                  <a:pt x="2985" y="4168"/>
                </a:cubicBezTo>
                <a:lnTo>
                  <a:pt x="2985" y="4348"/>
                </a:lnTo>
                <a:lnTo>
                  <a:pt x="2207" y="4348"/>
                </a:lnTo>
                <a:close/>
                <a:moveTo>
                  <a:pt x="2207" y="4491"/>
                </a:moveTo>
                <a:lnTo>
                  <a:pt x="2349" y="4491"/>
                </a:lnTo>
                <a:cubicBezTo>
                  <a:pt x="2333" y="4512"/>
                  <a:pt x="2319" y="4533"/>
                  <a:pt x="2308" y="4557"/>
                </a:cubicBezTo>
                <a:lnTo>
                  <a:pt x="2207" y="4557"/>
                </a:lnTo>
                <a:lnTo>
                  <a:pt x="2207" y="4491"/>
                </a:lnTo>
                <a:lnTo>
                  <a:pt x="2207" y="4491"/>
                </a:lnTo>
                <a:close/>
                <a:moveTo>
                  <a:pt x="2623" y="4499"/>
                </a:moveTo>
                <a:cubicBezTo>
                  <a:pt x="2678" y="4499"/>
                  <a:pt x="2728" y="4522"/>
                  <a:pt x="2765" y="4557"/>
                </a:cubicBezTo>
                <a:lnTo>
                  <a:pt x="2480" y="4557"/>
                </a:lnTo>
                <a:cubicBezTo>
                  <a:pt x="2518" y="4522"/>
                  <a:pt x="2568" y="4499"/>
                  <a:pt x="2623" y="4499"/>
                </a:cubicBezTo>
                <a:close/>
                <a:moveTo>
                  <a:pt x="2897" y="4491"/>
                </a:moveTo>
                <a:lnTo>
                  <a:pt x="2985" y="4491"/>
                </a:lnTo>
                <a:lnTo>
                  <a:pt x="2985" y="4557"/>
                </a:lnTo>
                <a:lnTo>
                  <a:pt x="2938" y="4557"/>
                </a:lnTo>
                <a:cubicBezTo>
                  <a:pt x="2927" y="4533"/>
                  <a:pt x="2913" y="4512"/>
                  <a:pt x="2897" y="4491"/>
                </a:cubicBezTo>
                <a:close/>
                <a:moveTo>
                  <a:pt x="3693" y="4557"/>
                </a:moveTo>
                <a:lnTo>
                  <a:pt x="3693" y="4491"/>
                </a:lnTo>
                <a:lnTo>
                  <a:pt x="3885" y="4491"/>
                </a:lnTo>
                <a:cubicBezTo>
                  <a:pt x="3847" y="4508"/>
                  <a:pt x="3811" y="4530"/>
                  <a:pt x="3780" y="4557"/>
                </a:cubicBezTo>
                <a:lnTo>
                  <a:pt x="3693" y="4557"/>
                </a:lnTo>
                <a:close/>
                <a:moveTo>
                  <a:pt x="4010" y="1656"/>
                </a:moveTo>
                <a:lnTo>
                  <a:pt x="3797" y="1656"/>
                </a:lnTo>
                <a:cubicBezTo>
                  <a:pt x="3801" y="1633"/>
                  <a:pt x="3803" y="1610"/>
                  <a:pt x="3803" y="1586"/>
                </a:cubicBezTo>
                <a:cubicBezTo>
                  <a:pt x="3803" y="1356"/>
                  <a:pt x="3632" y="1166"/>
                  <a:pt x="3411" y="1134"/>
                </a:cubicBezTo>
                <a:lnTo>
                  <a:pt x="3411" y="584"/>
                </a:lnTo>
                <a:lnTo>
                  <a:pt x="3677" y="584"/>
                </a:lnTo>
                <a:cubicBezTo>
                  <a:pt x="3847" y="844"/>
                  <a:pt x="4010" y="1195"/>
                  <a:pt x="4010" y="1586"/>
                </a:cubicBezTo>
                <a:lnTo>
                  <a:pt x="4010" y="1656"/>
                </a:lnTo>
                <a:lnTo>
                  <a:pt x="4010" y="1656"/>
                </a:lnTo>
                <a:close/>
                <a:moveTo>
                  <a:pt x="3339" y="166"/>
                </a:moveTo>
                <a:cubicBezTo>
                  <a:pt x="3389" y="215"/>
                  <a:pt x="3478" y="310"/>
                  <a:pt x="3576" y="441"/>
                </a:cubicBezTo>
                <a:lnTo>
                  <a:pt x="3101" y="441"/>
                </a:lnTo>
                <a:cubicBezTo>
                  <a:pt x="3200" y="310"/>
                  <a:pt x="3289" y="215"/>
                  <a:pt x="3339" y="166"/>
                </a:cubicBezTo>
                <a:close/>
                <a:moveTo>
                  <a:pt x="5540" y="6068"/>
                </a:moveTo>
                <a:lnTo>
                  <a:pt x="1123" y="6068"/>
                </a:lnTo>
                <a:cubicBezTo>
                  <a:pt x="520" y="5487"/>
                  <a:pt x="144" y="4673"/>
                  <a:pt x="144" y="3772"/>
                </a:cubicBezTo>
                <a:cubicBezTo>
                  <a:pt x="144" y="2216"/>
                  <a:pt x="1280" y="883"/>
                  <a:pt x="2802" y="629"/>
                </a:cubicBezTo>
                <a:cubicBezTo>
                  <a:pt x="2652" y="890"/>
                  <a:pt x="2524" y="1219"/>
                  <a:pt x="2524" y="1586"/>
                </a:cubicBezTo>
                <a:lnTo>
                  <a:pt x="2524" y="1725"/>
                </a:lnTo>
                <a:lnTo>
                  <a:pt x="2214" y="2035"/>
                </a:lnTo>
                <a:cubicBezTo>
                  <a:pt x="2207" y="2042"/>
                  <a:pt x="2202" y="2050"/>
                  <a:pt x="2198" y="2058"/>
                </a:cubicBezTo>
                <a:cubicBezTo>
                  <a:pt x="2195" y="2067"/>
                  <a:pt x="2193" y="2076"/>
                  <a:pt x="2193" y="2086"/>
                </a:cubicBezTo>
                <a:lnTo>
                  <a:pt x="2193" y="3193"/>
                </a:lnTo>
                <a:lnTo>
                  <a:pt x="1980" y="3193"/>
                </a:lnTo>
                <a:cubicBezTo>
                  <a:pt x="1971" y="3193"/>
                  <a:pt x="1962" y="3195"/>
                  <a:pt x="1953" y="3198"/>
                </a:cubicBezTo>
                <a:cubicBezTo>
                  <a:pt x="1944" y="3202"/>
                  <a:pt x="1936" y="3207"/>
                  <a:pt x="1930" y="3214"/>
                </a:cubicBezTo>
                <a:lnTo>
                  <a:pt x="1486" y="3657"/>
                </a:lnTo>
                <a:cubicBezTo>
                  <a:pt x="1479" y="3664"/>
                  <a:pt x="1474" y="3672"/>
                  <a:pt x="1471" y="3681"/>
                </a:cubicBezTo>
                <a:cubicBezTo>
                  <a:pt x="1467" y="3689"/>
                  <a:pt x="1465" y="3699"/>
                  <a:pt x="1465" y="3708"/>
                </a:cubicBezTo>
                <a:lnTo>
                  <a:pt x="1465" y="4168"/>
                </a:lnTo>
                <a:cubicBezTo>
                  <a:pt x="1465" y="4208"/>
                  <a:pt x="1497" y="4240"/>
                  <a:pt x="1537" y="4240"/>
                </a:cubicBezTo>
                <a:lnTo>
                  <a:pt x="2064" y="4240"/>
                </a:lnTo>
                <a:lnTo>
                  <a:pt x="2064" y="4629"/>
                </a:lnTo>
                <a:cubicBezTo>
                  <a:pt x="2064" y="4668"/>
                  <a:pt x="2096" y="4700"/>
                  <a:pt x="2136" y="4700"/>
                </a:cubicBezTo>
                <a:lnTo>
                  <a:pt x="2273" y="4700"/>
                </a:lnTo>
                <a:cubicBezTo>
                  <a:pt x="2273" y="4702"/>
                  <a:pt x="2273" y="4704"/>
                  <a:pt x="2273" y="4706"/>
                </a:cubicBezTo>
                <a:cubicBezTo>
                  <a:pt x="2273" y="4767"/>
                  <a:pt x="2289" y="4826"/>
                  <a:pt x="2319" y="4879"/>
                </a:cubicBezTo>
                <a:cubicBezTo>
                  <a:pt x="2240" y="4944"/>
                  <a:pt x="2194" y="5040"/>
                  <a:pt x="2193" y="5145"/>
                </a:cubicBezTo>
                <a:cubicBezTo>
                  <a:pt x="2074" y="5131"/>
                  <a:pt x="1957" y="5159"/>
                  <a:pt x="1858" y="5222"/>
                </a:cubicBezTo>
                <a:cubicBezTo>
                  <a:pt x="1747" y="5151"/>
                  <a:pt x="1611" y="5125"/>
                  <a:pt x="1480" y="5151"/>
                </a:cubicBezTo>
                <a:cubicBezTo>
                  <a:pt x="1413" y="4950"/>
                  <a:pt x="1229" y="4808"/>
                  <a:pt x="1013" y="4798"/>
                </a:cubicBezTo>
                <a:cubicBezTo>
                  <a:pt x="930" y="4613"/>
                  <a:pt x="746" y="4492"/>
                  <a:pt x="540" y="4492"/>
                </a:cubicBezTo>
                <a:cubicBezTo>
                  <a:pt x="500" y="4492"/>
                  <a:pt x="468" y="4524"/>
                  <a:pt x="468" y="4564"/>
                </a:cubicBezTo>
                <a:cubicBezTo>
                  <a:pt x="468" y="4604"/>
                  <a:pt x="500" y="4636"/>
                  <a:pt x="540" y="4636"/>
                </a:cubicBezTo>
                <a:cubicBezTo>
                  <a:pt x="702" y="4636"/>
                  <a:pt x="845" y="4739"/>
                  <a:pt x="896" y="4893"/>
                </a:cubicBezTo>
                <a:cubicBezTo>
                  <a:pt x="907" y="4923"/>
                  <a:pt x="936" y="4943"/>
                  <a:pt x="968" y="4942"/>
                </a:cubicBezTo>
                <a:lnTo>
                  <a:pt x="988" y="4941"/>
                </a:lnTo>
                <a:cubicBezTo>
                  <a:pt x="1171" y="4941"/>
                  <a:pt x="1326" y="5072"/>
                  <a:pt x="1358" y="5252"/>
                </a:cubicBezTo>
                <a:cubicBezTo>
                  <a:pt x="1361" y="5273"/>
                  <a:pt x="1374" y="5291"/>
                  <a:pt x="1392" y="5302"/>
                </a:cubicBezTo>
                <a:cubicBezTo>
                  <a:pt x="1410" y="5312"/>
                  <a:pt x="1432" y="5315"/>
                  <a:pt x="1452" y="5307"/>
                </a:cubicBezTo>
                <a:cubicBezTo>
                  <a:pt x="1577" y="5262"/>
                  <a:pt x="1712" y="5286"/>
                  <a:pt x="1813" y="5366"/>
                </a:cubicBezTo>
                <a:cubicBezTo>
                  <a:pt x="1839" y="5387"/>
                  <a:pt x="1876" y="5387"/>
                  <a:pt x="1902" y="5366"/>
                </a:cubicBezTo>
                <a:cubicBezTo>
                  <a:pt x="2002" y="5287"/>
                  <a:pt x="2134" y="5263"/>
                  <a:pt x="2257" y="5305"/>
                </a:cubicBezTo>
                <a:cubicBezTo>
                  <a:pt x="2282" y="5314"/>
                  <a:pt x="2311" y="5307"/>
                  <a:pt x="2330" y="5288"/>
                </a:cubicBezTo>
                <a:cubicBezTo>
                  <a:pt x="2350" y="5268"/>
                  <a:pt x="2356" y="5240"/>
                  <a:pt x="2347" y="5214"/>
                </a:cubicBezTo>
                <a:cubicBezTo>
                  <a:pt x="2340" y="5192"/>
                  <a:pt x="2336" y="5170"/>
                  <a:pt x="2336" y="5147"/>
                </a:cubicBezTo>
                <a:cubicBezTo>
                  <a:pt x="2336" y="5068"/>
                  <a:pt x="2381" y="4997"/>
                  <a:pt x="2452" y="4962"/>
                </a:cubicBezTo>
                <a:cubicBezTo>
                  <a:pt x="2473" y="4951"/>
                  <a:pt x="2488" y="4932"/>
                  <a:pt x="2492" y="4910"/>
                </a:cubicBezTo>
                <a:cubicBezTo>
                  <a:pt x="2496" y="4887"/>
                  <a:pt x="2489" y="4864"/>
                  <a:pt x="2473" y="4848"/>
                </a:cubicBezTo>
                <a:cubicBezTo>
                  <a:pt x="2436" y="4809"/>
                  <a:pt x="2416" y="4759"/>
                  <a:pt x="2416" y="4706"/>
                </a:cubicBezTo>
                <a:cubicBezTo>
                  <a:pt x="2416" y="4704"/>
                  <a:pt x="2417" y="4702"/>
                  <a:pt x="2417" y="4700"/>
                </a:cubicBezTo>
                <a:lnTo>
                  <a:pt x="2829" y="4700"/>
                </a:lnTo>
                <a:cubicBezTo>
                  <a:pt x="2829" y="4702"/>
                  <a:pt x="2830" y="4704"/>
                  <a:pt x="2830" y="4706"/>
                </a:cubicBezTo>
                <a:cubicBezTo>
                  <a:pt x="2830" y="4731"/>
                  <a:pt x="2825" y="4755"/>
                  <a:pt x="2816" y="4779"/>
                </a:cubicBezTo>
                <a:cubicBezTo>
                  <a:pt x="2808" y="4802"/>
                  <a:pt x="2814" y="4827"/>
                  <a:pt x="2829" y="4847"/>
                </a:cubicBezTo>
                <a:cubicBezTo>
                  <a:pt x="2843" y="4866"/>
                  <a:pt x="2869" y="4877"/>
                  <a:pt x="2894" y="4875"/>
                </a:cubicBezTo>
                <a:lnTo>
                  <a:pt x="2901" y="4875"/>
                </a:lnTo>
                <a:cubicBezTo>
                  <a:pt x="3022" y="4875"/>
                  <a:pt x="3130" y="4956"/>
                  <a:pt x="3163" y="5072"/>
                </a:cubicBezTo>
                <a:cubicBezTo>
                  <a:pt x="3171" y="5100"/>
                  <a:pt x="3195" y="5120"/>
                  <a:pt x="3224" y="5123"/>
                </a:cubicBezTo>
                <a:cubicBezTo>
                  <a:pt x="3253" y="5126"/>
                  <a:pt x="3281" y="5111"/>
                  <a:pt x="3295" y="5085"/>
                </a:cubicBezTo>
                <a:cubicBezTo>
                  <a:pt x="3343" y="4996"/>
                  <a:pt x="3435" y="4941"/>
                  <a:pt x="3536" y="4941"/>
                </a:cubicBezTo>
                <a:cubicBezTo>
                  <a:pt x="3585" y="4941"/>
                  <a:pt x="3634" y="4954"/>
                  <a:pt x="3677" y="4981"/>
                </a:cubicBezTo>
                <a:cubicBezTo>
                  <a:pt x="3701" y="4995"/>
                  <a:pt x="3731" y="4995"/>
                  <a:pt x="3754" y="4980"/>
                </a:cubicBezTo>
                <a:cubicBezTo>
                  <a:pt x="3777" y="4964"/>
                  <a:pt x="3790" y="4937"/>
                  <a:pt x="3786" y="4909"/>
                </a:cubicBezTo>
                <a:cubicBezTo>
                  <a:pt x="3784" y="4896"/>
                  <a:pt x="3782" y="4883"/>
                  <a:pt x="3782" y="4869"/>
                </a:cubicBezTo>
                <a:cubicBezTo>
                  <a:pt x="3782" y="4805"/>
                  <a:pt x="3805" y="4747"/>
                  <a:pt x="3842" y="4700"/>
                </a:cubicBezTo>
                <a:lnTo>
                  <a:pt x="4267" y="4700"/>
                </a:lnTo>
                <a:cubicBezTo>
                  <a:pt x="4304" y="4747"/>
                  <a:pt x="4327" y="4805"/>
                  <a:pt x="4327" y="4869"/>
                </a:cubicBezTo>
                <a:cubicBezTo>
                  <a:pt x="4327" y="4921"/>
                  <a:pt x="4312" y="4971"/>
                  <a:pt x="4285" y="5015"/>
                </a:cubicBezTo>
                <a:cubicBezTo>
                  <a:pt x="4272" y="5034"/>
                  <a:pt x="4270" y="5058"/>
                  <a:pt x="4278" y="5079"/>
                </a:cubicBezTo>
                <a:cubicBezTo>
                  <a:pt x="4287" y="5101"/>
                  <a:pt x="4305" y="5117"/>
                  <a:pt x="4327" y="5123"/>
                </a:cubicBezTo>
                <a:cubicBezTo>
                  <a:pt x="4457" y="5156"/>
                  <a:pt x="4561" y="5257"/>
                  <a:pt x="4596" y="5387"/>
                </a:cubicBezTo>
                <a:cubicBezTo>
                  <a:pt x="4603" y="5412"/>
                  <a:pt x="4624" y="5432"/>
                  <a:pt x="4649" y="5437"/>
                </a:cubicBezTo>
                <a:cubicBezTo>
                  <a:pt x="4655" y="5439"/>
                  <a:pt x="4660" y="5439"/>
                  <a:pt x="4665" y="5439"/>
                </a:cubicBezTo>
                <a:cubicBezTo>
                  <a:pt x="4686" y="5439"/>
                  <a:pt x="4706" y="5431"/>
                  <a:pt x="4719" y="5415"/>
                </a:cubicBezTo>
                <a:cubicBezTo>
                  <a:pt x="4791" y="5332"/>
                  <a:pt x="4895" y="5285"/>
                  <a:pt x="5003" y="5285"/>
                </a:cubicBezTo>
                <a:cubicBezTo>
                  <a:pt x="5070" y="5285"/>
                  <a:pt x="5136" y="5303"/>
                  <a:pt x="5194" y="5338"/>
                </a:cubicBezTo>
                <a:cubicBezTo>
                  <a:pt x="5216" y="5350"/>
                  <a:pt x="5242" y="5351"/>
                  <a:pt x="5264" y="5340"/>
                </a:cubicBezTo>
                <a:cubicBezTo>
                  <a:pt x="5286" y="5328"/>
                  <a:pt x="5300" y="5307"/>
                  <a:pt x="5302" y="5282"/>
                </a:cubicBezTo>
                <a:cubicBezTo>
                  <a:pt x="5320" y="5087"/>
                  <a:pt x="5481" y="4940"/>
                  <a:pt x="5677" y="4940"/>
                </a:cubicBezTo>
                <a:cubicBezTo>
                  <a:pt x="5694" y="4940"/>
                  <a:pt x="5712" y="4942"/>
                  <a:pt x="5729" y="4945"/>
                </a:cubicBezTo>
                <a:cubicBezTo>
                  <a:pt x="5762" y="4949"/>
                  <a:pt x="5793" y="4931"/>
                  <a:pt x="5806" y="4900"/>
                </a:cubicBezTo>
                <a:cubicBezTo>
                  <a:pt x="5863" y="4756"/>
                  <a:pt x="6000" y="4663"/>
                  <a:pt x="6155" y="4663"/>
                </a:cubicBezTo>
                <a:cubicBezTo>
                  <a:pt x="6194" y="4663"/>
                  <a:pt x="6226" y="4630"/>
                  <a:pt x="6226" y="4591"/>
                </a:cubicBezTo>
                <a:cubicBezTo>
                  <a:pt x="6226" y="4551"/>
                  <a:pt x="6194" y="4519"/>
                  <a:pt x="6155" y="4519"/>
                </a:cubicBezTo>
                <a:cubicBezTo>
                  <a:pt x="5959" y="4519"/>
                  <a:pt x="5784" y="4627"/>
                  <a:pt x="5695" y="4798"/>
                </a:cubicBezTo>
                <a:cubicBezTo>
                  <a:pt x="5689" y="4797"/>
                  <a:pt x="5683" y="4797"/>
                  <a:pt x="5676" y="4797"/>
                </a:cubicBezTo>
                <a:cubicBezTo>
                  <a:pt x="5440" y="4797"/>
                  <a:pt x="5240" y="4953"/>
                  <a:pt x="5178" y="5172"/>
                </a:cubicBezTo>
                <a:cubicBezTo>
                  <a:pt x="5016" y="5114"/>
                  <a:pt x="4829" y="5143"/>
                  <a:pt x="4693" y="5244"/>
                </a:cubicBezTo>
                <a:cubicBezTo>
                  <a:pt x="4639" y="5142"/>
                  <a:pt x="4551" y="5060"/>
                  <a:pt x="4445" y="5012"/>
                </a:cubicBezTo>
                <a:cubicBezTo>
                  <a:pt x="4462" y="4966"/>
                  <a:pt x="4471" y="4918"/>
                  <a:pt x="4471" y="4869"/>
                </a:cubicBezTo>
                <a:cubicBezTo>
                  <a:pt x="4471" y="4809"/>
                  <a:pt x="4457" y="4752"/>
                  <a:pt x="4434" y="4700"/>
                </a:cubicBezTo>
                <a:lnTo>
                  <a:pt x="4542" y="4700"/>
                </a:lnTo>
                <a:cubicBezTo>
                  <a:pt x="4582" y="4700"/>
                  <a:pt x="4614" y="4668"/>
                  <a:pt x="4614" y="4629"/>
                </a:cubicBezTo>
                <a:lnTo>
                  <a:pt x="4614" y="4458"/>
                </a:lnTo>
                <a:cubicBezTo>
                  <a:pt x="4621" y="4447"/>
                  <a:pt x="4627" y="4434"/>
                  <a:pt x="4627" y="4419"/>
                </a:cubicBezTo>
                <a:cubicBezTo>
                  <a:pt x="4627" y="4405"/>
                  <a:pt x="4622" y="4392"/>
                  <a:pt x="4614" y="4380"/>
                </a:cubicBezTo>
                <a:lnTo>
                  <a:pt x="4614" y="4240"/>
                </a:lnTo>
                <a:lnTo>
                  <a:pt x="5141" y="4240"/>
                </a:lnTo>
                <a:cubicBezTo>
                  <a:pt x="5181" y="4240"/>
                  <a:pt x="5213" y="4208"/>
                  <a:pt x="5213" y="4168"/>
                </a:cubicBezTo>
                <a:lnTo>
                  <a:pt x="5213" y="3708"/>
                </a:lnTo>
                <a:cubicBezTo>
                  <a:pt x="5213" y="3699"/>
                  <a:pt x="5211" y="3689"/>
                  <a:pt x="5207" y="3681"/>
                </a:cubicBezTo>
                <a:cubicBezTo>
                  <a:pt x="5204" y="3672"/>
                  <a:pt x="5198" y="3664"/>
                  <a:pt x="5192" y="3657"/>
                </a:cubicBezTo>
                <a:lnTo>
                  <a:pt x="4748" y="3214"/>
                </a:lnTo>
                <a:cubicBezTo>
                  <a:pt x="4742" y="3207"/>
                  <a:pt x="4734" y="3202"/>
                  <a:pt x="4725" y="3198"/>
                </a:cubicBezTo>
                <a:cubicBezTo>
                  <a:pt x="4716" y="3195"/>
                  <a:pt x="4707" y="3193"/>
                  <a:pt x="4697" y="3193"/>
                </a:cubicBezTo>
                <a:lnTo>
                  <a:pt x="4485" y="3193"/>
                </a:lnTo>
                <a:lnTo>
                  <a:pt x="4485" y="2086"/>
                </a:lnTo>
                <a:cubicBezTo>
                  <a:pt x="4485" y="2076"/>
                  <a:pt x="4483" y="2067"/>
                  <a:pt x="4479" y="2058"/>
                </a:cubicBezTo>
                <a:cubicBezTo>
                  <a:pt x="4476" y="2050"/>
                  <a:pt x="4470" y="2042"/>
                  <a:pt x="4464" y="2035"/>
                </a:cubicBezTo>
                <a:lnTo>
                  <a:pt x="4154" y="1725"/>
                </a:lnTo>
                <a:lnTo>
                  <a:pt x="4154" y="1586"/>
                </a:lnTo>
                <a:cubicBezTo>
                  <a:pt x="4154" y="1220"/>
                  <a:pt x="4027" y="892"/>
                  <a:pt x="3877" y="632"/>
                </a:cubicBezTo>
                <a:cubicBezTo>
                  <a:pt x="5389" y="893"/>
                  <a:pt x="6519" y="2228"/>
                  <a:pt x="6519" y="3772"/>
                </a:cubicBezTo>
                <a:cubicBezTo>
                  <a:pt x="6519" y="4673"/>
                  <a:pt x="6143" y="5487"/>
                  <a:pt x="5540" y="6068"/>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a:p>
        </p:txBody>
      </p:sp>
      <p:sp>
        <p:nvSpPr>
          <p:cNvPr id="12" name="rocket-ship-outline-in-launching-position_28736">
            <a:extLst>
              <a:ext uri="{FF2B5EF4-FFF2-40B4-BE49-F238E27FC236}">
                <a16:creationId xmlns="" xmlns:p14="http://schemas.microsoft.com/office/powerpoint/2010/main" xmlns:p15="http://schemas.microsoft.com/office/powerpoint/2012/main" xmlns:a16="http://schemas.microsoft.com/office/drawing/2014/main" id="{6DF6E311-1DA5-4B93-B18F-32562B38DF81}"/>
              </a:ext>
            </a:extLst>
          </p:cNvPr>
          <p:cNvSpPr>
            <a:spLocks noChangeAspect="1"/>
          </p:cNvSpPr>
          <p:nvPr/>
        </p:nvSpPr>
        <p:spPr bwMode="auto">
          <a:xfrm>
            <a:off x="3927354" y="1094092"/>
            <a:ext cx="783382" cy="833765"/>
          </a:xfrm>
          <a:custGeom>
            <a:avLst/>
            <a:gdLst>
              <a:gd name="T0" fmla="*/ 3339 w 6663"/>
              <a:gd name="T1" fmla="*/ 2 h 7103"/>
              <a:gd name="T2" fmla="*/ 0 w 6663"/>
              <a:gd name="T3" fmla="*/ 3772 h 7103"/>
              <a:gd name="T4" fmla="*/ 5597 w 6663"/>
              <a:gd name="T5" fmla="*/ 6211 h 7103"/>
              <a:gd name="T6" fmla="*/ 6663 w 6663"/>
              <a:gd name="T7" fmla="*/ 3772 h 7103"/>
              <a:gd name="T8" fmla="*/ 4413 w 6663"/>
              <a:gd name="T9" fmla="*/ 3336 h 7103"/>
              <a:gd name="T10" fmla="*/ 4153 w 6663"/>
              <a:gd name="T11" fmla="*/ 3642 h 7103"/>
              <a:gd name="T12" fmla="*/ 4344 w 6663"/>
              <a:gd name="T13" fmla="*/ 3250 h 7103"/>
              <a:gd name="T14" fmla="*/ 5069 w 6663"/>
              <a:gd name="T15" fmla="*/ 3738 h 7103"/>
              <a:gd name="T16" fmla="*/ 4471 w 6663"/>
              <a:gd name="T17" fmla="*/ 4491 h 7103"/>
              <a:gd name="T18" fmla="*/ 3056 w 6663"/>
              <a:gd name="T19" fmla="*/ 4700 h 7103"/>
              <a:gd name="T20" fmla="*/ 3550 w 6663"/>
              <a:gd name="T21" fmla="*/ 4629 h 7103"/>
              <a:gd name="T22" fmla="*/ 3246 w 6663"/>
              <a:gd name="T23" fmla="*/ 4915 h 7103"/>
              <a:gd name="T24" fmla="*/ 1608 w 6663"/>
              <a:gd name="T25" fmla="*/ 4097 h 7103"/>
              <a:gd name="T26" fmla="*/ 1608 w 6663"/>
              <a:gd name="T27" fmla="*/ 4097 h 7103"/>
              <a:gd name="T28" fmla="*/ 2333 w 6663"/>
              <a:gd name="T29" fmla="*/ 3250 h 7103"/>
              <a:gd name="T30" fmla="*/ 2524 w 6663"/>
              <a:gd name="T31" fmla="*/ 3642 h 7103"/>
              <a:gd name="T32" fmla="*/ 3001 w 6663"/>
              <a:gd name="T33" fmla="*/ 584 h 7103"/>
              <a:gd name="T34" fmla="*/ 2895 w 6663"/>
              <a:gd name="T35" fmla="*/ 1656 h 7103"/>
              <a:gd name="T36" fmla="*/ 4010 w 6663"/>
              <a:gd name="T37" fmla="*/ 1799 h 7103"/>
              <a:gd name="T38" fmla="*/ 3418 w 6663"/>
              <a:gd name="T39" fmla="*/ 2037 h 7103"/>
              <a:gd name="T40" fmla="*/ 4471 w 6663"/>
              <a:gd name="T41" fmla="*/ 4348 h 7103"/>
              <a:gd name="T42" fmla="*/ 4471 w 6663"/>
              <a:gd name="T43" fmla="*/ 4168 h 7103"/>
              <a:gd name="T44" fmla="*/ 2668 w 6663"/>
              <a:gd name="T45" fmla="*/ 1799 h 7103"/>
              <a:gd name="T46" fmla="*/ 3123 w 6663"/>
              <a:gd name="T47" fmla="*/ 4097 h 7103"/>
              <a:gd name="T48" fmla="*/ 2596 w 6663"/>
              <a:gd name="T49" fmla="*/ 3780 h 7103"/>
              <a:gd name="T50" fmla="*/ 2207 w 6663"/>
              <a:gd name="T51" fmla="*/ 4491 h 7103"/>
              <a:gd name="T52" fmla="*/ 2207 w 6663"/>
              <a:gd name="T53" fmla="*/ 4491 h 7103"/>
              <a:gd name="T54" fmla="*/ 2480 w 6663"/>
              <a:gd name="T55" fmla="*/ 4557 h 7103"/>
              <a:gd name="T56" fmla="*/ 2985 w 6663"/>
              <a:gd name="T57" fmla="*/ 4557 h 7103"/>
              <a:gd name="T58" fmla="*/ 3693 w 6663"/>
              <a:gd name="T59" fmla="*/ 4491 h 7103"/>
              <a:gd name="T60" fmla="*/ 4010 w 6663"/>
              <a:gd name="T61" fmla="*/ 1656 h 7103"/>
              <a:gd name="T62" fmla="*/ 3411 w 6663"/>
              <a:gd name="T63" fmla="*/ 584 h 7103"/>
              <a:gd name="T64" fmla="*/ 4010 w 6663"/>
              <a:gd name="T65" fmla="*/ 1656 h 7103"/>
              <a:gd name="T66" fmla="*/ 3339 w 6663"/>
              <a:gd name="T67" fmla="*/ 166 h 7103"/>
              <a:gd name="T68" fmla="*/ 2802 w 6663"/>
              <a:gd name="T69" fmla="*/ 629 h 7103"/>
              <a:gd name="T70" fmla="*/ 2198 w 6663"/>
              <a:gd name="T71" fmla="*/ 2058 h 7103"/>
              <a:gd name="T72" fmla="*/ 1953 w 6663"/>
              <a:gd name="T73" fmla="*/ 3198 h 7103"/>
              <a:gd name="T74" fmla="*/ 1465 w 6663"/>
              <a:gd name="T75" fmla="*/ 3708 h 7103"/>
              <a:gd name="T76" fmla="*/ 2064 w 6663"/>
              <a:gd name="T77" fmla="*/ 4629 h 7103"/>
              <a:gd name="T78" fmla="*/ 2319 w 6663"/>
              <a:gd name="T79" fmla="*/ 4879 h 7103"/>
              <a:gd name="T80" fmla="*/ 1013 w 6663"/>
              <a:gd name="T81" fmla="*/ 4798 h 7103"/>
              <a:gd name="T82" fmla="*/ 896 w 6663"/>
              <a:gd name="T83" fmla="*/ 4893 h 7103"/>
              <a:gd name="T84" fmla="*/ 1392 w 6663"/>
              <a:gd name="T85" fmla="*/ 5302 h 7103"/>
              <a:gd name="T86" fmla="*/ 2257 w 6663"/>
              <a:gd name="T87" fmla="*/ 5305 h 7103"/>
              <a:gd name="T88" fmla="*/ 2452 w 6663"/>
              <a:gd name="T89" fmla="*/ 4962 h 7103"/>
              <a:gd name="T90" fmla="*/ 2417 w 6663"/>
              <a:gd name="T91" fmla="*/ 4700 h 7103"/>
              <a:gd name="T92" fmla="*/ 2829 w 6663"/>
              <a:gd name="T93" fmla="*/ 4847 h 7103"/>
              <a:gd name="T94" fmla="*/ 3224 w 6663"/>
              <a:gd name="T95" fmla="*/ 5123 h 7103"/>
              <a:gd name="T96" fmla="*/ 3754 w 6663"/>
              <a:gd name="T97" fmla="*/ 4980 h 7103"/>
              <a:gd name="T98" fmla="*/ 4267 w 6663"/>
              <a:gd name="T99" fmla="*/ 4700 h 7103"/>
              <a:gd name="T100" fmla="*/ 4327 w 6663"/>
              <a:gd name="T101" fmla="*/ 5123 h 7103"/>
              <a:gd name="T102" fmla="*/ 4719 w 6663"/>
              <a:gd name="T103" fmla="*/ 5415 h 7103"/>
              <a:gd name="T104" fmla="*/ 5302 w 6663"/>
              <a:gd name="T105" fmla="*/ 5282 h 7103"/>
              <a:gd name="T106" fmla="*/ 6155 w 6663"/>
              <a:gd name="T107" fmla="*/ 4663 h 7103"/>
              <a:gd name="T108" fmla="*/ 5676 w 6663"/>
              <a:gd name="T109" fmla="*/ 4797 h 7103"/>
              <a:gd name="T110" fmla="*/ 4471 w 6663"/>
              <a:gd name="T111" fmla="*/ 4869 h 7103"/>
              <a:gd name="T112" fmla="*/ 4614 w 6663"/>
              <a:gd name="T113" fmla="*/ 4458 h 7103"/>
              <a:gd name="T114" fmla="*/ 5141 w 6663"/>
              <a:gd name="T115" fmla="*/ 4240 h 7103"/>
              <a:gd name="T116" fmla="*/ 5192 w 6663"/>
              <a:gd name="T117" fmla="*/ 3657 h 7103"/>
              <a:gd name="T118" fmla="*/ 4485 w 6663"/>
              <a:gd name="T119" fmla="*/ 3193 h 7103"/>
              <a:gd name="T120" fmla="*/ 4154 w 6663"/>
              <a:gd name="T121" fmla="*/ 1725 h 7103"/>
              <a:gd name="T122" fmla="*/ 5540 w 6663"/>
              <a:gd name="T123" fmla="*/ 6068 h 7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663" h="7103">
                <a:moveTo>
                  <a:pt x="3819" y="477"/>
                </a:moveTo>
                <a:cubicBezTo>
                  <a:pt x="3806" y="475"/>
                  <a:pt x="3794" y="477"/>
                  <a:pt x="3783" y="481"/>
                </a:cubicBezTo>
                <a:cubicBezTo>
                  <a:pt x="3598" y="204"/>
                  <a:pt x="3409" y="33"/>
                  <a:pt x="3394" y="20"/>
                </a:cubicBezTo>
                <a:cubicBezTo>
                  <a:pt x="3378" y="6"/>
                  <a:pt x="3358" y="0"/>
                  <a:pt x="3339" y="2"/>
                </a:cubicBezTo>
                <a:cubicBezTo>
                  <a:pt x="3319" y="0"/>
                  <a:pt x="3299" y="6"/>
                  <a:pt x="3284" y="20"/>
                </a:cubicBezTo>
                <a:cubicBezTo>
                  <a:pt x="3268" y="33"/>
                  <a:pt x="3084" y="200"/>
                  <a:pt x="2901" y="471"/>
                </a:cubicBezTo>
                <a:cubicBezTo>
                  <a:pt x="2897" y="471"/>
                  <a:pt x="2893" y="470"/>
                  <a:pt x="2888" y="470"/>
                </a:cubicBezTo>
                <a:cubicBezTo>
                  <a:pt x="1242" y="689"/>
                  <a:pt x="0" y="2109"/>
                  <a:pt x="0" y="3772"/>
                </a:cubicBezTo>
                <a:cubicBezTo>
                  <a:pt x="0" y="4708"/>
                  <a:pt x="389" y="5554"/>
                  <a:pt x="1013" y="6160"/>
                </a:cubicBezTo>
                <a:cubicBezTo>
                  <a:pt x="1020" y="6184"/>
                  <a:pt x="1038" y="6201"/>
                  <a:pt x="1062" y="6207"/>
                </a:cubicBezTo>
                <a:cubicBezTo>
                  <a:pt x="1658" y="6762"/>
                  <a:pt x="2455" y="7103"/>
                  <a:pt x="3331" y="7103"/>
                </a:cubicBezTo>
                <a:cubicBezTo>
                  <a:pt x="4206" y="7103"/>
                  <a:pt x="5002" y="6764"/>
                  <a:pt x="5597" y="6211"/>
                </a:cubicBezTo>
                <a:lnTo>
                  <a:pt x="5612" y="6211"/>
                </a:lnTo>
                <a:cubicBezTo>
                  <a:pt x="5652" y="6211"/>
                  <a:pt x="5684" y="6179"/>
                  <a:pt x="5684" y="6139"/>
                </a:cubicBezTo>
                <a:cubicBezTo>
                  <a:pt x="5684" y="6136"/>
                  <a:pt x="5682" y="6133"/>
                  <a:pt x="5682" y="6130"/>
                </a:cubicBezTo>
                <a:cubicBezTo>
                  <a:pt x="6287" y="5526"/>
                  <a:pt x="6663" y="4692"/>
                  <a:pt x="6663" y="3772"/>
                </a:cubicBezTo>
                <a:cubicBezTo>
                  <a:pt x="6663" y="2131"/>
                  <a:pt x="5440" y="714"/>
                  <a:pt x="3819" y="477"/>
                </a:cubicBezTo>
                <a:close/>
                <a:moveTo>
                  <a:pt x="4344" y="3250"/>
                </a:moveTo>
                <a:cubicBezTo>
                  <a:pt x="4343" y="3254"/>
                  <a:pt x="4341" y="3259"/>
                  <a:pt x="4341" y="3264"/>
                </a:cubicBezTo>
                <a:cubicBezTo>
                  <a:pt x="4341" y="3304"/>
                  <a:pt x="4374" y="3336"/>
                  <a:pt x="4413" y="3336"/>
                </a:cubicBezTo>
                <a:lnTo>
                  <a:pt x="4626" y="3336"/>
                </a:lnTo>
                <a:lnTo>
                  <a:pt x="4626" y="4097"/>
                </a:lnTo>
                <a:lnTo>
                  <a:pt x="4608" y="4097"/>
                </a:lnTo>
                <a:cubicBezTo>
                  <a:pt x="4576" y="3861"/>
                  <a:pt x="4389" y="3674"/>
                  <a:pt x="4153" y="3642"/>
                </a:cubicBezTo>
                <a:lnTo>
                  <a:pt x="4153" y="1927"/>
                </a:lnTo>
                <a:lnTo>
                  <a:pt x="4341" y="2115"/>
                </a:lnTo>
                <a:lnTo>
                  <a:pt x="4341" y="3235"/>
                </a:lnTo>
                <a:cubicBezTo>
                  <a:pt x="4341" y="3240"/>
                  <a:pt x="4343" y="3245"/>
                  <a:pt x="4344" y="3250"/>
                </a:cubicBezTo>
                <a:close/>
                <a:moveTo>
                  <a:pt x="5069" y="4097"/>
                </a:moveTo>
                <a:lnTo>
                  <a:pt x="4769" y="4097"/>
                </a:lnTo>
                <a:lnTo>
                  <a:pt x="4769" y="3437"/>
                </a:lnTo>
                <a:lnTo>
                  <a:pt x="5069" y="3738"/>
                </a:lnTo>
                <a:lnTo>
                  <a:pt x="5069" y="4097"/>
                </a:lnTo>
                <a:close/>
                <a:moveTo>
                  <a:pt x="4329" y="4557"/>
                </a:moveTo>
                <a:cubicBezTo>
                  <a:pt x="4298" y="4530"/>
                  <a:pt x="4264" y="4508"/>
                  <a:pt x="4227" y="4491"/>
                </a:cubicBezTo>
                <a:lnTo>
                  <a:pt x="4471" y="4491"/>
                </a:lnTo>
                <a:lnTo>
                  <a:pt x="4471" y="4557"/>
                </a:lnTo>
                <a:lnTo>
                  <a:pt x="4329" y="4557"/>
                </a:lnTo>
                <a:close/>
                <a:moveTo>
                  <a:pt x="2972" y="4700"/>
                </a:moveTo>
                <a:lnTo>
                  <a:pt x="3056" y="4700"/>
                </a:lnTo>
                <a:cubicBezTo>
                  <a:pt x="3096" y="4700"/>
                  <a:pt x="3128" y="4668"/>
                  <a:pt x="3128" y="4629"/>
                </a:cubicBezTo>
                <a:lnTo>
                  <a:pt x="3128" y="4240"/>
                </a:lnTo>
                <a:lnTo>
                  <a:pt x="3550" y="4240"/>
                </a:lnTo>
                <a:lnTo>
                  <a:pt x="3550" y="4629"/>
                </a:lnTo>
                <a:cubicBezTo>
                  <a:pt x="3550" y="4668"/>
                  <a:pt x="3582" y="4700"/>
                  <a:pt x="3621" y="4700"/>
                </a:cubicBezTo>
                <a:lnTo>
                  <a:pt x="3677" y="4700"/>
                </a:lnTo>
                <a:cubicBezTo>
                  <a:pt x="3661" y="4735"/>
                  <a:pt x="3648" y="4772"/>
                  <a:pt x="3643" y="4812"/>
                </a:cubicBezTo>
                <a:cubicBezTo>
                  <a:pt x="3502" y="4774"/>
                  <a:pt x="3347" y="4816"/>
                  <a:pt x="3246" y="4915"/>
                </a:cubicBezTo>
                <a:cubicBezTo>
                  <a:pt x="3183" y="4822"/>
                  <a:pt x="3083" y="4757"/>
                  <a:pt x="2971" y="4738"/>
                </a:cubicBezTo>
                <a:cubicBezTo>
                  <a:pt x="2973" y="4727"/>
                  <a:pt x="2973" y="4717"/>
                  <a:pt x="2973" y="4706"/>
                </a:cubicBezTo>
                <a:cubicBezTo>
                  <a:pt x="2973" y="4704"/>
                  <a:pt x="2972" y="4702"/>
                  <a:pt x="2972" y="4700"/>
                </a:cubicBezTo>
                <a:close/>
                <a:moveTo>
                  <a:pt x="1608" y="4097"/>
                </a:moveTo>
                <a:lnTo>
                  <a:pt x="1608" y="3738"/>
                </a:lnTo>
                <a:lnTo>
                  <a:pt x="1908" y="3437"/>
                </a:lnTo>
                <a:lnTo>
                  <a:pt x="1908" y="4097"/>
                </a:lnTo>
                <a:lnTo>
                  <a:pt x="1608" y="4097"/>
                </a:lnTo>
                <a:close/>
                <a:moveTo>
                  <a:pt x="2052" y="3336"/>
                </a:moveTo>
                <a:lnTo>
                  <a:pt x="2264" y="3336"/>
                </a:lnTo>
                <a:cubicBezTo>
                  <a:pt x="2304" y="3336"/>
                  <a:pt x="2336" y="3304"/>
                  <a:pt x="2336" y="3264"/>
                </a:cubicBezTo>
                <a:cubicBezTo>
                  <a:pt x="2336" y="3259"/>
                  <a:pt x="2334" y="3254"/>
                  <a:pt x="2333" y="3250"/>
                </a:cubicBezTo>
                <a:cubicBezTo>
                  <a:pt x="2334" y="3245"/>
                  <a:pt x="2336" y="3240"/>
                  <a:pt x="2336" y="3235"/>
                </a:cubicBezTo>
                <a:lnTo>
                  <a:pt x="2336" y="2115"/>
                </a:lnTo>
                <a:lnTo>
                  <a:pt x="2524" y="1927"/>
                </a:lnTo>
                <a:lnTo>
                  <a:pt x="2524" y="3642"/>
                </a:lnTo>
                <a:cubicBezTo>
                  <a:pt x="2288" y="3674"/>
                  <a:pt x="2101" y="3861"/>
                  <a:pt x="2069" y="4097"/>
                </a:cubicBezTo>
                <a:lnTo>
                  <a:pt x="2052" y="4097"/>
                </a:lnTo>
                <a:lnTo>
                  <a:pt x="2052" y="3336"/>
                </a:lnTo>
                <a:close/>
                <a:moveTo>
                  <a:pt x="3001" y="584"/>
                </a:moveTo>
                <a:lnTo>
                  <a:pt x="3267" y="584"/>
                </a:lnTo>
                <a:lnTo>
                  <a:pt x="3267" y="1136"/>
                </a:lnTo>
                <a:cubicBezTo>
                  <a:pt x="3053" y="1174"/>
                  <a:pt x="2889" y="1361"/>
                  <a:pt x="2889" y="1586"/>
                </a:cubicBezTo>
                <a:cubicBezTo>
                  <a:pt x="2889" y="1610"/>
                  <a:pt x="2892" y="1633"/>
                  <a:pt x="2895" y="1656"/>
                </a:cubicBezTo>
                <a:lnTo>
                  <a:pt x="2668" y="1656"/>
                </a:lnTo>
                <a:lnTo>
                  <a:pt x="2668" y="1586"/>
                </a:lnTo>
                <a:cubicBezTo>
                  <a:pt x="2668" y="1195"/>
                  <a:pt x="2831" y="844"/>
                  <a:pt x="3001" y="584"/>
                </a:cubicBezTo>
                <a:close/>
                <a:moveTo>
                  <a:pt x="4010" y="1799"/>
                </a:moveTo>
                <a:lnTo>
                  <a:pt x="4010" y="3642"/>
                </a:lnTo>
                <a:cubicBezTo>
                  <a:pt x="3774" y="3674"/>
                  <a:pt x="3587" y="3861"/>
                  <a:pt x="3555" y="4097"/>
                </a:cubicBezTo>
                <a:lnTo>
                  <a:pt x="3418" y="4097"/>
                </a:lnTo>
                <a:lnTo>
                  <a:pt x="3418" y="2037"/>
                </a:lnTo>
                <a:cubicBezTo>
                  <a:pt x="3562" y="2014"/>
                  <a:pt x="3684" y="1924"/>
                  <a:pt x="3750" y="1799"/>
                </a:cubicBezTo>
                <a:lnTo>
                  <a:pt x="4010" y="1799"/>
                </a:lnTo>
                <a:lnTo>
                  <a:pt x="4010" y="1799"/>
                </a:lnTo>
                <a:close/>
                <a:moveTo>
                  <a:pt x="4471" y="4348"/>
                </a:moveTo>
                <a:lnTo>
                  <a:pt x="3693" y="4348"/>
                </a:lnTo>
                <a:lnTo>
                  <a:pt x="3693" y="4168"/>
                </a:lnTo>
                <a:cubicBezTo>
                  <a:pt x="3693" y="3954"/>
                  <a:pt x="3867" y="3780"/>
                  <a:pt x="4082" y="3780"/>
                </a:cubicBezTo>
                <a:cubicBezTo>
                  <a:pt x="4296" y="3780"/>
                  <a:pt x="4471" y="3954"/>
                  <a:pt x="4471" y="4168"/>
                </a:cubicBezTo>
                <a:lnTo>
                  <a:pt x="4471" y="4348"/>
                </a:lnTo>
                <a:close/>
                <a:moveTo>
                  <a:pt x="3123" y="4097"/>
                </a:moveTo>
                <a:cubicBezTo>
                  <a:pt x="3091" y="3861"/>
                  <a:pt x="2904" y="3674"/>
                  <a:pt x="2668" y="3642"/>
                </a:cubicBezTo>
                <a:lnTo>
                  <a:pt x="2668" y="1799"/>
                </a:lnTo>
                <a:lnTo>
                  <a:pt x="2942" y="1799"/>
                </a:lnTo>
                <a:cubicBezTo>
                  <a:pt x="3008" y="1924"/>
                  <a:pt x="3130" y="2014"/>
                  <a:pt x="3275" y="2037"/>
                </a:cubicBezTo>
                <a:lnTo>
                  <a:pt x="3275" y="4097"/>
                </a:lnTo>
                <a:lnTo>
                  <a:pt x="3123" y="4097"/>
                </a:lnTo>
                <a:lnTo>
                  <a:pt x="3123" y="4097"/>
                </a:lnTo>
                <a:close/>
                <a:moveTo>
                  <a:pt x="2207" y="4348"/>
                </a:moveTo>
                <a:lnTo>
                  <a:pt x="2207" y="4168"/>
                </a:lnTo>
                <a:cubicBezTo>
                  <a:pt x="2207" y="3954"/>
                  <a:pt x="2382" y="3780"/>
                  <a:pt x="2596" y="3780"/>
                </a:cubicBezTo>
                <a:cubicBezTo>
                  <a:pt x="2810" y="3780"/>
                  <a:pt x="2985" y="3954"/>
                  <a:pt x="2985" y="4168"/>
                </a:cubicBezTo>
                <a:lnTo>
                  <a:pt x="2985" y="4348"/>
                </a:lnTo>
                <a:lnTo>
                  <a:pt x="2207" y="4348"/>
                </a:lnTo>
                <a:close/>
                <a:moveTo>
                  <a:pt x="2207" y="4491"/>
                </a:moveTo>
                <a:lnTo>
                  <a:pt x="2349" y="4491"/>
                </a:lnTo>
                <a:cubicBezTo>
                  <a:pt x="2333" y="4512"/>
                  <a:pt x="2319" y="4533"/>
                  <a:pt x="2308" y="4557"/>
                </a:cubicBezTo>
                <a:lnTo>
                  <a:pt x="2207" y="4557"/>
                </a:lnTo>
                <a:lnTo>
                  <a:pt x="2207" y="4491"/>
                </a:lnTo>
                <a:lnTo>
                  <a:pt x="2207" y="4491"/>
                </a:lnTo>
                <a:close/>
                <a:moveTo>
                  <a:pt x="2623" y="4499"/>
                </a:moveTo>
                <a:cubicBezTo>
                  <a:pt x="2678" y="4499"/>
                  <a:pt x="2728" y="4522"/>
                  <a:pt x="2765" y="4557"/>
                </a:cubicBezTo>
                <a:lnTo>
                  <a:pt x="2480" y="4557"/>
                </a:lnTo>
                <a:cubicBezTo>
                  <a:pt x="2518" y="4522"/>
                  <a:pt x="2568" y="4499"/>
                  <a:pt x="2623" y="4499"/>
                </a:cubicBezTo>
                <a:close/>
                <a:moveTo>
                  <a:pt x="2897" y="4491"/>
                </a:moveTo>
                <a:lnTo>
                  <a:pt x="2985" y="4491"/>
                </a:lnTo>
                <a:lnTo>
                  <a:pt x="2985" y="4557"/>
                </a:lnTo>
                <a:lnTo>
                  <a:pt x="2938" y="4557"/>
                </a:lnTo>
                <a:cubicBezTo>
                  <a:pt x="2927" y="4533"/>
                  <a:pt x="2913" y="4512"/>
                  <a:pt x="2897" y="4491"/>
                </a:cubicBezTo>
                <a:close/>
                <a:moveTo>
                  <a:pt x="3693" y="4557"/>
                </a:moveTo>
                <a:lnTo>
                  <a:pt x="3693" y="4491"/>
                </a:lnTo>
                <a:lnTo>
                  <a:pt x="3885" y="4491"/>
                </a:lnTo>
                <a:cubicBezTo>
                  <a:pt x="3847" y="4508"/>
                  <a:pt x="3811" y="4530"/>
                  <a:pt x="3780" y="4557"/>
                </a:cubicBezTo>
                <a:lnTo>
                  <a:pt x="3693" y="4557"/>
                </a:lnTo>
                <a:close/>
                <a:moveTo>
                  <a:pt x="4010" y="1656"/>
                </a:moveTo>
                <a:lnTo>
                  <a:pt x="3797" y="1656"/>
                </a:lnTo>
                <a:cubicBezTo>
                  <a:pt x="3801" y="1633"/>
                  <a:pt x="3803" y="1610"/>
                  <a:pt x="3803" y="1586"/>
                </a:cubicBezTo>
                <a:cubicBezTo>
                  <a:pt x="3803" y="1356"/>
                  <a:pt x="3632" y="1166"/>
                  <a:pt x="3411" y="1134"/>
                </a:cubicBezTo>
                <a:lnTo>
                  <a:pt x="3411" y="584"/>
                </a:lnTo>
                <a:lnTo>
                  <a:pt x="3677" y="584"/>
                </a:lnTo>
                <a:cubicBezTo>
                  <a:pt x="3847" y="844"/>
                  <a:pt x="4010" y="1195"/>
                  <a:pt x="4010" y="1586"/>
                </a:cubicBezTo>
                <a:lnTo>
                  <a:pt x="4010" y="1656"/>
                </a:lnTo>
                <a:lnTo>
                  <a:pt x="4010" y="1656"/>
                </a:lnTo>
                <a:close/>
                <a:moveTo>
                  <a:pt x="3339" y="166"/>
                </a:moveTo>
                <a:cubicBezTo>
                  <a:pt x="3389" y="215"/>
                  <a:pt x="3478" y="310"/>
                  <a:pt x="3576" y="441"/>
                </a:cubicBezTo>
                <a:lnTo>
                  <a:pt x="3101" y="441"/>
                </a:lnTo>
                <a:cubicBezTo>
                  <a:pt x="3200" y="310"/>
                  <a:pt x="3289" y="215"/>
                  <a:pt x="3339" y="166"/>
                </a:cubicBezTo>
                <a:close/>
                <a:moveTo>
                  <a:pt x="5540" y="6068"/>
                </a:moveTo>
                <a:lnTo>
                  <a:pt x="1123" y="6068"/>
                </a:lnTo>
                <a:cubicBezTo>
                  <a:pt x="520" y="5487"/>
                  <a:pt x="144" y="4673"/>
                  <a:pt x="144" y="3772"/>
                </a:cubicBezTo>
                <a:cubicBezTo>
                  <a:pt x="144" y="2216"/>
                  <a:pt x="1280" y="883"/>
                  <a:pt x="2802" y="629"/>
                </a:cubicBezTo>
                <a:cubicBezTo>
                  <a:pt x="2652" y="890"/>
                  <a:pt x="2524" y="1219"/>
                  <a:pt x="2524" y="1586"/>
                </a:cubicBezTo>
                <a:lnTo>
                  <a:pt x="2524" y="1725"/>
                </a:lnTo>
                <a:lnTo>
                  <a:pt x="2214" y="2035"/>
                </a:lnTo>
                <a:cubicBezTo>
                  <a:pt x="2207" y="2042"/>
                  <a:pt x="2202" y="2050"/>
                  <a:pt x="2198" y="2058"/>
                </a:cubicBezTo>
                <a:cubicBezTo>
                  <a:pt x="2195" y="2067"/>
                  <a:pt x="2193" y="2076"/>
                  <a:pt x="2193" y="2086"/>
                </a:cubicBezTo>
                <a:lnTo>
                  <a:pt x="2193" y="3193"/>
                </a:lnTo>
                <a:lnTo>
                  <a:pt x="1980" y="3193"/>
                </a:lnTo>
                <a:cubicBezTo>
                  <a:pt x="1971" y="3193"/>
                  <a:pt x="1962" y="3195"/>
                  <a:pt x="1953" y="3198"/>
                </a:cubicBezTo>
                <a:cubicBezTo>
                  <a:pt x="1944" y="3202"/>
                  <a:pt x="1936" y="3207"/>
                  <a:pt x="1930" y="3214"/>
                </a:cubicBezTo>
                <a:lnTo>
                  <a:pt x="1486" y="3657"/>
                </a:lnTo>
                <a:cubicBezTo>
                  <a:pt x="1479" y="3664"/>
                  <a:pt x="1474" y="3672"/>
                  <a:pt x="1471" y="3681"/>
                </a:cubicBezTo>
                <a:cubicBezTo>
                  <a:pt x="1467" y="3689"/>
                  <a:pt x="1465" y="3699"/>
                  <a:pt x="1465" y="3708"/>
                </a:cubicBezTo>
                <a:lnTo>
                  <a:pt x="1465" y="4168"/>
                </a:lnTo>
                <a:cubicBezTo>
                  <a:pt x="1465" y="4208"/>
                  <a:pt x="1497" y="4240"/>
                  <a:pt x="1537" y="4240"/>
                </a:cubicBezTo>
                <a:lnTo>
                  <a:pt x="2064" y="4240"/>
                </a:lnTo>
                <a:lnTo>
                  <a:pt x="2064" y="4629"/>
                </a:lnTo>
                <a:cubicBezTo>
                  <a:pt x="2064" y="4668"/>
                  <a:pt x="2096" y="4700"/>
                  <a:pt x="2136" y="4700"/>
                </a:cubicBezTo>
                <a:lnTo>
                  <a:pt x="2273" y="4700"/>
                </a:lnTo>
                <a:cubicBezTo>
                  <a:pt x="2273" y="4702"/>
                  <a:pt x="2273" y="4704"/>
                  <a:pt x="2273" y="4706"/>
                </a:cubicBezTo>
                <a:cubicBezTo>
                  <a:pt x="2273" y="4767"/>
                  <a:pt x="2289" y="4826"/>
                  <a:pt x="2319" y="4879"/>
                </a:cubicBezTo>
                <a:cubicBezTo>
                  <a:pt x="2240" y="4944"/>
                  <a:pt x="2194" y="5040"/>
                  <a:pt x="2193" y="5145"/>
                </a:cubicBezTo>
                <a:cubicBezTo>
                  <a:pt x="2074" y="5131"/>
                  <a:pt x="1957" y="5159"/>
                  <a:pt x="1858" y="5222"/>
                </a:cubicBezTo>
                <a:cubicBezTo>
                  <a:pt x="1747" y="5151"/>
                  <a:pt x="1611" y="5125"/>
                  <a:pt x="1480" y="5151"/>
                </a:cubicBezTo>
                <a:cubicBezTo>
                  <a:pt x="1413" y="4950"/>
                  <a:pt x="1229" y="4808"/>
                  <a:pt x="1013" y="4798"/>
                </a:cubicBezTo>
                <a:cubicBezTo>
                  <a:pt x="930" y="4613"/>
                  <a:pt x="746" y="4492"/>
                  <a:pt x="540" y="4492"/>
                </a:cubicBezTo>
                <a:cubicBezTo>
                  <a:pt x="500" y="4492"/>
                  <a:pt x="468" y="4524"/>
                  <a:pt x="468" y="4564"/>
                </a:cubicBezTo>
                <a:cubicBezTo>
                  <a:pt x="468" y="4604"/>
                  <a:pt x="500" y="4636"/>
                  <a:pt x="540" y="4636"/>
                </a:cubicBezTo>
                <a:cubicBezTo>
                  <a:pt x="702" y="4636"/>
                  <a:pt x="845" y="4739"/>
                  <a:pt x="896" y="4893"/>
                </a:cubicBezTo>
                <a:cubicBezTo>
                  <a:pt x="907" y="4923"/>
                  <a:pt x="936" y="4943"/>
                  <a:pt x="968" y="4942"/>
                </a:cubicBezTo>
                <a:lnTo>
                  <a:pt x="988" y="4941"/>
                </a:lnTo>
                <a:cubicBezTo>
                  <a:pt x="1171" y="4941"/>
                  <a:pt x="1326" y="5072"/>
                  <a:pt x="1358" y="5252"/>
                </a:cubicBezTo>
                <a:cubicBezTo>
                  <a:pt x="1361" y="5273"/>
                  <a:pt x="1374" y="5291"/>
                  <a:pt x="1392" y="5302"/>
                </a:cubicBezTo>
                <a:cubicBezTo>
                  <a:pt x="1410" y="5312"/>
                  <a:pt x="1432" y="5315"/>
                  <a:pt x="1452" y="5307"/>
                </a:cubicBezTo>
                <a:cubicBezTo>
                  <a:pt x="1577" y="5262"/>
                  <a:pt x="1712" y="5286"/>
                  <a:pt x="1813" y="5366"/>
                </a:cubicBezTo>
                <a:cubicBezTo>
                  <a:pt x="1839" y="5387"/>
                  <a:pt x="1876" y="5387"/>
                  <a:pt x="1902" y="5366"/>
                </a:cubicBezTo>
                <a:cubicBezTo>
                  <a:pt x="2002" y="5287"/>
                  <a:pt x="2134" y="5263"/>
                  <a:pt x="2257" y="5305"/>
                </a:cubicBezTo>
                <a:cubicBezTo>
                  <a:pt x="2282" y="5314"/>
                  <a:pt x="2311" y="5307"/>
                  <a:pt x="2330" y="5288"/>
                </a:cubicBezTo>
                <a:cubicBezTo>
                  <a:pt x="2350" y="5268"/>
                  <a:pt x="2356" y="5240"/>
                  <a:pt x="2347" y="5214"/>
                </a:cubicBezTo>
                <a:cubicBezTo>
                  <a:pt x="2340" y="5192"/>
                  <a:pt x="2336" y="5170"/>
                  <a:pt x="2336" y="5147"/>
                </a:cubicBezTo>
                <a:cubicBezTo>
                  <a:pt x="2336" y="5068"/>
                  <a:pt x="2381" y="4997"/>
                  <a:pt x="2452" y="4962"/>
                </a:cubicBezTo>
                <a:cubicBezTo>
                  <a:pt x="2473" y="4951"/>
                  <a:pt x="2488" y="4932"/>
                  <a:pt x="2492" y="4910"/>
                </a:cubicBezTo>
                <a:cubicBezTo>
                  <a:pt x="2496" y="4887"/>
                  <a:pt x="2489" y="4864"/>
                  <a:pt x="2473" y="4848"/>
                </a:cubicBezTo>
                <a:cubicBezTo>
                  <a:pt x="2436" y="4809"/>
                  <a:pt x="2416" y="4759"/>
                  <a:pt x="2416" y="4706"/>
                </a:cubicBezTo>
                <a:cubicBezTo>
                  <a:pt x="2416" y="4704"/>
                  <a:pt x="2417" y="4702"/>
                  <a:pt x="2417" y="4700"/>
                </a:cubicBezTo>
                <a:lnTo>
                  <a:pt x="2829" y="4700"/>
                </a:lnTo>
                <a:cubicBezTo>
                  <a:pt x="2829" y="4702"/>
                  <a:pt x="2830" y="4704"/>
                  <a:pt x="2830" y="4706"/>
                </a:cubicBezTo>
                <a:cubicBezTo>
                  <a:pt x="2830" y="4731"/>
                  <a:pt x="2825" y="4755"/>
                  <a:pt x="2816" y="4779"/>
                </a:cubicBezTo>
                <a:cubicBezTo>
                  <a:pt x="2808" y="4802"/>
                  <a:pt x="2814" y="4827"/>
                  <a:pt x="2829" y="4847"/>
                </a:cubicBezTo>
                <a:cubicBezTo>
                  <a:pt x="2843" y="4866"/>
                  <a:pt x="2869" y="4877"/>
                  <a:pt x="2894" y="4875"/>
                </a:cubicBezTo>
                <a:lnTo>
                  <a:pt x="2901" y="4875"/>
                </a:lnTo>
                <a:cubicBezTo>
                  <a:pt x="3022" y="4875"/>
                  <a:pt x="3130" y="4956"/>
                  <a:pt x="3163" y="5072"/>
                </a:cubicBezTo>
                <a:cubicBezTo>
                  <a:pt x="3171" y="5100"/>
                  <a:pt x="3195" y="5120"/>
                  <a:pt x="3224" y="5123"/>
                </a:cubicBezTo>
                <a:cubicBezTo>
                  <a:pt x="3253" y="5126"/>
                  <a:pt x="3281" y="5111"/>
                  <a:pt x="3295" y="5085"/>
                </a:cubicBezTo>
                <a:cubicBezTo>
                  <a:pt x="3343" y="4996"/>
                  <a:pt x="3435" y="4941"/>
                  <a:pt x="3536" y="4941"/>
                </a:cubicBezTo>
                <a:cubicBezTo>
                  <a:pt x="3585" y="4941"/>
                  <a:pt x="3634" y="4954"/>
                  <a:pt x="3677" y="4981"/>
                </a:cubicBezTo>
                <a:cubicBezTo>
                  <a:pt x="3701" y="4995"/>
                  <a:pt x="3731" y="4995"/>
                  <a:pt x="3754" y="4980"/>
                </a:cubicBezTo>
                <a:cubicBezTo>
                  <a:pt x="3777" y="4964"/>
                  <a:pt x="3790" y="4937"/>
                  <a:pt x="3786" y="4909"/>
                </a:cubicBezTo>
                <a:cubicBezTo>
                  <a:pt x="3784" y="4896"/>
                  <a:pt x="3782" y="4883"/>
                  <a:pt x="3782" y="4869"/>
                </a:cubicBezTo>
                <a:cubicBezTo>
                  <a:pt x="3782" y="4805"/>
                  <a:pt x="3805" y="4747"/>
                  <a:pt x="3842" y="4700"/>
                </a:cubicBezTo>
                <a:lnTo>
                  <a:pt x="4267" y="4700"/>
                </a:lnTo>
                <a:cubicBezTo>
                  <a:pt x="4304" y="4747"/>
                  <a:pt x="4327" y="4805"/>
                  <a:pt x="4327" y="4869"/>
                </a:cubicBezTo>
                <a:cubicBezTo>
                  <a:pt x="4327" y="4921"/>
                  <a:pt x="4312" y="4971"/>
                  <a:pt x="4285" y="5015"/>
                </a:cubicBezTo>
                <a:cubicBezTo>
                  <a:pt x="4272" y="5034"/>
                  <a:pt x="4270" y="5058"/>
                  <a:pt x="4278" y="5079"/>
                </a:cubicBezTo>
                <a:cubicBezTo>
                  <a:pt x="4287" y="5101"/>
                  <a:pt x="4305" y="5117"/>
                  <a:pt x="4327" y="5123"/>
                </a:cubicBezTo>
                <a:cubicBezTo>
                  <a:pt x="4457" y="5156"/>
                  <a:pt x="4561" y="5257"/>
                  <a:pt x="4596" y="5387"/>
                </a:cubicBezTo>
                <a:cubicBezTo>
                  <a:pt x="4603" y="5412"/>
                  <a:pt x="4624" y="5432"/>
                  <a:pt x="4649" y="5437"/>
                </a:cubicBezTo>
                <a:cubicBezTo>
                  <a:pt x="4655" y="5439"/>
                  <a:pt x="4660" y="5439"/>
                  <a:pt x="4665" y="5439"/>
                </a:cubicBezTo>
                <a:cubicBezTo>
                  <a:pt x="4686" y="5439"/>
                  <a:pt x="4706" y="5431"/>
                  <a:pt x="4719" y="5415"/>
                </a:cubicBezTo>
                <a:cubicBezTo>
                  <a:pt x="4791" y="5332"/>
                  <a:pt x="4895" y="5285"/>
                  <a:pt x="5003" y="5285"/>
                </a:cubicBezTo>
                <a:cubicBezTo>
                  <a:pt x="5070" y="5285"/>
                  <a:pt x="5136" y="5303"/>
                  <a:pt x="5194" y="5338"/>
                </a:cubicBezTo>
                <a:cubicBezTo>
                  <a:pt x="5216" y="5350"/>
                  <a:pt x="5242" y="5351"/>
                  <a:pt x="5264" y="5340"/>
                </a:cubicBezTo>
                <a:cubicBezTo>
                  <a:pt x="5286" y="5328"/>
                  <a:pt x="5300" y="5307"/>
                  <a:pt x="5302" y="5282"/>
                </a:cubicBezTo>
                <a:cubicBezTo>
                  <a:pt x="5320" y="5087"/>
                  <a:pt x="5481" y="4940"/>
                  <a:pt x="5677" y="4940"/>
                </a:cubicBezTo>
                <a:cubicBezTo>
                  <a:pt x="5694" y="4940"/>
                  <a:pt x="5712" y="4942"/>
                  <a:pt x="5729" y="4945"/>
                </a:cubicBezTo>
                <a:cubicBezTo>
                  <a:pt x="5762" y="4949"/>
                  <a:pt x="5793" y="4931"/>
                  <a:pt x="5806" y="4900"/>
                </a:cubicBezTo>
                <a:cubicBezTo>
                  <a:pt x="5863" y="4756"/>
                  <a:pt x="6000" y="4663"/>
                  <a:pt x="6155" y="4663"/>
                </a:cubicBezTo>
                <a:cubicBezTo>
                  <a:pt x="6194" y="4663"/>
                  <a:pt x="6226" y="4630"/>
                  <a:pt x="6226" y="4591"/>
                </a:cubicBezTo>
                <a:cubicBezTo>
                  <a:pt x="6226" y="4551"/>
                  <a:pt x="6194" y="4519"/>
                  <a:pt x="6155" y="4519"/>
                </a:cubicBezTo>
                <a:cubicBezTo>
                  <a:pt x="5959" y="4519"/>
                  <a:pt x="5784" y="4627"/>
                  <a:pt x="5695" y="4798"/>
                </a:cubicBezTo>
                <a:cubicBezTo>
                  <a:pt x="5689" y="4797"/>
                  <a:pt x="5683" y="4797"/>
                  <a:pt x="5676" y="4797"/>
                </a:cubicBezTo>
                <a:cubicBezTo>
                  <a:pt x="5440" y="4797"/>
                  <a:pt x="5240" y="4953"/>
                  <a:pt x="5178" y="5172"/>
                </a:cubicBezTo>
                <a:cubicBezTo>
                  <a:pt x="5016" y="5114"/>
                  <a:pt x="4829" y="5143"/>
                  <a:pt x="4693" y="5244"/>
                </a:cubicBezTo>
                <a:cubicBezTo>
                  <a:pt x="4639" y="5142"/>
                  <a:pt x="4551" y="5060"/>
                  <a:pt x="4445" y="5012"/>
                </a:cubicBezTo>
                <a:cubicBezTo>
                  <a:pt x="4462" y="4966"/>
                  <a:pt x="4471" y="4918"/>
                  <a:pt x="4471" y="4869"/>
                </a:cubicBezTo>
                <a:cubicBezTo>
                  <a:pt x="4471" y="4809"/>
                  <a:pt x="4457" y="4752"/>
                  <a:pt x="4434" y="4700"/>
                </a:cubicBezTo>
                <a:lnTo>
                  <a:pt x="4542" y="4700"/>
                </a:lnTo>
                <a:cubicBezTo>
                  <a:pt x="4582" y="4700"/>
                  <a:pt x="4614" y="4668"/>
                  <a:pt x="4614" y="4629"/>
                </a:cubicBezTo>
                <a:lnTo>
                  <a:pt x="4614" y="4458"/>
                </a:lnTo>
                <a:cubicBezTo>
                  <a:pt x="4621" y="4447"/>
                  <a:pt x="4627" y="4434"/>
                  <a:pt x="4627" y="4419"/>
                </a:cubicBezTo>
                <a:cubicBezTo>
                  <a:pt x="4627" y="4405"/>
                  <a:pt x="4622" y="4392"/>
                  <a:pt x="4614" y="4380"/>
                </a:cubicBezTo>
                <a:lnTo>
                  <a:pt x="4614" y="4240"/>
                </a:lnTo>
                <a:lnTo>
                  <a:pt x="5141" y="4240"/>
                </a:lnTo>
                <a:cubicBezTo>
                  <a:pt x="5181" y="4240"/>
                  <a:pt x="5213" y="4208"/>
                  <a:pt x="5213" y="4168"/>
                </a:cubicBezTo>
                <a:lnTo>
                  <a:pt x="5213" y="3708"/>
                </a:lnTo>
                <a:cubicBezTo>
                  <a:pt x="5213" y="3699"/>
                  <a:pt x="5211" y="3689"/>
                  <a:pt x="5207" y="3681"/>
                </a:cubicBezTo>
                <a:cubicBezTo>
                  <a:pt x="5204" y="3672"/>
                  <a:pt x="5198" y="3664"/>
                  <a:pt x="5192" y="3657"/>
                </a:cubicBezTo>
                <a:lnTo>
                  <a:pt x="4748" y="3214"/>
                </a:lnTo>
                <a:cubicBezTo>
                  <a:pt x="4742" y="3207"/>
                  <a:pt x="4734" y="3202"/>
                  <a:pt x="4725" y="3198"/>
                </a:cubicBezTo>
                <a:cubicBezTo>
                  <a:pt x="4716" y="3195"/>
                  <a:pt x="4707" y="3193"/>
                  <a:pt x="4697" y="3193"/>
                </a:cubicBezTo>
                <a:lnTo>
                  <a:pt x="4485" y="3193"/>
                </a:lnTo>
                <a:lnTo>
                  <a:pt x="4485" y="2086"/>
                </a:lnTo>
                <a:cubicBezTo>
                  <a:pt x="4485" y="2076"/>
                  <a:pt x="4483" y="2067"/>
                  <a:pt x="4479" y="2058"/>
                </a:cubicBezTo>
                <a:cubicBezTo>
                  <a:pt x="4476" y="2050"/>
                  <a:pt x="4470" y="2042"/>
                  <a:pt x="4464" y="2035"/>
                </a:cubicBezTo>
                <a:lnTo>
                  <a:pt x="4154" y="1725"/>
                </a:lnTo>
                <a:lnTo>
                  <a:pt x="4154" y="1586"/>
                </a:lnTo>
                <a:cubicBezTo>
                  <a:pt x="4154" y="1220"/>
                  <a:pt x="4027" y="892"/>
                  <a:pt x="3877" y="632"/>
                </a:cubicBezTo>
                <a:cubicBezTo>
                  <a:pt x="5389" y="893"/>
                  <a:pt x="6519" y="2228"/>
                  <a:pt x="6519" y="3772"/>
                </a:cubicBezTo>
                <a:cubicBezTo>
                  <a:pt x="6519" y="4673"/>
                  <a:pt x="6143" y="5487"/>
                  <a:pt x="5540" y="6068"/>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a:p>
        </p:txBody>
      </p:sp>
      <p:sp>
        <p:nvSpPr>
          <p:cNvPr id="13" name="rocket-ship-outline-in-launching-position_28736">
            <a:extLst>
              <a:ext uri="{FF2B5EF4-FFF2-40B4-BE49-F238E27FC236}">
                <a16:creationId xmlns="" xmlns:p14="http://schemas.microsoft.com/office/powerpoint/2010/main" xmlns:p15="http://schemas.microsoft.com/office/powerpoint/2012/main" xmlns:a16="http://schemas.microsoft.com/office/drawing/2014/main" id="{15DF12D2-CFB2-4703-8A5C-4273062A68BD}"/>
              </a:ext>
            </a:extLst>
          </p:cNvPr>
          <p:cNvSpPr>
            <a:spLocks noChangeAspect="1"/>
          </p:cNvSpPr>
          <p:nvPr/>
        </p:nvSpPr>
        <p:spPr bwMode="auto">
          <a:xfrm>
            <a:off x="6702623" y="1094092"/>
            <a:ext cx="783382" cy="833765"/>
          </a:xfrm>
          <a:custGeom>
            <a:avLst/>
            <a:gdLst>
              <a:gd name="T0" fmla="*/ 3339 w 6663"/>
              <a:gd name="T1" fmla="*/ 2 h 7103"/>
              <a:gd name="T2" fmla="*/ 0 w 6663"/>
              <a:gd name="T3" fmla="*/ 3772 h 7103"/>
              <a:gd name="T4" fmla="*/ 5597 w 6663"/>
              <a:gd name="T5" fmla="*/ 6211 h 7103"/>
              <a:gd name="T6" fmla="*/ 6663 w 6663"/>
              <a:gd name="T7" fmla="*/ 3772 h 7103"/>
              <a:gd name="T8" fmla="*/ 4413 w 6663"/>
              <a:gd name="T9" fmla="*/ 3336 h 7103"/>
              <a:gd name="T10" fmla="*/ 4153 w 6663"/>
              <a:gd name="T11" fmla="*/ 3642 h 7103"/>
              <a:gd name="T12" fmla="*/ 4344 w 6663"/>
              <a:gd name="T13" fmla="*/ 3250 h 7103"/>
              <a:gd name="T14" fmla="*/ 5069 w 6663"/>
              <a:gd name="T15" fmla="*/ 3738 h 7103"/>
              <a:gd name="T16" fmla="*/ 4471 w 6663"/>
              <a:gd name="T17" fmla="*/ 4491 h 7103"/>
              <a:gd name="T18" fmla="*/ 3056 w 6663"/>
              <a:gd name="T19" fmla="*/ 4700 h 7103"/>
              <a:gd name="T20" fmla="*/ 3550 w 6663"/>
              <a:gd name="T21" fmla="*/ 4629 h 7103"/>
              <a:gd name="T22" fmla="*/ 3246 w 6663"/>
              <a:gd name="T23" fmla="*/ 4915 h 7103"/>
              <a:gd name="T24" fmla="*/ 1608 w 6663"/>
              <a:gd name="T25" fmla="*/ 4097 h 7103"/>
              <a:gd name="T26" fmla="*/ 1608 w 6663"/>
              <a:gd name="T27" fmla="*/ 4097 h 7103"/>
              <a:gd name="T28" fmla="*/ 2333 w 6663"/>
              <a:gd name="T29" fmla="*/ 3250 h 7103"/>
              <a:gd name="T30" fmla="*/ 2524 w 6663"/>
              <a:gd name="T31" fmla="*/ 3642 h 7103"/>
              <a:gd name="T32" fmla="*/ 3001 w 6663"/>
              <a:gd name="T33" fmla="*/ 584 h 7103"/>
              <a:gd name="T34" fmla="*/ 2895 w 6663"/>
              <a:gd name="T35" fmla="*/ 1656 h 7103"/>
              <a:gd name="T36" fmla="*/ 4010 w 6663"/>
              <a:gd name="T37" fmla="*/ 1799 h 7103"/>
              <a:gd name="T38" fmla="*/ 3418 w 6663"/>
              <a:gd name="T39" fmla="*/ 2037 h 7103"/>
              <a:gd name="T40" fmla="*/ 4471 w 6663"/>
              <a:gd name="T41" fmla="*/ 4348 h 7103"/>
              <a:gd name="T42" fmla="*/ 4471 w 6663"/>
              <a:gd name="T43" fmla="*/ 4168 h 7103"/>
              <a:gd name="T44" fmla="*/ 2668 w 6663"/>
              <a:gd name="T45" fmla="*/ 1799 h 7103"/>
              <a:gd name="T46" fmla="*/ 3123 w 6663"/>
              <a:gd name="T47" fmla="*/ 4097 h 7103"/>
              <a:gd name="T48" fmla="*/ 2596 w 6663"/>
              <a:gd name="T49" fmla="*/ 3780 h 7103"/>
              <a:gd name="T50" fmla="*/ 2207 w 6663"/>
              <a:gd name="T51" fmla="*/ 4491 h 7103"/>
              <a:gd name="T52" fmla="*/ 2207 w 6663"/>
              <a:gd name="T53" fmla="*/ 4491 h 7103"/>
              <a:gd name="T54" fmla="*/ 2480 w 6663"/>
              <a:gd name="T55" fmla="*/ 4557 h 7103"/>
              <a:gd name="T56" fmla="*/ 2985 w 6663"/>
              <a:gd name="T57" fmla="*/ 4557 h 7103"/>
              <a:gd name="T58" fmla="*/ 3693 w 6663"/>
              <a:gd name="T59" fmla="*/ 4491 h 7103"/>
              <a:gd name="T60" fmla="*/ 4010 w 6663"/>
              <a:gd name="T61" fmla="*/ 1656 h 7103"/>
              <a:gd name="T62" fmla="*/ 3411 w 6663"/>
              <a:gd name="T63" fmla="*/ 584 h 7103"/>
              <a:gd name="T64" fmla="*/ 4010 w 6663"/>
              <a:gd name="T65" fmla="*/ 1656 h 7103"/>
              <a:gd name="T66" fmla="*/ 3339 w 6663"/>
              <a:gd name="T67" fmla="*/ 166 h 7103"/>
              <a:gd name="T68" fmla="*/ 2802 w 6663"/>
              <a:gd name="T69" fmla="*/ 629 h 7103"/>
              <a:gd name="T70" fmla="*/ 2198 w 6663"/>
              <a:gd name="T71" fmla="*/ 2058 h 7103"/>
              <a:gd name="T72" fmla="*/ 1953 w 6663"/>
              <a:gd name="T73" fmla="*/ 3198 h 7103"/>
              <a:gd name="T74" fmla="*/ 1465 w 6663"/>
              <a:gd name="T75" fmla="*/ 3708 h 7103"/>
              <a:gd name="T76" fmla="*/ 2064 w 6663"/>
              <a:gd name="T77" fmla="*/ 4629 h 7103"/>
              <a:gd name="T78" fmla="*/ 2319 w 6663"/>
              <a:gd name="T79" fmla="*/ 4879 h 7103"/>
              <a:gd name="T80" fmla="*/ 1013 w 6663"/>
              <a:gd name="T81" fmla="*/ 4798 h 7103"/>
              <a:gd name="T82" fmla="*/ 896 w 6663"/>
              <a:gd name="T83" fmla="*/ 4893 h 7103"/>
              <a:gd name="T84" fmla="*/ 1392 w 6663"/>
              <a:gd name="T85" fmla="*/ 5302 h 7103"/>
              <a:gd name="T86" fmla="*/ 2257 w 6663"/>
              <a:gd name="T87" fmla="*/ 5305 h 7103"/>
              <a:gd name="T88" fmla="*/ 2452 w 6663"/>
              <a:gd name="T89" fmla="*/ 4962 h 7103"/>
              <a:gd name="T90" fmla="*/ 2417 w 6663"/>
              <a:gd name="T91" fmla="*/ 4700 h 7103"/>
              <a:gd name="T92" fmla="*/ 2829 w 6663"/>
              <a:gd name="T93" fmla="*/ 4847 h 7103"/>
              <a:gd name="T94" fmla="*/ 3224 w 6663"/>
              <a:gd name="T95" fmla="*/ 5123 h 7103"/>
              <a:gd name="T96" fmla="*/ 3754 w 6663"/>
              <a:gd name="T97" fmla="*/ 4980 h 7103"/>
              <a:gd name="T98" fmla="*/ 4267 w 6663"/>
              <a:gd name="T99" fmla="*/ 4700 h 7103"/>
              <a:gd name="T100" fmla="*/ 4327 w 6663"/>
              <a:gd name="T101" fmla="*/ 5123 h 7103"/>
              <a:gd name="T102" fmla="*/ 4719 w 6663"/>
              <a:gd name="T103" fmla="*/ 5415 h 7103"/>
              <a:gd name="T104" fmla="*/ 5302 w 6663"/>
              <a:gd name="T105" fmla="*/ 5282 h 7103"/>
              <a:gd name="T106" fmla="*/ 6155 w 6663"/>
              <a:gd name="T107" fmla="*/ 4663 h 7103"/>
              <a:gd name="T108" fmla="*/ 5676 w 6663"/>
              <a:gd name="T109" fmla="*/ 4797 h 7103"/>
              <a:gd name="T110" fmla="*/ 4471 w 6663"/>
              <a:gd name="T111" fmla="*/ 4869 h 7103"/>
              <a:gd name="T112" fmla="*/ 4614 w 6663"/>
              <a:gd name="T113" fmla="*/ 4458 h 7103"/>
              <a:gd name="T114" fmla="*/ 5141 w 6663"/>
              <a:gd name="T115" fmla="*/ 4240 h 7103"/>
              <a:gd name="T116" fmla="*/ 5192 w 6663"/>
              <a:gd name="T117" fmla="*/ 3657 h 7103"/>
              <a:gd name="T118" fmla="*/ 4485 w 6663"/>
              <a:gd name="T119" fmla="*/ 3193 h 7103"/>
              <a:gd name="T120" fmla="*/ 4154 w 6663"/>
              <a:gd name="T121" fmla="*/ 1725 h 7103"/>
              <a:gd name="T122" fmla="*/ 5540 w 6663"/>
              <a:gd name="T123" fmla="*/ 6068 h 7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663" h="7103">
                <a:moveTo>
                  <a:pt x="3819" y="477"/>
                </a:moveTo>
                <a:cubicBezTo>
                  <a:pt x="3806" y="475"/>
                  <a:pt x="3794" y="477"/>
                  <a:pt x="3783" y="481"/>
                </a:cubicBezTo>
                <a:cubicBezTo>
                  <a:pt x="3598" y="204"/>
                  <a:pt x="3409" y="33"/>
                  <a:pt x="3394" y="20"/>
                </a:cubicBezTo>
                <a:cubicBezTo>
                  <a:pt x="3378" y="6"/>
                  <a:pt x="3358" y="0"/>
                  <a:pt x="3339" y="2"/>
                </a:cubicBezTo>
                <a:cubicBezTo>
                  <a:pt x="3319" y="0"/>
                  <a:pt x="3299" y="6"/>
                  <a:pt x="3284" y="20"/>
                </a:cubicBezTo>
                <a:cubicBezTo>
                  <a:pt x="3268" y="33"/>
                  <a:pt x="3084" y="200"/>
                  <a:pt x="2901" y="471"/>
                </a:cubicBezTo>
                <a:cubicBezTo>
                  <a:pt x="2897" y="471"/>
                  <a:pt x="2893" y="470"/>
                  <a:pt x="2888" y="470"/>
                </a:cubicBezTo>
                <a:cubicBezTo>
                  <a:pt x="1242" y="689"/>
                  <a:pt x="0" y="2109"/>
                  <a:pt x="0" y="3772"/>
                </a:cubicBezTo>
                <a:cubicBezTo>
                  <a:pt x="0" y="4708"/>
                  <a:pt x="389" y="5554"/>
                  <a:pt x="1013" y="6160"/>
                </a:cubicBezTo>
                <a:cubicBezTo>
                  <a:pt x="1020" y="6184"/>
                  <a:pt x="1038" y="6201"/>
                  <a:pt x="1062" y="6207"/>
                </a:cubicBezTo>
                <a:cubicBezTo>
                  <a:pt x="1658" y="6762"/>
                  <a:pt x="2455" y="7103"/>
                  <a:pt x="3331" y="7103"/>
                </a:cubicBezTo>
                <a:cubicBezTo>
                  <a:pt x="4206" y="7103"/>
                  <a:pt x="5002" y="6764"/>
                  <a:pt x="5597" y="6211"/>
                </a:cubicBezTo>
                <a:lnTo>
                  <a:pt x="5612" y="6211"/>
                </a:lnTo>
                <a:cubicBezTo>
                  <a:pt x="5652" y="6211"/>
                  <a:pt x="5684" y="6179"/>
                  <a:pt x="5684" y="6139"/>
                </a:cubicBezTo>
                <a:cubicBezTo>
                  <a:pt x="5684" y="6136"/>
                  <a:pt x="5682" y="6133"/>
                  <a:pt x="5682" y="6130"/>
                </a:cubicBezTo>
                <a:cubicBezTo>
                  <a:pt x="6287" y="5526"/>
                  <a:pt x="6663" y="4692"/>
                  <a:pt x="6663" y="3772"/>
                </a:cubicBezTo>
                <a:cubicBezTo>
                  <a:pt x="6663" y="2131"/>
                  <a:pt x="5440" y="714"/>
                  <a:pt x="3819" y="477"/>
                </a:cubicBezTo>
                <a:close/>
                <a:moveTo>
                  <a:pt x="4344" y="3250"/>
                </a:moveTo>
                <a:cubicBezTo>
                  <a:pt x="4343" y="3254"/>
                  <a:pt x="4341" y="3259"/>
                  <a:pt x="4341" y="3264"/>
                </a:cubicBezTo>
                <a:cubicBezTo>
                  <a:pt x="4341" y="3304"/>
                  <a:pt x="4374" y="3336"/>
                  <a:pt x="4413" y="3336"/>
                </a:cubicBezTo>
                <a:lnTo>
                  <a:pt x="4626" y="3336"/>
                </a:lnTo>
                <a:lnTo>
                  <a:pt x="4626" y="4097"/>
                </a:lnTo>
                <a:lnTo>
                  <a:pt x="4608" y="4097"/>
                </a:lnTo>
                <a:cubicBezTo>
                  <a:pt x="4576" y="3861"/>
                  <a:pt x="4389" y="3674"/>
                  <a:pt x="4153" y="3642"/>
                </a:cubicBezTo>
                <a:lnTo>
                  <a:pt x="4153" y="1927"/>
                </a:lnTo>
                <a:lnTo>
                  <a:pt x="4341" y="2115"/>
                </a:lnTo>
                <a:lnTo>
                  <a:pt x="4341" y="3235"/>
                </a:lnTo>
                <a:cubicBezTo>
                  <a:pt x="4341" y="3240"/>
                  <a:pt x="4343" y="3245"/>
                  <a:pt x="4344" y="3250"/>
                </a:cubicBezTo>
                <a:close/>
                <a:moveTo>
                  <a:pt x="5069" y="4097"/>
                </a:moveTo>
                <a:lnTo>
                  <a:pt x="4769" y="4097"/>
                </a:lnTo>
                <a:lnTo>
                  <a:pt x="4769" y="3437"/>
                </a:lnTo>
                <a:lnTo>
                  <a:pt x="5069" y="3738"/>
                </a:lnTo>
                <a:lnTo>
                  <a:pt x="5069" y="4097"/>
                </a:lnTo>
                <a:close/>
                <a:moveTo>
                  <a:pt x="4329" y="4557"/>
                </a:moveTo>
                <a:cubicBezTo>
                  <a:pt x="4298" y="4530"/>
                  <a:pt x="4264" y="4508"/>
                  <a:pt x="4227" y="4491"/>
                </a:cubicBezTo>
                <a:lnTo>
                  <a:pt x="4471" y="4491"/>
                </a:lnTo>
                <a:lnTo>
                  <a:pt x="4471" y="4557"/>
                </a:lnTo>
                <a:lnTo>
                  <a:pt x="4329" y="4557"/>
                </a:lnTo>
                <a:close/>
                <a:moveTo>
                  <a:pt x="2972" y="4700"/>
                </a:moveTo>
                <a:lnTo>
                  <a:pt x="3056" y="4700"/>
                </a:lnTo>
                <a:cubicBezTo>
                  <a:pt x="3096" y="4700"/>
                  <a:pt x="3128" y="4668"/>
                  <a:pt x="3128" y="4629"/>
                </a:cubicBezTo>
                <a:lnTo>
                  <a:pt x="3128" y="4240"/>
                </a:lnTo>
                <a:lnTo>
                  <a:pt x="3550" y="4240"/>
                </a:lnTo>
                <a:lnTo>
                  <a:pt x="3550" y="4629"/>
                </a:lnTo>
                <a:cubicBezTo>
                  <a:pt x="3550" y="4668"/>
                  <a:pt x="3582" y="4700"/>
                  <a:pt x="3621" y="4700"/>
                </a:cubicBezTo>
                <a:lnTo>
                  <a:pt x="3677" y="4700"/>
                </a:lnTo>
                <a:cubicBezTo>
                  <a:pt x="3661" y="4735"/>
                  <a:pt x="3648" y="4772"/>
                  <a:pt x="3643" y="4812"/>
                </a:cubicBezTo>
                <a:cubicBezTo>
                  <a:pt x="3502" y="4774"/>
                  <a:pt x="3347" y="4816"/>
                  <a:pt x="3246" y="4915"/>
                </a:cubicBezTo>
                <a:cubicBezTo>
                  <a:pt x="3183" y="4822"/>
                  <a:pt x="3083" y="4757"/>
                  <a:pt x="2971" y="4738"/>
                </a:cubicBezTo>
                <a:cubicBezTo>
                  <a:pt x="2973" y="4727"/>
                  <a:pt x="2973" y="4717"/>
                  <a:pt x="2973" y="4706"/>
                </a:cubicBezTo>
                <a:cubicBezTo>
                  <a:pt x="2973" y="4704"/>
                  <a:pt x="2972" y="4702"/>
                  <a:pt x="2972" y="4700"/>
                </a:cubicBezTo>
                <a:close/>
                <a:moveTo>
                  <a:pt x="1608" y="4097"/>
                </a:moveTo>
                <a:lnTo>
                  <a:pt x="1608" y="3738"/>
                </a:lnTo>
                <a:lnTo>
                  <a:pt x="1908" y="3437"/>
                </a:lnTo>
                <a:lnTo>
                  <a:pt x="1908" y="4097"/>
                </a:lnTo>
                <a:lnTo>
                  <a:pt x="1608" y="4097"/>
                </a:lnTo>
                <a:close/>
                <a:moveTo>
                  <a:pt x="2052" y="3336"/>
                </a:moveTo>
                <a:lnTo>
                  <a:pt x="2264" y="3336"/>
                </a:lnTo>
                <a:cubicBezTo>
                  <a:pt x="2304" y="3336"/>
                  <a:pt x="2336" y="3304"/>
                  <a:pt x="2336" y="3264"/>
                </a:cubicBezTo>
                <a:cubicBezTo>
                  <a:pt x="2336" y="3259"/>
                  <a:pt x="2334" y="3254"/>
                  <a:pt x="2333" y="3250"/>
                </a:cubicBezTo>
                <a:cubicBezTo>
                  <a:pt x="2334" y="3245"/>
                  <a:pt x="2336" y="3240"/>
                  <a:pt x="2336" y="3235"/>
                </a:cubicBezTo>
                <a:lnTo>
                  <a:pt x="2336" y="2115"/>
                </a:lnTo>
                <a:lnTo>
                  <a:pt x="2524" y="1927"/>
                </a:lnTo>
                <a:lnTo>
                  <a:pt x="2524" y="3642"/>
                </a:lnTo>
                <a:cubicBezTo>
                  <a:pt x="2288" y="3674"/>
                  <a:pt x="2101" y="3861"/>
                  <a:pt x="2069" y="4097"/>
                </a:cubicBezTo>
                <a:lnTo>
                  <a:pt x="2052" y="4097"/>
                </a:lnTo>
                <a:lnTo>
                  <a:pt x="2052" y="3336"/>
                </a:lnTo>
                <a:close/>
                <a:moveTo>
                  <a:pt x="3001" y="584"/>
                </a:moveTo>
                <a:lnTo>
                  <a:pt x="3267" y="584"/>
                </a:lnTo>
                <a:lnTo>
                  <a:pt x="3267" y="1136"/>
                </a:lnTo>
                <a:cubicBezTo>
                  <a:pt x="3053" y="1174"/>
                  <a:pt x="2889" y="1361"/>
                  <a:pt x="2889" y="1586"/>
                </a:cubicBezTo>
                <a:cubicBezTo>
                  <a:pt x="2889" y="1610"/>
                  <a:pt x="2892" y="1633"/>
                  <a:pt x="2895" y="1656"/>
                </a:cubicBezTo>
                <a:lnTo>
                  <a:pt x="2668" y="1656"/>
                </a:lnTo>
                <a:lnTo>
                  <a:pt x="2668" y="1586"/>
                </a:lnTo>
                <a:cubicBezTo>
                  <a:pt x="2668" y="1195"/>
                  <a:pt x="2831" y="844"/>
                  <a:pt x="3001" y="584"/>
                </a:cubicBezTo>
                <a:close/>
                <a:moveTo>
                  <a:pt x="4010" y="1799"/>
                </a:moveTo>
                <a:lnTo>
                  <a:pt x="4010" y="3642"/>
                </a:lnTo>
                <a:cubicBezTo>
                  <a:pt x="3774" y="3674"/>
                  <a:pt x="3587" y="3861"/>
                  <a:pt x="3555" y="4097"/>
                </a:cubicBezTo>
                <a:lnTo>
                  <a:pt x="3418" y="4097"/>
                </a:lnTo>
                <a:lnTo>
                  <a:pt x="3418" y="2037"/>
                </a:lnTo>
                <a:cubicBezTo>
                  <a:pt x="3562" y="2014"/>
                  <a:pt x="3684" y="1924"/>
                  <a:pt x="3750" y="1799"/>
                </a:cubicBezTo>
                <a:lnTo>
                  <a:pt x="4010" y="1799"/>
                </a:lnTo>
                <a:lnTo>
                  <a:pt x="4010" y="1799"/>
                </a:lnTo>
                <a:close/>
                <a:moveTo>
                  <a:pt x="4471" y="4348"/>
                </a:moveTo>
                <a:lnTo>
                  <a:pt x="3693" y="4348"/>
                </a:lnTo>
                <a:lnTo>
                  <a:pt x="3693" y="4168"/>
                </a:lnTo>
                <a:cubicBezTo>
                  <a:pt x="3693" y="3954"/>
                  <a:pt x="3867" y="3780"/>
                  <a:pt x="4082" y="3780"/>
                </a:cubicBezTo>
                <a:cubicBezTo>
                  <a:pt x="4296" y="3780"/>
                  <a:pt x="4471" y="3954"/>
                  <a:pt x="4471" y="4168"/>
                </a:cubicBezTo>
                <a:lnTo>
                  <a:pt x="4471" y="4348"/>
                </a:lnTo>
                <a:close/>
                <a:moveTo>
                  <a:pt x="3123" y="4097"/>
                </a:moveTo>
                <a:cubicBezTo>
                  <a:pt x="3091" y="3861"/>
                  <a:pt x="2904" y="3674"/>
                  <a:pt x="2668" y="3642"/>
                </a:cubicBezTo>
                <a:lnTo>
                  <a:pt x="2668" y="1799"/>
                </a:lnTo>
                <a:lnTo>
                  <a:pt x="2942" y="1799"/>
                </a:lnTo>
                <a:cubicBezTo>
                  <a:pt x="3008" y="1924"/>
                  <a:pt x="3130" y="2014"/>
                  <a:pt x="3275" y="2037"/>
                </a:cubicBezTo>
                <a:lnTo>
                  <a:pt x="3275" y="4097"/>
                </a:lnTo>
                <a:lnTo>
                  <a:pt x="3123" y="4097"/>
                </a:lnTo>
                <a:lnTo>
                  <a:pt x="3123" y="4097"/>
                </a:lnTo>
                <a:close/>
                <a:moveTo>
                  <a:pt x="2207" y="4348"/>
                </a:moveTo>
                <a:lnTo>
                  <a:pt x="2207" y="4168"/>
                </a:lnTo>
                <a:cubicBezTo>
                  <a:pt x="2207" y="3954"/>
                  <a:pt x="2382" y="3780"/>
                  <a:pt x="2596" y="3780"/>
                </a:cubicBezTo>
                <a:cubicBezTo>
                  <a:pt x="2810" y="3780"/>
                  <a:pt x="2985" y="3954"/>
                  <a:pt x="2985" y="4168"/>
                </a:cubicBezTo>
                <a:lnTo>
                  <a:pt x="2985" y="4348"/>
                </a:lnTo>
                <a:lnTo>
                  <a:pt x="2207" y="4348"/>
                </a:lnTo>
                <a:close/>
                <a:moveTo>
                  <a:pt x="2207" y="4491"/>
                </a:moveTo>
                <a:lnTo>
                  <a:pt x="2349" y="4491"/>
                </a:lnTo>
                <a:cubicBezTo>
                  <a:pt x="2333" y="4512"/>
                  <a:pt x="2319" y="4533"/>
                  <a:pt x="2308" y="4557"/>
                </a:cubicBezTo>
                <a:lnTo>
                  <a:pt x="2207" y="4557"/>
                </a:lnTo>
                <a:lnTo>
                  <a:pt x="2207" y="4491"/>
                </a:lnTo>
                <a:lnTo>
                  <a:pt x="2207" y="4491"/>
                </a:lnTo>
                <a:close/>
                <a:moveTo>
                  <a:pt x="2623" y="4499"/>
                </a:moveTo>
                <a:cubicBezTo>
                  <a:pt x="2678" y="4499"/>
                  <a:pt x="2728" y="4522"/>
                  <a:pt x="2765" y="4557"/>
                </a:cubicBezTo>
                <a:lnTo>
                  <a:pt x="2480" y="4557"/>
                </a:lnTo>
                <a:cubicBezTo>
                  <a:pt x="2518" y="4522"/>
                  <a:pt x="2568" y="4499"/>
                  <a:pt x="2623" y="4499"/>
                </a:cubicBezTo>
                <a:close/>
                <a:moveTo>
                  <a:pt x="2897" y="4491"/>
                </a:moveTo>
                <a:lnTo>
                  <a:pt x="2985" y="4491"/>
                </a:lnTo>
                <a:lnTo>
                  <a:pt x="2985" y="4557"/>
                </a:lnTo>
                <a:lnTo>
                  <a:pt x="2938" y="4557"/>
                </a:lnTo>
                <a:cubicBezTo>
                  <a:pt x="2927" y="4533"/>
                  <a:pt x="2913" y="4512"/>
                  <a:pt x="2897" y="4491"/>
                </a:cubicBezTo>
                <a:close/>
                <a:moveTo>
                  <a:pt x="3693" y="4557"/>
                </a:moveTo>
                <a:lnTo>
                  <a:pt x="3693" y="4491"/>
                </a:lnTo>
                <a:lnTo>
                  <a:pt x="3885" y="4491"/>
                </a:lnTo>
                <a:cubicBezTo>
                  <a:pt x="3847" y="4508"/>
                  <a:pt x="3811" y="4530"/>
                  <a:pt x="3780" y="4557"/>
                </a:cubicBezTo>
                <a:lnTo>
                  <a:pt x="3693" y="4557"/>
                </a:lnTo>
                <a:close/>
                <a:moveTo>
                  <a:pt x="4010" y="1656"/>
                </a:moveTo>
                <a:lnTo>
                  <a:pt x="3797" y="1656"/>
                </a:lnTo>
                <a:cubicBezTo>
                  <a:pt x="3801" y="1633"/>
                  <a:pt x="3803" y="1610"/>
                  <a:pt x="3803" y="1586"/>
                </a:cubicBezTo>
                <a:cubicBezTo>
                  <a:pt x="3803" y="1356"/>
                  <a:pt x="3632" y="1166"/>
                  <a:pt x="3411" y="1134"/>
                </a:cubicBezTo>
                <a:lnTo>
                  <a:pt x="3411" y="584"/>
                </a:lnTo>
                <a:lnTo>
                  <a:pt x="3677" y="584"/>
                </a:lnTo>
                <a:cubicBezTo>
                  <a:pt x="3847" y="844"/>
                  <a:pt x="4010" y="1195"/>
                  <a:pt x="4010" y="1586"/>
                </a:cubicBezTo>
                <a:lnTo>
                  <a:pt x="4010" y="1656"/>
                </a:lnTo>
                <a:lnTo>
                  <a:pt x="4010" y="1656"/>
                </a:lnTo>
                <a:close/>
                <a:moveTo>
                  <a:pt x="3339" y="166"/>
                </a:moveTo>
                <a:cubicBezTo>
                  <a:pt x="3389" y="215"/>
                  <a:pt x="3478" y="310"/>
                  <a:pt x="3576" y="441"/>
                </a:cubicBezTo>
                <a:lnTo>
                  <a:pt x="3101" y="441"/>
                </a:lnTo>
                <a:cubicBezTo>
                  <a:pt x="3200" y="310"/>
                  <a:pt x="3289" y="215"/>
                  <a:pt x="3339" y="166"/>
                </a:cubicBezTo>
                <a:close/>
                <a:moveTo>
                  <a:pt x="5540" y="6068"/>
                </a:moveTo>
                <a:lnTo>
                  <a:pt x="1123" y="6068"/>
                </a:lnTo>
                <a:cubicBezTo>
                  <a:pt x="520" y="5487"/>
                  <a:pt x="144" y="4673"/>
                  <a:pt x="144" y="3772"/>
                </a:cubicBezTo>
                <a:cubicBezTo>
                  <a:pt x="144" y="2216"/>
                  <a:pt x="1280" y="883"/>
                  <a:pt x="2802" y="629"/>
                </a:cubicBezTo>
                <a:cubicBezTo>
                  <a:pt x="2652" y="890"/>
                  <a:pt x="2524" y="1219"/>
                  <a:pt x="2524" y="1586"/>
                </a:cubicBezTo>
                <a:lnTo>
                  <a:pt x="2524" y="1725"/>
                </a:lnTo>
                <a:lnTo>
                  <a:pt x="2214" y="2035"/>
                </a:lnTo>
                <a:cubicBezTo>
                  <a:pt x="2207" y="2042"/>
                  <a:pt x="2202" y="2050"/>
                  <a:pt x="2198" y="2058"/>
                </a:cubicBezTo>
                <a:cubicBezTo>
                  <a:pt x="2195" y="2067"/>
                  <a:pt x="2193" y="2076"/>
                  <a:pt x="2193" y="2086"/>
                </a:cubicBezTo>
                <a:lnTo>
                  <a:pt x="2193" y="3193"/>
                </a:lnTo>
                <a:lnTo>
                  <a:pt x="1980" y="3193"/>
                </a:lnTo>
                <a:cubicBezTo>
                  <a:pt x="1971" y="3193"/>
                  <a:pt x="1962" y="3195"/>
                  <a:pt x="1953" y="3198"/>
                </a:cubicBezTo>
                <a:cubicBezTo>
                  <a:pt x="1944" y="3202"/>
                  <a:pt x="1936" y="3207"/>
                  <a:pt x="1930" y="3214"/>
                </a:cubicBezTo>
                <a:lnTo>
                  <a:pt x="1486" y="3657"/>
                </a:lnTo>
                <a:cubicBezTo>
                  <a:pt x="1479" y="3664"/>
                  <a:pt x="1474" y="3672"/>
                  <a:pt x="1471" y="3681"/>
                </a:cubicBezTo>
                <a:cubicBezTo>
                  <a:pt x="1467" y="3689"/>
                  <a:pt x="1465" y="3699"/>
                  <a:pt x="1465" y="3708"/>
                </a:cubicBezTo>
                <a:lnTo>
                  <a:pt x="1465" y="4168"/>
                </a:lnTo>
                <a:cubicBezTo>
                  <a:pt x="1465" y="4208"/>
                  <a:pt x="1497" y="4240"/>
                  <a:pt x="1537" y="4240"/>
                </a:cubicBezTo>
                <a:lnTo>
                  <a:pt x="2064" y="4240"/>
                </a:lnTo>
                <a:lnTo>
                  <a:pt x="2064" y="4629"/>
                </a:lnTo>
                <a:cubicBezTo>
                  <a:pt x="2064" y="4668"/>
                  <a:pt x="2096" y="4700"/>
                  <a:pt x="2136" y="4700"/>
                </a:cubicBezTo>
                <a:lnTo>
                  <a:pt x="2273" y="4700"/>
                </a:lnTo>
                <a:cubicBezTo>
                  <a:pt x="2273" y="4702"/>
                  <a:pt x="2273" y="4704"/>
                  <a:pt x="2273" y="4706"/>
                </a:cubicBezTo>
                <a:cubicBezTo>
                  <a:pt x="2273" y="4767"/>
                  <a:pt x="2289" y="4826"/>
                  <a:pt x="2319" y="4879"/>
                </a:cubicBezTo>
                <a:cubicBezTo>
                  <a:pt x="2240" y="4944"/>
                  <a:pt x="2194" y="5040"/>
                  <a:pt x="2193" y="5145"/>
                </a:cubicBezTo>
                <a:cubicBezTo>
                  <a:pt x="2074" y="5131"/>
                  <a:pt x="1957" y="5159"/>
                  <a:pt x="1858" y="5222"/>
                </a:cubicBezTo>
                <a:cubicBezTo>
                  <a:pt x="1747" y="5151"/>
                  <a:pt x="1611" y="5125"/>
                  <a:pt x="1480" y="5151"/>
                </a:cubicBezTo>
                <a:cubicBezTo>
                  <a:pt x="1413" y="4950"/>
                  <a:pt x="1229" y="4808"/>
                  <a:pt x="1013" y="4798"/>
                </a:cubicBezTo>
                <a:cubicBezTo>
                  <a:pt x="930" y="4613"/>
                  <a:pt x="746" y="4492"/>
                  <a:pt x="540" y="4492"/>
                </a:cubicBezTo>
                <a:cubicBezTo>
                  <a:pt x="500" y="4492"/>
                  <a:pt x="468" y="4524"/>
                  <a:pt x="468" y="4564"/>
                </a:cubicBezTo>
                <a:cubicBezTo>
                  <a:pt x="468" y="4604"/>
                  <a:pt x="500" y="4636"/>
                  <a:pt x="540" y="4636"/>
                </a:cubicBezTo>
                <a:cubicBezTo>
                  <a:pt x="702" y="4636"/>
                  <a:pt x="845" y="4739"/>
                  <a:pt x="896" y="4893"/>
                </a:cubicBezTo>
                <a:cubicBezTo>
                  <a:pt x="907" y="4923"/>
                  <a:pt x="936" y="4943"/>
                  <a:pt x="968" y="4942"/>
                </a:cubicBezTo>
                <a:lnTo>
                  <a:pt x="988" y="4941"/>
                </a:lnTo>
                <a:cubicBezTo>
                  <a:pt x="1171" y="4941"/>
                  <a:pt x="1326" y="5072"/>
                  <a:pt x="1358" y="5252"/>
                </a:cubicBezTo>
                <a:cubicBezTo>
                  <a:pt x="1361" y="5273"/>
                  <a:pt x="1374" y="5291"/>
                  <a:pt x="1392" y="5302"/>
                </a:cubicBezTo>
                <a:cubicBezTo>
                  <a:pt x="1410" y="5312"/>
                  <a:pt x="1432" y="5315"/>
                  <a:pt x="1452" y="5307"/>
                </a:cubicBezTo>
                <a:cubicBezTo>
                  <a:pt x="1577" y="5262"/>
                  <a:pt x="1712" y="5286"/>
                  <a:pt x="1813" y="5366"/>
                </a:cubicBezTo>
                <a:cubicBezTo>
                  <a:pt x="1839" y="5387"/>
                  <a:pt x="1876" y="5387"/>
                  <a:pt x="1902" y="5366"/>
                </a:cubicBezTo>
                <a:cubicBezTo>
                  <a:pt x="2002" y="5287"/>
                  <a:pt x="2134" y="5263"/>
                  <a:pt x="2257" y="5305"/>
                </a:cubicBezTo>
                <a:cubicBezTo>
                  <a:pt x="2282" y="5314"/>
                  <a:pt x="2311" y="5307"/>
                  <a:pt x="2330" y="5288"/>
                </a:cubicBezTo>
                <a:cubicBezTo>
                  <a:pt x="2350" y="5268"/>
                  <a:pt x="2356" y="5240"/>
                  <a:pt x="2347" y="5214"/>
                </a:cubicBezTo>
                <a:cubicBezTo>
                  <a:pt x="2340" y="5192"/>
                  <a:pt x="2336" y="5170"/>
                  <a:pt x="2336" y="5147"/>
                </a:cubicBezTo>
                <a:cubicBezTo>
                  <a:pt x="2336" y="5068"/>
                  <a:pt x="2381" y="4997"/>
                  <a:pt x="2452" y="4962"/>
                </a:cubicBezTo>
                <a:cubicBezTo>
                  <a:pt x="2473" y="4951"/>
                  <a:pt x="2488" y="4932"/>
                  <a:pt x="2492" y="4910"/>
                </a:cubicBezTo>
                <a:cubicBezTo>
                  <a:pt x="2496" y="4887"/>
                  <a:pt x="2489" y="4864"/>
                  <a:pt x="2473" y="4848"/>
                </a:cubicBezTo>
                <a:cubicBezTo>
                  <a:pt x="2436" y="4809"/>
                  <a:pt x="2416" y="4759"/>
                  <a:pt x="2416" y="4706"/>
                </a:cubicBezTo>
                <a:cubicBezTo>
                  <a:pt x="2416" y="4704"/>
                  <a:pt x="2417" y="4702"/>
                  <a:pt x="2417" y="4700"/>
                </a:cubicBezTo>
                <a:lnTo>
                  <a:pt x="2829" y="4700"/>
                </a:lnTo>
                <a:cubicBezTo>
                  <a:pt x="2829" y="4702"/>
                  <a:pt x="2830" y="4704"/>
                  <a:pt x="2830" y="4706"/>
                </a:cubicBezTo>
                <a:cubicBezTo>
                  <a:pt x="2830" y="4731"/>
                  <a:pt x="2825" y="4755"/>
                  <a:pt x="2816" y="4779"/>
                </a:cubicBezTo>
                <a:cubicBezTo>
                  <a:pt x="2808" y="4802"/>
                  <a:pt x="2814" y="4827"/>
                  <a:pt x="2829" y="4847"/>
                </a:cubicBezTo>
                <a:cubicBezTo>
                  <a:pt x="2843" y="4866"/>
                  <a:pt x="2869" y="4877"/>
                  <a:pt x="2894" y="4875"/>
                </a:cubicBezTo>
                <a:lnTo>
                  <a:pt x="2901" y="4875"/>
                </a:lnTo>
                <a:cubicBezTo>
                  <a:pt x="3022" y="4875"/>
                  <a:pt x="3130" y="4956"/>
                  <a:pt x="3163" y="5072"/>
                </a:cubicBezTo>
                <a:cubicBezTo>
                  <a:pt x="3171" y="5100"/>
                  <a:pt x="3195" y="5120"/>
                  <a:pt x="3224" y="5123"/>
                </a:cubicBezTo>
                <a:cubicBezTo>
                  <a:pt x="3253" y="5126"/>
                  <a:pt x="3281" y="5111"/>
                  <a:pt x="3295" y="5085"/>
                </a:cubicBezTo>
                <a:cubicBezTo>
                  <a:pt x="3343" y="4996"/>
                  <a:pt x="3435" y="4941"/>
                  <a:pt x="3536" y="4941"/>
                </a:cubicBezTo>
                <a:cubicBezTo>
                  <a:pt x="3585" y="4941"/>
                  <a:pt x="3634" y="4954"/>
                  <a:pt x="3677" y="4981"/>
                </a:cubicBezTo>
                <a:cubicBezTo>
                  <a:pt x="3701" y="4995"/>
                  <a:pt x="3731" y="4995"/>
                  <a:pt x="3754" y="4980"/>
                </a:cubicBezTo>
                <a:cubicBezTo>
                  <a:pt x="3777" y="4964"/>
                  <a:pt x="3790" y="4937"/>
                  <a:pt x="3786" y="4909"/>
                </a:cubicBezTo>
                <a:cubicBezTo>
                  <a:pt x="3784" y="4896"/>
                  <a:pt x="3782" y="4883"/>
                  <a:pt x="3782" y="4869"/>
                </a:cubicBezTo>
                <a:cubicBezTo>
                  <a:pt x="3782" y="4805"/>
                  <a:pt x="3805" y="4747"/>
                  <a:pt x="3842" y="4700"/>
                </a:cubicBezTo>
                <a:lnTo>
                  <a:pt x="4267" y="4700"/>
                </a:lnTo>
                <a:cubicBezTo>
                  <a:pt x="4304" y="4747"/>
                  <a:pt x="4327" y="4805"/>
                  <a:pt x="4327" y="4869"/>
                </a:cubicBezTo>
                <a:cubicBezTo>
                  <a:pt x="4327" y="4921"/>
                  <a:pt x="4312" y="4971"/>
                  <a:pt x="4285" y="5015"/>
                </a:cubicBezTo>
                <a:cubicBezTo>
                  <a:pt x="4272" y="5034"/>
                  <a:pt x="4270" y="5058"/>
                  <a:pt x="4278" y="5079"/>
                </a:cubicBezTo>
                <a:cubicBezTo>
                  <a:pt x="4287" y="5101"/>
                  <a:pt x="4305" y="5117"/>
                  <a:pt x="4327" y="5123"/>
                </a:cubicBezTo>
                <a:cubicBezTo>
                  <a:pt x="4457" y="5156"/>
                  <a:pt x="4561" y="5257"/>
                  <a:pt x="4596" y="5387"/>
                </a:cubicBezTo>
                <a:cubicBezTo>
                  <a:pt x="4603" y="5412"/>
                  <a:pt x="4624" y="5432"/>
                  <a:pt x="4649" y="5437"/>
                </a:cubicBezTo>
                <a:cubicBezTo>
                  <a:pt x="4655" y="5439"/>
                  <a:pt x="4660" y="5439"/>
                  <a:pt x="4665" y="5439"/>
                </a:cubicBezTo>
                <a:cubicBezTo>
                  <a:pt x="4686" y="5439"/>
                  <a:pt x="4706" y="5431"/>
                  <a:pt x="4719" y="5415"/>
                </a:cubicBezTo>
                <a:cubicBezTo>
                  <a:pt x="4791" y="5332"/>
                  <a:pt x="4895" y="5285"/>
                  <a:pt x="5003" y="5285"/>
                </a:cubicBezTo>
                <a:cubicBezTo>
                  <a:pt x="5070" y="5285"/>
                  <a:pt x="5136" y="5303"/>
                  <a:pt x="5194" y="5338"/>
                </a:cubicBezTo>
                <a:cubicBezTo>
                  <a:pt x="5216" y="5350"/>
                  <a:pt x="5242" y="5351"/>
                  <a:pt x="5264" y="5340"/>
                </a:cubicBezTo>
                <a:cubicBezTo>
                  <a:pt x="5286" y="5328"/>
                  <a:pt x="5300" y="5307"/>
                  <a:pt x="5302" y="5282"/>
                </a:cubicBezTo>
                <a:cubicBezTo>
                  <a:pt x="5320" y="5087"/>
                  <a:pt x="5481" y="4940"/>
                  <a:pt x="5677" y="4940"/>
                </a:cubicBezTo>
                <a:cubicBezTo>
                  <a:pt x="5694" y="4940"/>
                  <a:pt x="5712" y="4942"/>
                  <a:pt x="5729" y="4945"/>
                </a:cubicBezTo>
                <a:cubicBezTo>
                  <a:pt x="5762" y="4949"/>
                  <a:pt x="5793" y="4931"/>
                  <a:pt x="5806" y="4900"/>
                </a:cubicBezTo>
                <a:cubicBezTo>
                  <a:pt x="5863" y="4756"/>
                  <a:pt x="6000" y="4663"/>
                  <a:pt x="6155" y="4663"/>
                </a:cubicBezTo>
                <a:cubicBezTo>
                  <a:pt x="6194" y="4663"/>
                  <a:pt x="6226" y="4630"/>
                  <a:pt x="6226" y="4591"/>
                </a:cubicBezTo>
                <a:cubicBezTo>
                  <a:pt x="6226" y="4551"/>
                  <a:pt x="6194" y="4519"/>
                  <a:pt x="6155" y="4519"/>
                </a:cubicBezTo>
                <a:cubicBezTo>
                  <a:pt x="5959" y="4519"/>
                  <a:pt x="5784" y="4627"/>
                  <a:pt x="5695" y="4798"/>
                </a:cubicBezTo>
                <a:cubicBezTo>
                  <a:pt x="5689" y="4797"/>
                  <a:pt x="5683" y="4797"/>
                  <a:pt x="5676" y="4797"/>
                </a:cubicBezTo>
                <a:cubicBezTo>
                  <a:pt x="5440" y="4797"/>
                  <a:pt x="5240" y="4953"/>
                  <a:pt x="5178" y="5172"/>
                </a:cubicBezTo>
                <a:cubicBezTo>
                  <a:pt x="5016" y="5114"/>
                  <a:pt x="4829" y="5143"/>
                  <a:pt x="4693" y="5244"/>
                </a:cubicBezTo>
                <a:cubicBezTo>
                  <a:pt x="4639" y="5142"/>
                  <a:pt x="4551" y="5060"/>
                  <a:pt x="4445" y="5012"/>
                </a:cubicBezTo>
                <a:cubicBezTo>
                  <a:pt x="4462" y="4966"/>
                  <a:pt x="4471" y="4918"/>
                  <a:pt x="4471" y="4869"/>
                </a:cubicBezTo>
                <a:cubicBezTo>
                  <a:pt x="4471" y="4809"/>
                  <a:pt x="4457" y="4752"/>
                  <a:pt x="4434" y="4700"/>
                </a:cubicBezTo>
                <a:lnTo>
                  <a:pt x="4542" y="4700"/>
                </a:lnTo>
                <a:cubicBezTo>
                  <a:pt x="4582" y="4700"/>
                  <a:pt x="4614" y="4668"/>
                  <a:pt x="4614" y="4629"/>
                </a:cubicBezTo>
                <a:lnTo>
                  <a:pt x="4614" y="4458"/>
                </a:lnTo>
                <a:cubicBezTo>
                  <a:pt x="4621" y="4447"/>
                  <a:pt x="4627" y="4434"/>
                  <a:pt x="4627" y="4419"/>
                </a:cubicBezTo>
                <a:cubicBezTo>
                  <a:pt x="4627" y="4405"/>
                  <a:pt x="4622" y="4392"/>
                  <a:pt x="4614" y="4380"/>
                </a:cubicBezTo>
                <a:lnTo>
                  <a:pt x="4614" y="4240"/>
                </a:lnTo>
                <a:lnTo>
                  <a:pt x="5141" y="4240"/>
                </a:lnTo>
                <a:cubicBezTo>
                  <a:pt x="5181" y="4240"/>
                  <a:pt x="5213" y="4208"/>
                  <a:pt x="5213" y="4168"/>
                </a:cubicBezTo>
                <a:lnTo>
                  <a:pt x="5213" y="3708"/>
                </a:lnTo>
                <a:cubicBezTo>
                  <a:pt x="5213" y="3699"/>
                  <a:pt x="5211" y="3689"/>
                  <a:pt x="5207" y="3681"/>
                </a:cubicBezTo>
                <a:cubicBezTo>
                  <a:pt x="5204" y="3672"/>
                  <a:pt x="5198" y="3664"/>
                  <a:pt x="5192" y="3657"/>
                </a:cubicBezTo>
                <a:lnTo>
                  <a:pt x="4748" y="3214"/>
                </a:lnTo>
                <a:cubicBezTo>
                  <a:pt x="4742" y="3207"/>
                  <a:pt x="4734" y="3202"/>
                  <a:pt x="4725" y="3198"/>
                </a:cubicBezTo>
                <a:cubicBezTo>
                  <a:pt x="4716" y="3195"/>
                  <a:pt x="4707" y="3193"/>
                  <a:pt x="4697" y="3193"/>
                </a:cubicBezTo>
                <a:lnTo>
                  <a:pt x="4485" y="3193"/>
                </a:lnTo>
                <a:lnTo>
                  <a:pt x="4485" y="2086"/>
                </a:lnTo>
                <a:cubicBezTo>
                  <a:pt x="4485" y="2076"/>
                  <a:pt x="4483" y="2067"/>
                  <a:pt x="4479" y="2058"/>
                </a:cubicBezTo>
                <a:cubicBezTo>
                  <a:pt x="4476" y="2050"/>
                  <a:pt x="4470" y="2042"/>
                  <a:pt x="4464" y="2035"/>
                </a:cubicBezTo>
                <a:lnTo>
                  <a:pt x="4154" y="1725"/>
                </a:lnTo>
                <a:lnTo>
                  <a:pt x="4154" y="1586"/>
                </a:lnTo>
                <a:cubicBezTo>
                  <a:pt x="4154" y="1220"/>
                  <a:pt x="4027" y="892"/>
                  <a:pt x="3877" y="632"/>
                </a:cubicBezTo>
                <a:cubicBezTo>
                  <a:pt x="5389" y="893"/>
                  <a:pt x="6519" y="2228"/>
                  <a:pt x="6519" y="3772"/>
                </a:cubicBezTo>
                <a:cubicBezTo>
                  <a:pt x="6519" y="4673"/>
                  <a:pt x="6143" y="5487"/>
                  <a:pt x="5540" y="6068"/>
                </a:cubicBezTo>
                <a:close/>
              </a:path>
            </a:pathLst>
          </a:custGeom>
          <a:gradFill>
            <a:gsLst>
              <a:gs pos="100000">
                <a:srgbClr val="00FEFE">
                  <a:alpha val="31000"/>
                </a:srgbClr>
              </a:gs>
              <a:gs pos="0">
                <a:srgbClr val="23FEFE"/>
              </a:gs>
              <a:gs pos="55000">
                <a:srgbClr val="6BFAFD">
                  <a:alpha val="28000"/>
                </a:srgbClr>
              </a:gs>
            </a:gsLst>
            <a:lin ang="10800000" scaled="1"/>
          </a:gradFill>
          <a:ln>
            <a:noFill/>
          </a:ln>
        </p:spPr>
        <p:txBody>
          <a:bodyPr/>
          <a:lstStyle/>
          <a:p>
            <a:endParaRPr/>
          </a:p>
        </p:txBody>
      </p:sp>
      <p:cxnSp>
        <p:nvCxnSpPr>
          <p:cNvPr id="20" name="直接连接符 19">
            <a:extLst>
              <a:ext uri="{FF2B5EF4-FFF2-40B4-BE49-F238E27FC236}">
                <a16:creationId xmlns="" xmlns:p14="http://schemas.microsoft.com/office/powerpoint/2010/main" xmlns:p15="http://schemas.microsoft.com/office/powerpoint/2012/main" xmlns:a16="http://schemas.microsoft.com/office/drawing/2014/main" id="{1817D6B9-7DDF-459E-BEA2-3F8465EC1914}"/>
              </a:ext>
            </a:extLst>
          </p:cNvPr>
          <p:cNvCxnSpPr/>
          <p:nvPr/>
        </p:nvCxnSpPr>
        <p:spPr>
          <a:xfrm>
            <a:off x="1202875" y="3417663"/>
            <a:ext cx="558993" cy="0"/>
          </a:xfrm>
          <a:prstGeom prst="line">
            <a:avLst/>
          </a:prstGeom>
          <a:ln w="28575">
            <a:solidFill>
              <a:srgbClr val="6BFAFD">
                <a:alpha val="52941"/>
              </a:srgbClr>
            </a:solidFill>
            <a:prstDash val="soli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 xmlns:p14="http://schemas.microsoft.com/office/powerpoint/2010/main" xmlns:p15="http://schemas.microsoft.com/office/powerpoint/2012/main" xmlns:a16="http://schemas.microsoft.com/office/drawing/2014/main" id="{4BC8FFD1-51AB-4378-B0BD-E9491D0D3A96}"/>
              </a:ext>
            </a:extLst>
          </p:cNvPr>
          <p:cNvCxnSpPr/>
          <p:nvPr/>
        </p:nvCxnSpPr>
        <p:spPr>
          <a:xfrm>
            <a:off x="4030836" y="3417663"/>
            <a:ext cx="558993" cy="0"/>
          </a:xfrm>
          <a:prstGeom prst="line">
            <a:avLst/>
          </a:prstGeom>
          <a:ln w="28575">
            <a:solidFill>
              <a:srgbClr val="6BFAFD">
                <a:alpha val="52941"/>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 xmlns:p14="http://schemas.microsoft.com/office/powerpoint/2010/main" xmlns:p15="http://schemas.microsoft.com/office/powerpoint/2012/main" xmlns:a16="http://schemas.microsoft.com/office/drawing/2014/main" id="{CA09E0C3-88FE-45AB-B58A-451609429480}"/>
              </a:ext>
            </a:extLst>
          </p:cNvPr>
          <p:cNvCxnSpPr/>
          <p:nvPr/>
        </p:nvCxnSpPr>
        <p:spPr>
          <a:xfrm>
            <a:off x="6819515" y="3417663"/>
            <a:ext cx="558993" cy="0"/>
          </a:xfrm>
          <a:prstGeom prst="line">
            <a:avLst/>
          </a:prstGeom>
          <a:ln w="28575">
            <a:solidFill>
              <a:srgbClr val="6BFAFD">
                <a:alpha val="52941"/>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 xmlns:p14="http://schemas.microsoft.com/office/powerpoint/2010/main" xmlns:p15="http://schemas.microsoft.com/office/powerpoint/2012/main" xmlns:a16="http://schemas.microsoft.com/office/drawing/2014/main" id="{3775490A-7A2C-4F38-8291-7E102B829124}"/>
              </a:ext>
            </a:extLst>
          </p:cNvPr>
          <p:cNvCxnSpPr/>
          <p:nvPr/>
        </p:nvCxnSpPr>
        <p:spPr>
          <a:xfrm flipH="1">
            <a:off x="696123" y="2059574"/>
            <a:ext cx="3346976"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 xmlns:p14="http://schemas.microsoft.com/office/powerpoint/2010/main" xmlns:p15="http://schemas.microsoft.com/office/powerpoint/2012/main" xmlns:a16="http://schemas.microsoft.com/office/drawing/2014/main" id="{9B30EA7C-4D28-4D5C-B05E-C4AFCF767BB7}"/>
              </a:ext>
            </a:extLst>
          </p:cNvPr>
          <p:cNvCxnSpPr/>
          <p:nvPr/>
        </p:nvCxnSpPr>
        <p:spPr>
          <a:xfrm>
            <a:off x="4597663" y="2059574"/>
            <a:ext cx="3346976"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25" name="TextBox 13">
            <a:extLst>
              <a:ext uri="{FF2B5EF4-FFF2-40B4-BE49-F238E27FC236}">
                <a16:creationId xmlns="" xmlns:p14="http://schemas.microsoft.com/office/powerpoint/2010/main" xmlns:p15="http://schemas.microsoft.com/office/powerpoint/2012/main" xmlns:a16="http://schemas.microsoft.com/office/drawing/2014/main" id="{EE9D7754-0DC5-4825-A2D8-723B848558F5}"/>
              </a:ext>
            </a:extLst>
          </p:cNvPr>
          <p:cNvSpPr txBox="1"/>
          <p:nvPr/>
        </p:nvSpPr>
        <p:spPr>
          <a:xfrm>
            <a:off x="3772794" y="2225796"/>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6" name="TextBox 13">
            <a:extLst>
              <a:ext uri="{FF2B5EF4-FFF2-40B4-BE49-F238E27FC236}">
                <a16:creationId xmlns="" xmlns:p14="http://schemas.microsoft.com/office/powerpoint/2010/main" xmlns:p15="http://schemas.microsoft.com/office/powerpoint/2012/main" xmlns:a16="http://schemas.microsoft.com/office/drawing/2014/main" id="{3C7FCD1E-BDC4-43B5-9F64-9BE71530CCB0}"/>
              </a:ext>
            </a:extLst>
          </p:cNvPr>
          <p:cNvSpPr txBox="1"/>
          <p:nvPr/>
        </p:nvSpPr>
        <p:spPr>
          <a:xfrm>
            <a:off x="3507150" y="2535803"/>
            <a:ext cx="1626461" cy="571310"/>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27" name="TextBox 13">
            <a:extLst>
              <a:ext uri="{FF2B5EF4-FFF2-40B4-BE49-F238E27FC236}">
                <a16:creationId xmlns="" xmlns:p14="http://schemas.microsoft.com/office/powerpoint/2010/main" xmlns:p15="http://schemas.microsoft.com/office/powerpoint/2012/main" xmlns:a16="http://schemas.microsoft.com/office/drawing/2014/main" id="{3CCB6CAB-3605-4D7B-A575-3AED1358A4D7}"/>
              </a:ext>
            </a:extLst>
          </p:cNvPr>
          <p:cNvSpPr txBox="1"/>
          <p:nvPr/>
        </p:nvSpPr>
        <p:spPr>
          <a:xfrm>
            <a:off x="940345" y="2225796"/>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8" name="TextBox 13">
            <a:extLst>
              <a:ext uri="{FF2B5EF4-FFF2-40B4-BE49-F238E27FC236}">
                <a16:creationId xmlns="" xmlns:p14="http://schemas.microsoft.com/office/powerpoint/2010/main" xmlns:p15="http://schemas.microsoft.com/office/powerpoint/2012/main" xmlns:a16="http://schemas.microsoft.com/office/drawing/2014/main" id="{3A2FF3B6-5D75-4926-967F-B7E6681992D6}"/>
              </a:ext>
            </a:extLst>
          </p:cNvPr>
          <p:cNvSpPr txBox="1"/>
          <p:nvPr/>
        </p:nvSpPr>
        <p:spPr>
          <a:xfrm>
            <a:off x="674701" y="2535803"/>
            <a:ext cx="1626461" cy="571310"/>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29" name="TextBox 13">
            <a:extLst>
              <a:ext uri="{FF2B5EF4-FFF2-40B4-BE49-F238E27FC236}">
                <a16:creationId xmlns="" xmlns:p14="http://schemas.microsoft.com/office/powerpoint/2010/main" xmlns:p15="http://schemas.microsoft.com/office/powerpoint/2012/main" xmlns:a16="http://schemas.microsoft.com/office/drawing/2014/main" id="{0B863391-12CD-47B7-8ADB-BE056D081413}"/>
              </a:ext>
            </a:extLst>
          </p:cNvPr>
          <p:cNvSpPr txBox="1"/>
          <p:nvPr/>
        </p:nvSpPr>
        <p:spPr>
          <a:xfrm>
            <a:off x="6567104" y="2225796"/>
            <a:ext cx="1095173"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30" name="TextBox 13">
            <a:extLst>
              <a:ext uri="{FF2B5EF4-FFF2-40B4-BE49-F238E27FC236}">
                <a16:creationId xmlns="" xmlns:p14="http://schemas.microsoft.com/office/powerpoint/2010/main" xmlns:p15="http://schemas.microsoft.com/office/powerpoint/2012/main" xmlns:a16="http://schemas.microsoft.com/office/drawing/2014/main" id="{E7685834-332E-4186-9EE7-D819F3E29EB4}"/>
              </a:ext>
            </a:extLst>
          </p:cNvPr>
          <p:cNvSpPr txBox="1"/>
          <p:nvPr/>
        </p:nvSpPr>
        <p:spPr>
          <a:xfrm>
            <a:off x="6301460" y="2535803"/>
            <a:ext cx="1626461" cy="571310"/>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31" name="箭头: V 形 30">
            <a:extLst>
              <a:ext uri="{FF2B5EF4-FFF2-40B4-BE49-F238E27FC236}">
                <a16:creationId xmlns="" xmlns:p14="http://schemas.microsoft.com/office/powerpoint/2010/main" xmlns:p15="http://schemas.microsoft.com/office/powerpoint/2012/main" xmlns:a16="http://schemas.microsoft.com/office/drawing/2014/main" id="{44B98F87-6551-48F9-849E-58DD241E1A65}"/>
              </a:ext>
            </a:extLst>
          </p:cNvPr>
          <p:cNvSpPr/>
          <p:nvPr/>
        </p:nvSpPr>
        <p:spPr>
          <a:xfrm rot="16200000">
            <a:off x="1432805" y="3619212"/>
            <a:ext cx="99134" cy="145745"/>
          </a:xfrm>
          <a:prstGeom prst="chevron">
            <a:avLst/>
          </a:prstGeom>
          <a:solidFill>
            <a:srgbClr val="00FEFE">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箭头: V 形 31">
            <a:extLst>
              <a:ext uri="{FF2B5EF4-FFF2-40B4-BE49-F238E27FC236}">
                <a16:creationId xmlns="" xmlns:p14="http://schemas.microsoft.com/office/powerpoint/2010/main" xmlns:p15="http://schemas.microsoft.com/office/powerpoint/2012/main" xmlns:a16="http://schemas.microsoft.com/office/drawing/2014/main" id="{07EA7F5A-41F0-4B1B-B5A9-6E62048441A9}"/>
              </a:ext>
            </a:extLst>
          </p:cNvPr>
          <p:cNvSpPr/>
          <p:nvPr/>
        </p:nvSpPr>
        <p:spPr>
          <a:xfrm rot="16200000">
            <a:off x="4269060" y="3619212"/>
            <a:ext cx="99134" cy="145745"/>
          </a:xfrm>
          <a:prstGeom prst="chevron">
            <a:avLst/>
          </a:prstGeom>
          <a:solidFill>
            <a:srgbClr val="00FEFE">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箭头: V 形 32">
            <a:extLst>
              <a:ext uri="{FF2B5EF4-FFF2-40B4-BE49-F238E27FC236}">
                <a16:creationId xmlns="" xmlns:p14="http://schemas.microsoft.com/office/powerpoint/2010/main" xmlns:p15="http://schemas.microsoft.com/office/powerpoint/2012/main" xmlns:a16="http://schemas.microsoft.com/office/drawing/2014/main" id="{E3AE4F95-AF7A-4B70-93E8-9DA1EE5F23DB}"/>
              </a:ext>
            </a:extLst>
          </p:cNvPr>
          <p:cNvSpPr/>
          <p:nvPr/>
        </p:nvSpPr>
        <p:spPr>
          <a:xfrm rot="16200000">
            <a:off x="7065123" y="3619212"/>
            <a:ext cx="99134" cy="145745"/>
          </a:xfrm>
          <a:prstGeom prst="chevron">
            <a:avLst/>
          </a:prstGeom>
          <a:solidFill>
            <a:srgbClr val="00FEFE">
              <a:alpha val="61176"/>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8354987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53" presetClass="entr" presetSubtype="0" fill="hold" nodeType="afterEffect">
                                  <p:childTnLst>
                                    <p:set>
                                      <p:cBhvr>
                                        <p:cTn id="7" dur="1" fill="hold">
                                          <p:stCondLst>
                                            <p:cond delay="0"/>
                                          </p:stCondLst>
                                        </p:cTn>
                                        <p:tgtEl>
                                          <p:spTgt spid="11"/>
                                        </p:tgtEl>
                                        <p:attrNameLst>
                                          <p:attrName>style.visibility</p:attrName>
                                        </p:attrNameLst>
                                      </p:cBhvr>
                                      <p:to>
                                        <p:strVal val="visible"/>
                                      </p:to>
                                    </p:set>
                                    <p:anim calcmode="lin" valueType="num">
                                      <p:cBhvr>
                                        <p:cTn id="8" dur="500" fill="hold"/>
                                        <p:tgtEl>
                                          <p:spTgt spid="11"/>
                                        </p:tgtEl>
                                        <p:attrNameLst>
                                          <p:attrName>ppt_w</p:attrName>
                                        </p:attrNameLst>
                                      </p:cBhvr>
                                      <p:tavLst>
                                        <p:tav tm="0">
                                          <p:val>
                                            <p:fltVal val="0"/>
                                          </p:val>
                                        </p:tav>
                                        <p:tav tm="100000">
                                          <p:val>
                                            <p:strVal val="#ppt_w"/>
                                          </p:val>
                                        </p:tav>
                                      </p:tavLst>
                                    </p:anim>
                                    <p:anim calcmode="lin" valueType="num">
                                      <p:cBhvr>
                                        <p:cTn id="9" dur="500" fill="hold"/>
                                        <p:tgtEl>
                                          <p:spTgt spid="11"/>
                                        </p:tgtEl>
                                        <p:attrNameLst>
                                          <p:attrName>ppt_h</p:attrName>
                                        </p:attrNameLst>
                                      </p:cBhvr>
                                      <p:tavLst>
                                        <p:tav tm="0">
                                          <p:val>
                                            <p:fltVal val="0"/>
                                          </p:val>
                                        </p:tav>
                                        <p:tav tm="100000">
                                          <p:val>
                                            <p:strVal val="#ppt_h"/>
                                          </p:val>
                                        </p:tav>
                                      </p:tavLst>
                                    </p:anim>
                                    <p:animEffect transition="in" filter="fade">
                                      <p:cBhvr>
                                        <p:cTn id="10" dur="500"/>
                                        <p:tgtEl>
                                          <p:spTgt spid="11"/>
                                        </p:tgtEl>
                                      </p:cBhvr>
                                    </p:animEffect>
                                  </p:childTnLst>
                                </p:cTn>
                              </p:par>
                              <p:par>
                                <p:cTn id="11" presetID="53" presetClass="entr" presetSubtype="0" fill="hold" nodeType="withEffec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par>
                                <p:cTn id="16" presetID="53" presetClass="entr" presetSubtype="0" fill="hold" nodeType="withEffec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par>
                                <p:cTn id="21" presetID="53" presetClass="entr" presetSubtype="0" fill="hold" nodeType="withEffect">
                                  <p:childTnLst>
                                    <p:set>
                                      <p:cBhvr>
                                        <p:cTn id="22" dur="1" fill="hold">
                                          <p:stCondLst>
                                            <p:cond delay="0"/>
                                          </p:stCondLst>
                                        </p:cTn>
                                        <p:tgtEl>
                                          <p:spTgt spid="23"/>
                                        </p:tgtEl>
                                        <p:attrNameLst>
                                          <p:attrName>style.visibility</p:attrName>
                                        </p:attrNameLst>
                                      </p:cBhvr>
                                      <p:to>
                                        <p:strVal val="visible"/>
                                      </p:to>
                                    </p:set>
                                    <p:anim calcmode="lin" valueType="num">
                                      <p:cBhvr>
                                        <p:cTn id="23" dur="500" fill="hold"/>
                                        <p:tgtEl>
                                          <p:spTgt spid="23"/>
                                        </p:tgtEl>
                                        <p:attrNameLst>
                                          <p:attrName>ppt_w</p:attrName>
                                        </p:attrNameLst>
                                      </p:cBhvr>
                                      <p:tavLst>
                                        <p:tav tm="0">
                                          <p:val>
                                            <p:fltVal val="0"/>
                                          </p:val>
                                        </p:tav>
                                        <p:tav tm="100000">
                                          <p:val>
                                            <p:strVal val="#ppt_w"/>
                                          </p:val>
                                        </p:tav>
                                      </p:tavLst>
                                    </p:anim>
                                    <p:anim calcmode="lin" valueType="num">
                                      <p:cBhvr>
                                        <p:cTn id="24" dur="500" fill="hold"/>
                                        <p:tgtEl>
                                          <p:spTgt spid="23"/>
                                        </p:tgtEl>
                                        <p:attrNameLst>
                                          <p:attrName>ppt_h</p:attrName>
                                        </p:attrNameLst>
                                      </p:cBhvr>
                                      <p:tavLst>
                                        <p:tav tm="0">
                                          <p:val>
                                            <p:fltVal val="0"/>
                                          </p:val>
                                        </p:tav>
                                        <p:tav tm="100000">
                                          <p:val>
                                            <p:strVal val="#ppt_h"/>
                                          </p:val>
                                        </p:tav>
                                      </p:tavLst>
                                    </p:anim>
                                    <p:animEffect transition="in" filter="fade">
                                      <p:cBhvr>
                                        <p:cTn id="25" dur="500"/>
                                        <p:tgtEl>
                                          <p:spTgt spid="23"/>
                                        </p:tgtEl>
                                      </p:cBhvr>
                                    </p:animEffect>
                                  </p:childTnLst>
                                </p:cTn>
                              </p:par>
                              <p:par>
                                <p:cTn id="26" presetID="53" presetClass="entr" presetSubtype="0" fill="hold" nodeType="withEffect">
                                  <p:childTnLst>
                                    <p:set>
                                      <p:cBhvr>
                                        <p:cTn id="27" dur="1" fill="hold">
                                          <p:stCondLst>
                                            <p:cond delay="0"/>
                                          </p:stCondLst>
                                        </p:cTn>
                                        <p:tgtEl>
                                          <p:spTgt spid="24"/>
                                        </p:tgtEl>
                                        <p:attrNameLst>
                                          <p:attrName>style.visibility</p:attrName>
                                        </p:attrNameLst>
                                      </p:cBhvr>
                                      <p:to>
                                        <p:strVal val="visible"/>
                                      </p:to>
                                    </p:set>
                                    <p:anim calcmode="lin" valueType="num">
                                      <p:cBhvr>
                                        <p:cTn id="28" dur="500" fill="hold"/>
                                        <p:tgtEl>
                                          <p:spTgt spid="24"/>
                                        </p:tgtEl>
                                        <p:attrNameLst>
                                          <p:attrName>ppt_w</p:attrName>
                                        </p:attrNameLst>
                                      </p:cBhvr>
                                      <p:tavLst>
                                        <p:tav tm="0">
                                          <p:val>
                                            <p:fltVal val="0"/>
                                          </p:val>
                                        </p:tav>
                                        <p:tav tm="100000">
                                          <p:val>
                                            <p:strVal val="#ppt_w"/>
                                          </p:val>
                                        </p:tav>
                                      </p:tavLst>
                                    </p:anim>
                                    <p:anim calcmode="lin" valueType="num">
                                      <p:cBhvr>
                                        <p:cTn id="29" dur="500" fill="hold"/>
                                        <p:tgtEl>
                                          <p:spTgt spid="24"/>
                                        </p:tgtEl>
                                        <p:attrNameLst>
                                          <p:attrName>ppt_h</p:attrName>
                                        </p:attrNameLst>
                                      </p:cBhvr>
                                      <p:tavLst>
                                        <p:tav tm="0">
                                          <p:val>
                                            <p:fltVal val="0"/>
                                          </p:val>
                                        </p:tav>
                                        <p:tav tm="100000">
                                          <p:val>
                                            <p:strVal val="#ppt_h"/>
                                          </p:val>
                                        </p:tav>
                                      </p:tavLst>
                                    </p:anim>
                                    <p:animEffect transition="in" filter="fade">
                                      <p:cBhvr>
                                        <p:cTn id="30" dur="500"/>
                                        <p:tgtEl>
                                          <p:spTgt spid="24"/>
                                        </p:tgtEl>
                                      </p:cBhvr>
                                    </p:animEffect>
                                  </p:childTnLst>
                                </p:cTn>
                              </p:par>
                              <p:par>
                                <p:cTn id="31" presetID="53" presetClass="entr" presetSubtype="0" fill="hold" grpId="0" nodeType="withEffect">
                                  <p:childTnLst>
                                    <p:set>
                                      <p:cBhvr>
                                        <p:cTn id="32" dur="1" fill="hold">
                                          <p:stCondLst>
                                            <p:cond delay="0"/>
                                          </p:stCondLst>
                                        </p:cTn>
                                        <p:tgtEl>
                                          <p:spTgt spid="25"/>
                                        </p:tgtEl>
                                        <p:attrNameLst>
                                          <p:attrName>style.visibility</p:attrName>
                                        </p:attrNameLst>
                                      </p:cBhvr>
                                      <p:to>
                                        <p:strVal val="visible"/>
                                      </p:to>
                                    </p:set>
                                    <p:anim calcmode="lin" valueType="num">
                                      <p:cBhvr>
                                        <p:cTn id="33" dur="500" fill="hold"/>
                                        <p:tgtEl>
                                          <p:spTgt spid="25"/>
                                        </p:tgtEl>
                                        <p:attrNameLst>
                                          <p:attrName>ppt_w</p:attrName>
                                        </p:attrNameLst>
                                      </p:cBhvr>
                                      <p:tavLst>
                                        <p:tav tm="0">
                                          <p:val>
                                            <p:fltVal val="0"/>
                                          </p:val>
                                        </p:tav>
                                        <p:tav tm="100000">
                                          <p:val>
                                            <p:strVal val="#ppt_w"/>
                                          </p:val>
                                        </p:tav>
                                      </p:tavLst>
                                    </p:anim>
                                    <p:anim calcmode="lin" valueType="num">
                                      <p:cBhvr>
                                        <p:cTn id="34" dur="500" fill="hold"/>
                                        <p:tgtEl>
                                          <p:spTgt spid="25"/>
                                        </p:tgtEl>
                                        <p:attrNameLst>
                                          <p:attrName>ppt_h</p:attrName>
                                        </p:attrNameLst>
                                      </p:cBhvr>
                                      <p:tavLst>
                                        <p:tav tm="0">
                                          <p:val>
                                            <p:fltVal val="0"/>
                                          </p:val>
                                        </p:tav>
                                        <p:tav tm="100000">
                                          <p:val>
                                            <p:strVal val="#ppt_h"/>
                                          </p:val>
                                        </p:tav>
                                      </p:tavLst>
                                    </p:anim>
                                    <p:animEffect transition="in" filter="fade">
                                      <p:cBhvr>
                                        <p:cTn id="35" dur="500"/>
                                        <p:tgtEl>
                                          <p:spTgt spid="25"/>
                                        </p:tgtEl>
                                      </p:cBhvr>
                                    </p:animEffect>
                                  </p:childTnLst>
                                </p:cTn>
                              </p:par>
                              <p:par>
                                <p:cTn id="36" presetID="53" presetClass="entr" presetSubtype="0" fill="hold" grpId="1" nodeType="withEffect">
                                  <p:childTnLst>
                                    <p:set>
                                      <p:cBhvr>
                                        <p:cTn id="37" dur="1" fill="hold">
                                          <p:stCondLst>
                                            <p:cond delay="0"/>
                                          </p:stCondLst>
                                        </p:cTn>
                                        <p:tgtEl>
                                          <p:spTgt spid="26"/>
                                        </p:tgtEl>
                                        <p:attrNameLst>
                                          <p:attrName>style.visibility</p:attrName>
                                        </p:attrNameLst>
                                      </p:cBhvr>
                                      <p:to>
                                        <p:strVal val="visible"/>
                                      </p:to>
                                    </p:set>
                                    <p:anim calcmode="lin" valueType="num">
                                      <p:cBhvr>
                                        <p:cTn id="38" dur="500" fill="hold"/>
                                        <p:tgtEl>
                                          <p:spTgt spid="26"/>
                                        </p:tgtEl>
                                        <p:attrNameLst>
                                          <p:attrName>ppt_w</p:attrName>
                                        </p:attrNameLst>
                                      </p:cBhvr>
                                      <p:tavLst>
                                        <p:tav tm="0">
                                          <p:val>
                                            <p:fltVal val="0"/>
                                          </p:val>
                                        </p:tav>
                                        <p:tav tm="100000">
                                          <p:val>
                                            <p:strVal val="#ppt_w"/>
                                          </p:val>
                                        </p:tav>
                                      </p:tavLst>
                                    </p:anim>
                                    <p:anim calcmode="lin" valueType="num">
                                      <p:cBhvr>
                                        <p:cTn id="39" dur="500" fill="hold"/>
                                        <p:tgtEl>
                                          <p:spTgt spid="26"/>
                                        </p:tgtEl>
                                        <p:attrNameLst>
                                          <p:attrName>ppt_h</p:attrName>
                                        </p:attrNameLst>
                                      </p:cBhvr>
                                      <p:tavLst>
                                        <p:tav tm="0">
                                          <p:val>
                                            <p:fltVal val="0"/>
                                          </p:val>
                                        </p:tav>
                                        <p:tav tm="100000">
                                          <p:val>
                                            <p:strVal val="#ppt_h"/>
                                          </p:val>
                                        </p:tav>
                                      </p:tavLst>
                                    </p:anim>
                                    <p:animEffect transition="in" filter="fade">
                                      <p:cBhvr>
                                        <p:cTn id="40" dur="500"/>
                                        <p:tgtEl>
                                          <p:spTgt spid="26"/>
                                        </p:tgtEl>
                                      </p:cBhvr>
                                    </p:animEffect>
                                  </p:childTnLst>
                                </p:cTn>
                              </p:par>
                              <p:par>
                                <p:cTn id="41" presetID="53" presetClass="entr" presetSubtype="0" fill="hold" grpId="2" nodeType="withEffect">
                                  <p:childTnLst>
                                    <p:set>
                                      <p:cBhvr>
                                        <p:cTn id="42" dur="1" fill="hold">
                                          <p:stCondLst>
                                            <p:cond delay="0"/>
                                          </p:stCondLst>
                                        </p:cTn>
                                        <p:tgtEl>
                                          <p:spTgt spid="27"/>
                                        </p:tgtEl>
                                        <p:attrNameLst>
                                          <p:attrName>style.visibility</p:attrName>
                                        </p:attrNameLst>
                                      </p:cBhvr>
                                      <p:to>
                                        <p:strVal val="visible"/>
                                      </p:to>
                                    </p:set>
                                    <p:anim calcmode="lin" valueType="num">
                                      <p:cBhvr>
                                        <p:cTn id="43" dur="500" fill="hold"/>
                                        <p:tgtEl>
                                          <p:spTgt spid="27"/>
                                        </p:tgtEl>
                                        <p:attrNameLst>
                                          <p:attrName>ppt_w</p:attrName>
                                        </p:attrNameLst>
                                      </p:cBhvr>
                                      <p:tavLst>
                                        <p:tav tm="0">
                                          <p:val>
                                            <p:fltVal val="0"/>
                                          </p:val>
                                        </p:tav>
                                        <p:tav tm="100000">
                                          <p:val>
                                            <p:strVal val="#ppt_w"/>
                                          </p:val>
                                        </p:tav>
                                      </p:tavLst>
                                    </p:anim>
                                    <p:anim calcmode="lin" valueType="num">
                                      <p:cBhvr>
                                        <p:cTn id="44" dur="500" fill="hold"/>
                                        <p:tgtEl>
                                          <p:spTgt spid="27"/>
                                        </p:tgtEl>
                                        <p:attrNameLst>
                                          <p:attrName>ppt_h</p:attrName>
                                        </p:attrNameLst>
                                      </p:cBhvr>
                                      <p:tavLst>
                                        <p:tav tm="0">
                                          <p:val>
                                            <p:fltVal val="0"/>
                                          </p:val>
                                        </p:tav>
                                        <p:tav tm="100000">
                                          <p:val>
                                            <p:strVal val="#ppt_h"/>
                                          </p:val>
                                        </p:tav>
                                      </p:tavLst>
                                    </p:anim>
                                    <p:animEffect transition="in" filter="fade">
                                      <p:cBhvr>
                                        <p:cTn id="45" dur="500"/>
                                        <p:tgtEl>
                                          <p:spTgt spid="27"/>
                                        </p:tgtEl>
                                      </p:cBhvr>
                                    </p:animEffect>
                                  </p:childTnLst>
                                </p:cTn>
                              </p:par>
                              <p:par>
                                <p:cTn id="46" presetID="53" presetClass="entr" presetSubtype="0" fill="hold" grpId="3" nodeType="withEffect">
                                  <p:childTnLst>
                                    <p:set>
                                      <p:cBhvr>
                                        <p:cTn id="47" dur="1" fill="hold">
                                          <p:stCondLst>
                                            <p:cond delay="0"/>
                                          </p:stCondLst>
                                        </p:cTn>
                                        <p:tgtEl>
                                          <p:spTgt spid="28"/>
                                        </p:tgtEl>
                                        <p:attrNameLst>
                                          <p:attrName>style.visibility</p:attrName>
                                        </p:attrNameLst>
                                      </p:cBhvr>
                                      <p:to>
                                        <p:strVal val="visible"/>
                                      </p:to>
                                    </p:set>
                                    <p:anim calcmode="lin" valueType="num">
                                      <p:cBhvr>
                                        <p:cTn id="48" dur="500" fill="hold"/>
                                        <p:tgtEl>
                                          <p:spTgt spid="28"/>
                                        </p:tgtEl>
                                        <p:attrNameLst>
                                          <p:attrName>ppt_w</p:attrName>
                                        </p:attrNameLst>
                                      </p:cBhvr>
                                      <p:tavLst>
                                        <p:tav tm="0">
                                          <p:val>
                                            <p:fltVal val="0"/>
                                          </p:val>
                                        </p:tav>
                                        <p:tav tm="100000">
                                          <p:val>
                                            <p:strVal val="#ppt_w"/>
                                          </p:val>
                                        </p:tav>
                                      </p:tavLst>
                                    </p:anim>
                                    <p:anim calcmode="lin" valueType="num">
                                      <p:cBhvr>
                                        <p:cTn id="49" dur="500" fill="hold"/>
                                        <p:tgtEl>
                                          <p:spTgt spid="28"/>
                                        </p:tgtEl>
                                        <p:attrNameLst>
                                          <p:attrName>ppt_h</p:attrName>
                                        </p:attrNameLst>
                                      </p:cBhvr>
                                      <p:tavLst>
                                        <p:tav tm="0">
                                          <p:val>
                                            <p:fltVal val="0"/>
                                          </p:val>
                                        </p:tav>
                                        <p:tav tm="100000">
                                          <p:val>
                                            <p:strVal val="#ppt_h"/>
                                          </p:val>
                                        </p:tav>
                                      </p:tavLst>
                                    </p:anim>
                                    <p:animEffect transition="in" filter="fade">
                                      <p:cBhvr>
                                        <p:cTn id="50" dur="500"/>
                                        <p:tgtEl>
                                          <p:spTgt spid="28"/>
                                        </p:tgtEl>
                                      </p:cBhvr>
                                    </p:animEffect>
                                  </p:childTnLst>
                                </p:cTn>
                              </p:par>
                              <p:par>
                                <p:cTn id="51" presetID="53" presetClass="entr" presetSubtype="0" fill="hold" grpId="4" nodeType="withEffect">
                                  <p:childTnLst>
                                    <p:set>
                                      <p:cBhvr>
                                        <p:cTn id="52" dur="1" fill="hold">
                                          <p:stCondLst>
                                            <p:cond delay="0"/>
                                          </p:stCondLst>
                                        </p:cTn>
                                        <p:tgtEl>
                                          <p:spTgt spid="29"/>
                                        </p:tgtEl>
                                        <p:attrNameLst>
                                          <p:attrName>style.visibility</p:attrName>
                                        </p:attrNameLst>
                                      </p:cBhvr>
                                      <p:to>
                                        <p:strVal val="visible"/>
                                      </p:to>
                                    </p:set>
                                    <p:anim calcmode="lin" valueType="num">
                                      <p:cBhvr>
                                        <p:cTn id="53" dur="500" fill="hold"/>
                                        <p:tgtEl>
                                          <p:spTgt spid="29"/>
                                        </p:tgtEl>
                                        <p:attrNameLst>
                                          <p:attrName>ppt_w</p:attrName>
                                        </p:attrNameLst>
                                      </p:cBhvr>
                                      <p:tavLst>
                                        <p:tav tm="0">
                                          <p:val>
                                            <p:fltVal val="0"/>
                                          </p:val>
                                        </p:tav>
                                        <p:tav tm="100000">
                                          <p:val>
                                            <p:strVal val="#ppt_w"/>
                                          </p:val>
                                        </p:tav>
                                      </p:tavLst>
                                    </p:anim>
                                    <p:anim calcmode="lin" valueType="num">
                                      <p:cBhvr>
                                        <p:cTn id="54" dur="500" fill="hold"/>
                                        <p:tgtEl>
                                          <p:spTgt spid="29"/>
                                        </p:tgtEl>
                                        <p:attrNameLst>
                                          <p:attrName>ppt_h</p:attrName>
                                        </p:attrNameLst>
                                      </p:cBhvr>
                                      <p:tavLst>
                                        <p:tav tm="0">
                                          <p:val>
                                            <p:fltVal val="0"/>
                                          </p:val>
                                        </p:tav>
                                        <p:tav tm="100000">
                                          <p:val>
                                            <p:strVal val="#ppt_h"/>
                                          </p:val>
                                        </p:tav>
                                      </p:tavLst>
                                    </p:anim>
                                    <p:animEffect transition="in" filter="fade">
                                      <p:cBhvr>
                                        <p:cTn id="55" dur="500"/>
                                        <p:tgtEl>
                                          <p:spTgt spid="29"/>
                                        </p:tgtEl>
                                      </p:cBhvr>
                                    </p:animEffect>
                                  </p:childTnLst>
                                </p:cTn>
                              </p:par>
                              <p:par>
                                <p:cTn id="56" presetID="53" presetClass="entr" presetSubtype="0" fill="hold" grpId="5" nodeType="withEffect">
                                  <p:childTnLst>
                                    <p:set>
                                      <p:cBhvr>
                                        <p:cTn id="57" dur="1" fill="hold">
                                          <p:stCondLst>
                                            <p:cond delay="0"/>
                                          </p:stCondLst>
                                        </p:cTn>
                                        <p:tgtEl>
                                          <p:spTgt spid="30"/>
                                        </p:tgtEl>
                                        <p:attrNameLst>
                                          <p:attrName>style.visibility</p:attrName>
                                        </p:attrNameLst>
                                      </p:cBhvr>
                                      <p:to>
                                        <p:strVal val="visible"/>
                                      </p:to>
                                    </p:set>
                                    <p:anim calcmode="lin" valueType="num">
                                      <p:cBhvr>
                                        <p:cTn id="58" dur="500" fill="hold"/>
                                        <p:tgtEl>
                                          <p:spTgt spid="30"/>
                                        </p:tgtEl>
                                        <p:attrNameLst>
                                          <p:attrName>ppt_w</p:attrName>
                                        </p:attrNameLst>
                                      </p:cBhvr>
                                      <p:tavLst>
                                        <p:tav tm="0">
                                          <p:val>
                                            <p:fltVal val="0"/>
                                          </p:val>
                                        </p:tav>
                                        <p:tav tm="100000">
                                          <p:val>
                                            <p:strVal val="#ppt_w"/>
                                          </p:val>
                                        </p:tav>
                                      </p:tavLst>
                                    </p:anim>
                                    <p:anim calcmode="lin" valueType="num">
                                      <p:cBhvr>
                                        <p:cTn id="59" dur="500" fill="hold"/>
                                        <p:tgtEl>
                                          <p:spTgt spid="30"/>
                                        </p:tgtEl>
                                        <p:attrNameLst>
                                          <p:attrName>ppt_h</p:attrName>
                                        </p:attrNameLst>
                                      </p:cBhvr>
                                      <p:tavLst>
                                        <p:tav tm="0">
                                          <p:val>
                                            <p:fltVal val="0"/>
                                          </p:val>
                                        </p:tav>
                                        <p:tav tm="100000">
                                          <p:val>
                                            <p:strVal val="#ppt_h"/>
                                          </p:val>
                                        </p:tav>
                                      </p:tavLst>
                                    </p:anim>
                                    <p:animEffect transition="in" filter="fade">
                                      <p:cBhvr>
                                        <p:cTn id="60" dur="500"/>
                                        <p:tgtEl>
                                          <p:spTgt spid="30"/>
                                        </p:tgtEl>
                                      </p:cBhvr>
                                    </p:animEffect>
                                  </p:childTnLst>
                                </p:cTn>
                              </p:par>
                            </p:childTnLst>
                          </p:cTn>
                        </p:par>
                        <p:par>
                          <p:cTn id="61" fill="hold" nodeType="withGroup">
                            <p:stCondLst>
                              <p:cond delay="500"/>
                            </p:stCondLst>
                            <p:childTnLst>
                              <p:par>
                                <p:cTn id="62" presetID="42" presetClass="entr" presetSubtype="0" fill="hold" nodeType="afterEffect">
                                  <p:childTnLst>
                                    <p:set>
                                      <p:cBhvr>
                                        <p:cTn id="63" dur="1" fill="hold">
                                          <p:stCondLst>
                                            <p:cond delay="0"/>
                                          </p:stCondLst>
                                        </p:cTn>
                                        <p:tgtEl>
                                          <p:spTgt spid="20"/>
                                        </p:tgtEl>
                                        <p:attrNameLst>
                                          <p:attrName>style.visibility</p:attrName>
                                        </p:attrNameLst>
                                      </p:cBhvr>
                                      <p:to>
                                        <p:strVal val="visible"/>
                                      </p:to>
                                    </p:set>
                                    <p:animEffect transition="in" filter="fade">
                                      <p:cBhvr>
                                        <p:cTn id="64" dur="1000"/>
                                        <p:tgtEl>
                                          <p:spTgt spid="20"/>
                                        </p:tgtEl>
                                      </p:cBhvr>
                                    </p:animEffect>
                                    <p:anim calcmode="lin" valueType="num">
                                      <p:cBhvr>
                                        <p:cTn id="65" dur="1000" fill="hold"/>
                                        <p:tgtEl>
                                          <p:spTgt spid="20"/>
                                        </p:tgtEl>
                                        <p:attrNameLst>
                                          <p:attrName>ppt_x</p:attrName>
                                        </p:attrNameLst>
                                      </p:cBhvr>
                                      <p:tavLst>
                                        <p:tav tm="0">
                                          <p:val>
                                            <p:strVal val="#ppt_x"/>
                                          </p:val>
                                        </p:tav>
                                        <p:tav tm="100000">
                                          <p:val>
                                            <p:strVal val="#ppt_x"/>
                                          </p:val>
                                        </p:tav>
                                      </p:tavLst>
                                    </p:anim>
                                    <p:anim calcmode="lin" valueType="num">
                                      <p:cBhvr>
                                        <p:cTn id="66" dur="1000" fill="hold"/>
                                        <p:tgtEl>
                                          <p:spTgt spid="2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childTnLst>
                                    <p:set>
                                      <p:cBhvr>
                                        <p:cTn id="68" dur="1" fill="hold">
                                          <p:stCondLst>
                                            <p:cond delay="0"/>
                                          </p:stCondLst>
                                        </p:cTn>
                                        <p:tgtEl>
                                          <p:spTgt spid="21"/>
                                        </p:tgtEl>
                                        <p:attrNameLst>
                                          <p:attrName>style.visibility</p:attrName>
                                        </p:attrNameLst>
                                      </p:cBhvr>
                                      <p:to>
                                        <p:strVal val="visible"/>
                                      </p:to>
                                    </p:set>
                                    <p:animEffect transition="in" filter="fade">
                                      <p:cBhvr>
                                        <p:cTn id="69" dur="1000"/>
                                        <p:tgtEl>
                                          <p:spTgt spid="21"/>
                                        </p:tgtEl>
                                      </p:cBhvr>
                                    </p:animEffect>
                                    <p:anim calcmode="lin" valueType="num">
                                      <p:cBhvr>
                                        <p:cTn id="70" dur="1000" fill="hold"/>
                                        <p:tgtEl>
                                          <p:spTgt spid="21"/>
                                        </p:tgtEl>
                                        <p:attrNameLst>
                                          <p:attrName>ppt_x</p:attrName>
                                        </p:attrNameLst>
                                      </p:cBhvr>
                                      <p:tavLst>
                                        <p:tav tm="0">
                                          <p:val>
                                            <p:strVal val="#ppt_x"/>
                                          </p:val>
                                        </p:tav>
                                        <p:tav tm="100000">
                                          <p:val>
                                            <p:strVal val="#ppt_x"/>
                                          </p:val>
                                        </p:tav>
                                      </p:tavLst>
                                    </p:anim>
                                    <p:anim calcmode="lin" valueType="num">
                                      <p:cBhvr>
                                        <p:cTn id="71" dur="1000" fill="hold"/>
                                        <p:tgtEl>
                                          <p:spTgt spid="21"/>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childTnLst>
                                    <p:set>
                                      <p:cBhvr>
                                        <p:cTn id="73" dur="1" fill="hold">
                                          <p:stCondLst>
                                            <p:cond delay="0"/>
                                          </p:stCondLst>
                                        </p:cTn>
                                        <p:tgtEl>
                                          <p:spTgt spid="22"/>
                                        </p:tgtEl>
                                        <p:attrNameLst>
                                          <p:attrName>style.visibility</p:attrName>
                                        </p:attrNameLst>
                                      </p:cBhvr>
                                      <p:to>
                                        <p:strVal val="visible"/>
                                      </p:to>
                                    </p:set>
                                    <p:animEffect transition="in" filter="fade">
                                      <p:cBhvr>
                                        <p:cTn id="74" dur="1000"/>
                                        <p:tgtEl>
                                          <p:spTgt spid="22"/>
                                        </p:tgtEl>
                                      </p:cBhvr>
                                    </p:animEffect>
                                    <p:anim calcmode="lin" valueType="num">
                                      <p:cBhvr>
                                        <p:cTn id="75" dur="1000" fill="hold"/>
                                        <p:tgtEl>
                                          <p:spTgt spid="22"/>
                                        </p:tgtEl>
                                        <p:attrNameLst>
                                          <p:attrName>ppt_x</p:attrName>
                                        </p:attrNameLst>
                                      </p:cBhvr>
                                      <p:tavLst>
                                        <p:tav tm="0">
                                          <p:val>
                                            <p:strVal val="#ppt_x"/>
                                          </p:val>
                                        </p:tav>
                                        <p:tav tm="100000">
                                          <p:val>
                                            <p:strVal val="#ppt_x"/>
                                          </p:val>
                                        </p:tav>
                                      </p:tavLst>
                                    </p:anim>
                                    <p:anim calcmode="lin" valueType="num">
                                      <p:cBhvr>
                                        <p:cTn id="76" dur="1000" fill="hold"/>
                                        <p:tgtEl>
                                          <p:spTgt spid="22"/>
                                        </p:tgtEl>
                                        <p:attrNameLst>
                                          <p:attrName>ppt_y</p:attrName>
                                        </p:attrNameLst>
                                      </p:cBhvr>
                                      <p:tavLst>
                                        <p:tav tm="0">
                                          <p:val>
                                            <p:strVal val="#ppt_y+.1"/>
                                          </p:val>
                                        </p:tav>
                                        <p:tav tm="100000">
                                          <p:val>
                                            <p:strVal val="#ppt_y"/>
                                          </p:val>
                                        </p:tav>
                                      </p:tavLst>
                                    </p:anim>
                                  </p:childTnLst>
                                </p:cTn>
                              </p:par>
                              <p:par>
                                <p:cTn id="77" presetID="42" presetClass="entr" presetSubtype="0" fill="hold" grpId="6" nodeType="withEffect">
                                  <p:childTnLst>
                                    <p:set>
                                      <p:cBhvr>
                                        <p:cTn id="78" dur="1" fill="hold">
                                          <p:stCondLst>
                                            <p:cond delay="0"/>
                                          </p:stCondLst>
                                        </p:cTn>
                                        <p:tgtEl>
                                          <p:spTgt spid="31"/>
                                        </p:tgtEl>
                                        <p:attrNameLst>
                                          <p:attrName>style.visibility</p:attrName>
                                        </p:attrNameLst>
                                      </p:cBhvr>
                                      <p:to>
                                        <p:strVal val="visible"/>
                                      </p:to>
                                    </p:set>
                                    <p:animEffect transition="in" filter="fade">
                                      <p:cBhvr>
                                        <p:cTn id="79" dur="1000"/>
                                        <p:tgtEl>
                                          <p:spTgt spid="31"/>
                                        </p:tgtEl>
                                      </p:cBhvr>
                                    </p:animEffect>
                                    <p:anim calcmode="lin" valueType="num">
                                      <p:cBhvr>
                                        <p:cTn id="80" dur="1000" fill="hold"/>
                                        <p:tgtEl>
                                          <p:spTgt spid="31"/>
                                        </p:tgtEl>
                                        <p:attrNameLst>
                                          <p:attrName>ppt_x</p:attrName>
                                        </p:attrNameLst>
                                      </p:cBhvr>
                                      <p:tavLst>
                                        <p:tav tm="0">
                                          <p:val>
                                            <p:strVal val="#ppt_x"/>
                                          </p:val>
                                        </p:tav>
                                        <p:tav tm="100000">
                                          <p:val>
                                            <p:strVal val="#ppt_x"/>
                                          </p:val>
                                        </p:tav>
                                      </p:tavLst>
                                    </p:anim>
                                    <p:anim calcmode="lin" valueType="num">
                                      <p:cBhvr>
                                        <p:cTn id="81" dur="1000" fill="hold"/>
                                        <p:tgtEl>
                                          <p:spTgt spid="31"/>
                                        </p:tgtEl>
                                        <p:attrNameLst>
                                          <p:attrName>ppt_y</p:attrName>
                                        </p:attrNameLst>
                                      </p:cBhvr>
                                      <p:tavLst>
                                        <p:tav tm="0">
                                          <p:val>
                                            <p:strVal val="#ppt_y+.1"/>
                                          </p:val>
                                        </p:tav>
                                        <p:tav tm="100000">
                                          <p:val>
                                            <p:strVal val="#ppt_y"/>
                                          </p:val>
                                        </p:tav>
                                      </p:tavLst>
                                    </p:anim>
                                  </p:childTnLst>
                                </p:cTn>
                              </p:par>
                              <p:par>
                                <p:cTn id="82" presetID="42" presetClass="entr" presetSubtype="0" fill="hold" grpId="7" nodeType="withEffect">
                                  <p:childTnLst>
                                    <p:set>
                                      <p:cBhvr>
                                        <p:cTn id="83" dur="1" fill="hold">
                                          <p:stCondLst>
                                            <p:cond delay="0"/>
                                          </p:stCondLst>
                                        </p:cTn>
                                        <p:tgtEl>
                                          <p:spTgt spid="32"/>
                                        </p:tgtEl>
                                        <p:attrNameLst>
                                          <p:attrName>style.visibility</p:attrName>
                                        </p:attrNameLst>
                                      </p:cBhvr>
                                      <p:to>
                                        <p:strVal val="visible"/>
                                      </p:to>
                                    </p:set>
                                    <p:animEffect transition="in" filter="fade">
                                      <p:cBhvr>
                                        <p:cTn id="84" dur="1000"/>
                                        <p:tgtEl>
                                          <p:spTgt spid="32"/>
                                        </p:tgtEl>
                                      </p:cBhvr>
                                    </p:animEffect>
                                    <p:anim calcmode="lin" valueType="num">
                                      <p:cBhvr>
                                        <p:cTn id="85" dur="1000" fill="hold"/>
                                        <p:tgtEl>
                                          <p:spTgt spid="32"/>
                                        </p:tgtEl>
                                        <p:attrNameLst>
                                          <p:attrName>ppt_x</p:attrName>
                                        </p:attrNameLst>
                                      </p:cBhvr>
                                      <p:tavLst>
                                        <p:tav tm="0">
                                          <p:val>
                                            <p:strVal val="#ppt_x"/>
                                          </p:val>
                                        </p:tav>
                                        <p:tav tm="100000">
                                          <p:val>
                                            <p:strVal val="#ppt_x"/>
                                          </p:val>
                                        </p:tav>
                                      </p:tavLst>
                                    </p:anim>
                                    <p:anim calcmode="lin" valueType="num">
                                      <p:cBhvr>
                                        <p:cTn id="86" dur="1000" fill="hold"/>
                                        <p:tgtEl>
                                          <p:spTgt spid="32"/>
                                        </p:tgtEl>
                                        <p:attrNameLst>
                                          <p:attrName>ppt_y</p:attrName>
                                        </p:attrNameLst>
                                      </p:cBhvr>
                                      <p:tavLst>
                                        <p:tav tm="0">
                                          <p:val>
                                            <p:strVal val="#ppt_y+.1"/>
                                          </p:val>
                                        </p:tav>
                                        <p:tav tm="100000">
                                          <p:val>
                                            <p:strVal val="#ppt_y"/>
                                          </p:val>
                                        </p:tav>
                                      </p:tavLst>
                                    </p:anim>
                                  </p:childTnLst>
                                </p:cTn>
                              </p:par>
                              <p:par>
                                <p:cTn id="87" presetID="42" presetClass="entr" presetSubtype="0" fill="hold" grpId="8" nodeType="withEffect">
                                  <p:childTnLst>
                                    <p:set>
                                      <p:cBhvr>
                                        <p:cTn id="88" dur="1" fill="hold">
                                          <p:stCondLst>
                                            <p:cond delay="0"/>
                                          </p:stCondLst>
                                        </p:cTn>
                                        <p:tgtEl>
                                          <p:spTgt spid="33"/>
                                        </p:tgtEl>
                                        <p:attrNameLst>
                                          <p:attrName>style.visibility</p:attrName>
                                        </p:attrNameLst>
                                      </p:cBhvr>
                                      <p:to>
                                        <p:strVal val="visible"/>
                                      </p:to>
                                    </p:set>
                                    <p:animEffect transition="in" filter="fade">
                                      <p:cBhvr>
                                        <p:cTn id="89" dur="1000"/>
                                        <p:tgtEl>
                                          <p:spTgt spid="33"/>
                                        </p:tgtEl>
                                      </p:cBhvr>
                                    </p:animEffect>
                                    <p:anim calcmode="lin" valueType="num">
                                      <p:cBhvr>
                                        <p:cTn id="90" dur="1000" fill="hold"/>
                                        <p:tgtEl>
                                          <p:spTgt spid="33"/>
                                        </p:tgtEl>
                                        <p:attrNameLst>
                                          <p:attrName>ppt_x</p:attrName>
                                        </p:attrNameLst>
                                      </p:cBhvr>
                                      <p:tavLst>
                                        <p:tav tm="0">
                                          <p:val>
                                            <p:strVal val="#ppt_x"/>
                                          </p:val>
                                        </p:tav>
                                        <p:tav tm="100000">
                                          <p:val>
                                            <p:strVal val="#ppt_x"/>
                                          </p:val>
                                        </p:tav>
                                      </p:tavLst>
                                    </p:anim>
                                    <p:anim calcmode="lin" valueType="num">
                                      <p:cBhvr>
                                        <p:cTn id="91"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1"/>
      <p:bldP spid="27" grpId="2"/>
      <p:bldP spid="28" grpId="3"/>
      <p:bldP spid="29" grpId="4"/>
      <p:bldP spid="30" grpId="5"/>
      <p:bldP spid="31" grpId="6" animBg="1"/>
      <p:bldP spid="32" grpId="7" animBg="1"/>
      <p:bldP spid="33" grpId="8"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p14="http://schemas.microsoft.com/office/powerpoint/2010/main" xmlns:p15="http://schemas.microsoft.com/office/powerpoint/2012/main" xmlns:a16="http://schemas.microsoft.com/office/drawing/2014/main" id="{617391D6-362D-4205-860B-90FA298555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pic>
        <p:nvPicPr>
          <p:cNvPr id="24" name="图片 23">
            <a:extLst>
              <a:ext uri="{FF2B5EF4-FFF2-40B4-BE49-F238E27FC236}">
                <a16:creationId xmlns="" xmlns:p14="http://schemas.microsoft.com/office/powerpoint/2010/main" xmlns:p15="http://schemas.microsoft.com/office/powerpoint/2012/main" xmlns:a16="http://schemas.microsoft.com/office/drawing/2014/main" id="{912ACAC8-31C1-48ED-85B9-6338D6226263}"/>
              </a:ext>
            </a:extLst>
          </p:cNvPr>
          <p:cNvPicPr>
            <a:picLocks noChangeAspect="1"/>
          </p:cNvPicPr>
          <p:nvPr/>
        </p:nvPicPr>
        <p:blipFill>
          <a:blip r:embed="rId4">
            <a:duotone>
              <a:prstClr val="black"/>
              <a:srgbClr val="00FEFE">
                <a:tint val="45000"/>
                <a:satMod val="400000"/>
              </a:srgbClr>
            </a:duotone>
          </a:blip>
          <a:stretch>
            <a:fillRect/>
          </a:stretch>
        </p:blipFill>
        <p:spPr>
          <a:xfrm>
            <a:off x="3065946" y="1675883"/>
            <a:ext cx="2504553" cy="1404993"/>
          </a:xfrm>
          <a:prstGeom prst="rect">
            <a:avLst/>
          </a:prstGeom>
        </p:spPr>
      </p:pic>
      <p:grpSp>
        <p:nvGrpSpPr>
          <p:cNvPr id="6" name="组合 5">
            <a:extLst>
              <a:ext uri="{FF2B5EF4-FFF2-40B4-BE49-F238E27FC236}">
                <a16:creationId xmlns="" xmlns:p14="http://schemas.microsoft.com/office/powerpoint/2010/main" xmlns:p15="http://schemas.microsoft.com/office/powerpoint/2012/main" xmlns:a16="http://schemas.microsoft.com/office/drawing/2014/main" id="{F38C7C55-72C2-4C95-940E-C0F986447B03}"/>
              </a:ext>
            </a:extLst>
          </p:cNvPr>
          <p:cNvGrpSpPr/>
          <p:nvPr/>
        </p:nvGrpSpPr>
        <p:grpSpPr>
          <a:xfrm>
            <a:off x="448729" y="8494"/>
            <a:ext cx="2112687" cy="487265"/>
            <a:chOff x="360596" y="559337"/>
            <a:chExt cx="2112687" cy="661056"/>
          </a:xfrm>
        </p:grpSpPr>
        <p:pic>
          <p:nvPicPr>
            <p:cNvPr id="8" name="图片 7">
              <a:extLst>
                <a:ext uri="{FF2B5EF4-FFF2-40B4-BE49-F238E27FC236}">
                  <a16:creationId xmlns="" xmlns:p14="http://schemas.microsoft.com/office/powerpoint/2010/main" xmlns:p15="http://schemas.microsoft.com/office/powerpoint/2012/main" xmlns:a16="http://schemas.microsoft.com/office/drawing/2014/main" id="{55179C0A-CD3A-423D-8E50-46C619BDDCEF}"/>
                </a:ext>
              </a:extLst>
            </p:cNvPr>
            <p:cNvPicPr>
              <a:picLocks noChangeAspect="1"/>
            </p:cNvPicPr>
            <p:nvPr/>
          </p:nvPicPr>
          <p:blipFill>
            <a:blip r:embed="rId5"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79115242-251A-4320-826C-2FF6FFB50CD7}"/>
                </a:ext>
              </a:extLst>
            </p:cNvPr>
            <p:cNvPicPr>
              <a:picLocks noChangeAspect="1"/>
            </p:cNvPicPr>
            <p:nvPr/>
          </p:nvPicPr>
          <p:blipFill>
            <a:blip r:embed="rId6"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0" name="文本框 9">
            <a:extLst>
              <a:ext uri="{FF2B5EF4-FFF2-40B4-BE49-F238E27FC236}">
                <a16:creationId xmlns="" xmlns:p14="http://schemas.microsoft.com/office/powerpoint/2010/main" xmlns:p15="http://schemas.microsoft.com/office/powerpoint/2012/main" xmlns:a16="http://schemas.microsoft.com/office/drawing/2014/main" id="{7BFAA5B1-C239-46A1-AB5E-CC74FAC4F869}"/>
              </a:ext>
            </a:extLst>
          </p:cNvPr>
          <p:cNvSpPr txBox="1"/>
          <p:nvPr/>
        </p:nvSpPr>
        <p:spPr>
          <a:xfrm>
            <a:off x="528810" y="31491"/>
            <a:ext cx="2032606" cy="400110"/>
          </a:xfrm>
          <a:prstGeom prst="rect">
            <a:avLst/>
          </a:prstGeom>
          <a:noFill/>
          <a:effectLst>
            <a:innerShdw blurRad="114300">
              <a:prstClr val="black"/>
            </a:innerShdw>
          </a:effectLst>
        </p:spPr>
        <p:txBody>
          <a:bodyPr wrap="square" rtlCol="0" anchor="ctr">
            <a:spAutoFit/>
          </a:bodyPr>
          <a:lstStyle/>
          <a:p>
            <a:r>
              <a:rPr lang="zh-CN" altLang="en-US" sz="2000" b="1">
                <a:solidFill>
                  <a:srgbClr val="03E2E7"/>
                </a:solidFill>
                <a:latin typeface="宋体" panose="02010600030101010101" pitchFamily="2" charset="-122"/>
                <a:ea typeface="宋体" panose="02010600030101010101" pitchFamily="2" charset="-122"/>
              </a:rPr>
              <a:t>输入内容和标题</a:t>
            </a:r>
          </a:p>
        </p:txBody>
      </p:sp>
      <p:sp>
        <p:nvSpPr>
          <p:cNvPr id="12" name="íšľïḓe">
            <a:extLst>
              <a:ext uri="{FF2B5EF4-FFF2-40B4-BE49-F238E27FC236}">
                <a16:creationId xmlns="" xmlns:p14="http://schemas.microsoft.com/office/powerpoint/2010/main" xmlns:p15="http://schemas.microsoft.com/office/powerpoint/2012/main" xmlns:a16="http://schemas.microsoft.com/office/drawing/2014/main" id="{41C1C78C-8929-47BA-9F1E-BC1890653476}"/>
              </a:ext>
            </a:extLst>
          </p:cNvPr>
          <p:cNvSpPr/>
          <p:nvPr/>
        </p:nvSpPr>
        <p:spPr bwMode="auto">
          <a:xfrm rot="11677164" flipH="1">
            <a:off x="3234318" y="1323784"/>
            <a:ext cx="1245257" cy="879906"/>
          </a:xfrm>
          <a:custGeom>
            <a:avLst/>
            <a:gdLst>
              <a:gd name="T0" fmla="*/ 227 w 1569"/>
              <a:gd name="T1" fmla="*/ 0 h 469"/>
              <a:gd name="T2" fmla="*/ 0 w 1569"/>
              <a:gd name="T3" fmla="*/ 13 h 469"/>
              <a:gd name="T4" fmla="*/ 71 w 1569"/>
              <a:gd name="T5" fmla="*/ 229 h 469"/>
              <a:gd name="T6" fmla="*/ 114 w 1569"/>
              <a:gd name="T7" fmla="*/ 165 h 469"/>
              <a:gd name="T8" fmla="*/ 128 w 1569"/>
              <a:gd name="T9" fmla="*/ 173 h 469"/>
              <a:gd name="T10" fmla="*/ 669 w 1569"/>
              <a:gd name="T11" fmla="*/ 403 h 469"/>
              <a:gd name="T12" fmla="*/ 1096 w 1569"/>
              <a:gd name="T13" fmla="*/ 465 h 469"/>
              <a:gd name="T14" fmla="*/ 1569 w 1569"/>
              <a:gd name="T15" fmla="*/ 266 h 469"/>
              <a:gd name="T16" fmla="*/ 1425 w 1569"/>
              <a:gd name="T17" fmla="*/ 363 h 469"/>
              <a:gd name="T18" fmla="*/ 1096 w 1569"/>
              <a:gd name="T19" fmla="*/ 432 h 469"/>
              <a:gd name="T20" fmla="*/ 193 w 1569"/>
              <a:gd name="T21" fmla="*/ 80 h 469"/>
              <a:gd name="T22" fmla="*/ 179 w 1569"/>
              <a:gd name="T23" fmla="*/ 70 h 469"/>
              <a:gd name="T24" fmla="*/ 227 w 1569"/>
              <a:gd name="T25"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9">
                <a:moveTo>
                  <a:pt x="227" y="0"/>
                </a:moveTo>
                <a:cubicBezTo>
                  <a:pt x="0" y="13"/>
                  <a:pt x="0" y="13"/>
                  <a:pt x="0" y="13"/>
                </a:cubicBezTo>
                <a:cubicBezTo>
                  <a:pt x="71" y="229"/>
                  <a:pt x="71" y="229"/>
                  <a:pt x="71" y="229"/>
                </a:cubicBezTo>
                <a:cubicBezTo>
                  <a:pt x="114" y="165"/>
                  <a:pt x="114" y="165"/>
                  <a:pt x="114" y="165"/>
                </a:cubicBezTo>
                <a:cubicBezTo>
                  <a:pt x="128" y="173"/>
                  <a:pt x="128" y="173"/>
                  <a:pt x="128" y="173"/>
                </a:cubicBezTo>
                <a:cubicBezTo>
                  <a:pt x="299" y="266"/>
                  <a:pt x="481" y="349"/>
                  <a:pt x="669" y="403"/>
                </a:cubicBezTo>
                <a:cubicBezTo>
                  <a:pt x="806" y="443"/>
                  <a:pt x="953" y="469"/>
                  <a:pt x="1096" y="465"/>
                </a:cubicBezTo>
                <a:cubicBezTo>
                  <a:pt x="1276" y="459"/>
                  <a:pt x="1452" y="403"/>
                  <a:pt x="1569" y="266"/>
                </a:cubicBezTo>
                <a:cubicBezTo>
                  <a:pt x="1526" y="306"/>
                  <a:pt x="1478" y="338"/>
                  <a:pt x="1425" y="363"/>
                </a:cubicBezTo>
                <a:cubicBezTo>
                  <a:pt x="1323" y="413"/>
                  <a:pt x="1209" y="433"/>
                  <a:pt x="1096" y="432"/>
                </a:cubicBezTo>
                <a:cubicBezTo>
                  <a:pt x="774" y="429"/>
                  <a:pt x="449" y="263"/>
                  <a:pt x="193" y="80"/>
                </a:cubicBezTo>
                <a:cubicBezTo>
                  <a:pt x="179" y="70"/>
                  <a:pt x="179" y="70"/>
                  <a:pt x="179" y="70"/>
                </a:cubicBezTo>
                <a:lnTo>
                  <a:pt x="227" y="0"/>
                </a:lnTo>
                <a:close/>
              </a:path>
            </a:pathLst>
          </a:custGeom>
          <a:gradFill flip="none" rotWithShape="1">
            <a:gsLst>
              <a:gs pos="100000">
                <a:srgbClr val="00FEFE">
                  <a:alpha val="35000"/>
                </a:srgbClr>
              </a:gs>
              <a:gs pos="0">
                <a:srgbClr val="23FEFE">
                  <a:alpha val="0"/>
                </a:srgbClr>
              </a:gs>
            </a:gsLst>
            <a:path path="circle">
              <a:fillToRect l="100000" b="100000"/>
            </a:path>
            <a:tileRect t="-100000" r="-100000"/>
          </a:gradFill>
          <a:ln>
            <a:noFill/>
          </a:ln>
        </p:spPr>
        <p:txBody>
          <a:bodyPr vert="horz" wrap="square" lIns="91440" tIns="45720" rIns="91440" bIns="45720" numCol="1" anchor="t" anchorCtr="0" compatLnSpc="1">
            <a:prstTxWarp prst="textNoShape">
              <a:avLst/>
            </a:prstTxWarp>
            <a:normAutofit/>
          </a:bodyPr>
          <a:lstStyle/>
          <a:p>
            <a:endParaRPr lang="en-US"/>
          </a:p>
        </p:txBody>
      </p:sp>
      <p:cxnSp>
        <p:nvCxnSpPr>
          <p:cNvPr id="25" name="直接连接符 24">
            <a:extLst>
              <a:ext uri="{FF2B5EF4-FFF2-40B4-BE49-F238E27FC236}">
                <a16:creationId xmlns="" xmlns:p14="http://schemas.microsoft.com/office/powerpoint/2010/main" xmlns:p15="http://schemas.microsoft.com/office/powerpoint/2012/main" xmlns:a16="http://schemas.microsoft.com/office/drawing/2014/main" id="{47058F02-E9A5-43E0-8D89-542AA3FA5030}"/>
              </a:ext>
            </a:extLst>
          </p:cNvPr>
          <p:cNvCxnSpPr/>
          <p:nvPr/>
        </p:nvCxnSpPr>
        <p:spPr>
          <a:xfrm>
            <a:off x="4972764" y="2334790"/>
            <a:ext cx="3346976"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26" name="TextBox 13">
            <a:extLst>
              <a:ext uri="{FF2B5EF4-FFF2-40B4-BE49-F238E27FC236}">
                <a16:creationId xmlns="" xmlns:p14="http://schemas.microsoft.com/office/powerpoint/2010/main" xmlns:p15="http://schemas.microsoft.com/office/powerpoint/2012/main" xmlns:a16="http://schemas.microsoft.com/office/drawing/2014/main" id="{1D23C511-4D93-4338-A142-A237DA5434FA}"/>
              </a:ext>
            </a:extLst>
          </p:cNvPr>
          <p:cNvSpPr txBox="1"/>
          <p:nvPr/>
        </p:nvSpPr>
        <p:spPr>
          <a:xfrm>
            <a:off x="6148185" y="2536443"/>
            <a:ext cx="1686434"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7" name="TextBox 13">
            <a:extLst>
              <a:ext uri="{FF2B5EF4-FFF2-40B4-BE49-F238E27FC236}">
                <a16:creationId xmlns="" xmlns:p14="http://schemas.microsoft.com/office/powerpoint/2010/main" xmlns:p15="http://schemas.microsoft.com/office/powerpoint/2012/main" xmlns:a16="http://schemas.microsoft.com/office/drawing/2014/main" id="{DF7C70E5-259F-412C-98D2-A22A0826F20C}"/>
              </a:ext>
            </a:extLst>
          </p:cNvPr>
          <p:cNvSpPr txBox="1"/>
          <p:nvPr/>
        </p:nvSpPr>
        <p:spPr>
          <a:xfrm>
            <a:off x="5739126" y="2769592"/>
            <a:ext cx="2504553" cy="423577"/>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28" name="TextBox 13">
            <a:extLst>
              <a:ext uri="{FF2B5EF4-FFF2-40B4-BE49-F238E27FC236}">
                <a16:creationId xmlns="" xmlns:p14="http://schemas.microsoft.com/office/powerpoint/2010/main" xmlns:p15="http://schemas.microsoft.com/office/powerpoint/2012/main" xmlns:a16="http://schemas.microsoft.com/office/drawing/2014/main" id="{03D58F52-8672-4477-A40D-DDBE912C8E59}"/>
              </a:ext>
            </a:extLst>
          </p:cNvPr>
          <p:cNvSpPr txBox="1"/>
          <p:nvPr/>
        </p:nvSpPr>
        <p:spPr>
          <a:xfrm>
            <a:off x="6148185" y="1404039"/>
            <a:ext cx="1686434"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9" name="TextBox 13">
            <a:extLst>
              <a:ext uri="{FF2B5EF4-FFF2-40B4-BE49-F238E27FC236}">
                <a16:creationId xmlns="" xmlns:p14="http://schemas.microsoft.com/office/powerpoint/2010/main" xmlns:p15="http://schemas.microsoft.com/office/powerpoint/2012/main" xmlns:a16="http://schemas.microsoft.com/office/drawing/2014/main" id="{EAB1048F-2123-421D-816E-2BB3B363BD3B}"/>
              </a:ext>
            </a:extLst>
          </p:cNvPr>
          <p:cNvSpPr txBox="1"/>
          <p:nvPr/>
        </p:nvSpPr>
        <p:spPr>
          <a:xfrm>
            <a:off x="5739126" y="1667332"/>
            <a:ext cx="2504553" cy="423577"/>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cxnSp>
        <p:nvCxnSpPr>
          <p:cNvPr id="30" name="直接连接符 29">
            <a:extLst>
              <a:ext uri="{FF2B5EF4-FFF2-40B4-BE49-F238E27FC236}">
                <a16:creationId xmlns="" xmlns:p14="http://schemas.microsoft.com/office/powerpoint/2010/main" xmlns:p15="http://schemas.microsoft.com/office/powerpoint/2012/main" xmlns:a16="http://schemas.microsoft.com/office/drawing/2014/main" id="{EB401F23-ABD6-4C3A-8A66-047D4B9F0804}"/>
              </a:ext>
            </a:extLst>
          </p:cNvPr>
          <p:cNvCxnSpPr/>
          <p:nvPr/>
        </p:nvCxnSpPr>
        <p:spPr>
          <a:xfrm flipH="1">
            <a:off x="189111" y="2334790"/>
            <a:ext cx="3346976" cy="0"/>
          </a:xfrm>
          <a:prstGeom prst="line">
            <a:avLst/>
          </a:prstGeom>
          <a:ln>
            <a:gradFill flip="none" rotWithShape="1">
              <a:gsLst>
                <a:gs pos="100000">
                  <a:schemeClr val="accent1">
                    <a:lumMod val="5000"/>
                    <a:lumOff val="95000"/>
                    <a:alpha val="0"/>
                  </a:schemeClr>
                </a:gs>
                <a:gs pos="0">
                  <a:srgbClr val="00FEFE"/>
                </a:gs>
              </a:gsLst>
              <a:lin ang="10800000" scaled="1"/>
            </a:gradFill>
            <a:tailEnd type="oval"/>
          </a:ln>
        </p:spPr>
        <p:style>
          <a:lnRef idx="1">
            <a:schemeClr val="accent1"/>
          </a:lnRef>
          <a:fillRef idx="0">
            <a:schemeClr val="accent1"/>
          </a:fillRef>
          <a:effectRef idx="0">
            <a:schemeClr val="accent1"/>
          </a:effectRef>
          <a:fontRef idx="minor">
            <a:schemeClr val="tx1"/>
          </a:fontRef>
        </p:style>
      </p:cxnSp>
      <p:sp>
        <p:nvSpPr>
          <p:cNvPr id="31" name="TextBox 13">
            <a:extLst>
              <a:ext uri="{FF2B5EF4-FFF2-40B4-BE49-F238E27FC236}">
                <a16:creationId xmlns="" xmlns:p14="http://schemas.microsoft.com/office/powerpoint/2010/main" xmlns:p15="http://schemas.microsoft.com/office/powerpoint/2012/main" xmlns:a16="http://schemas.microsoft.com/office/drawing/2014/main" id="{1C5CF3DA-E3DA-4280-B763-F4EE41254BE8}"/>
              </a:ext>
            </a:extLst>
          </p:cNvPr>
          <p:cNvSpPr txBox="1"/>
          <p:nvPr/>
        </p:nvSpPr>
        <p:spPr>
          <a:xfrm>
            <a:off x="801825" y="2536443"/>
            <a:ext cx="1686434"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32" name="TextBox 13">
            <a:extLst>
              <a:ext uri="{FF2B5EF4-FFF2-40B4-BE49-F238E27FC236}">
                <a16:creationId xmlns="" xmlns:p14="http://schemas.microsoft.com/office/powerpoint/2010/main" xmlns:p15="http://schemas.microsoft.com/office/powerpoint/2012/main" xmlns:a16="http://schemas.microsoft.com/office/drawing/2014/main" id="{8475EB79-09C0-40D8-B361-77682A2678DF}"/>
              </a:ext>
            </a:extLst>
          </p:cNvPr>
          <p:cNvSpPr txBox="1"/>
          <p:nvPr/>
        </p:nvSpPr>
        <p:spPr>
          <a:xfrm>
            <a:off x="392766" y="2769592"/>
            <a:ext cx="2504553" cy="423577"/>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33" name="TextBox 13">
            <a:extLst>
              <a:ext uri="{FF2B5EF4-FFF2-40B4-BE49-F238E27FC236}">
                <a16:creationId xmlns="" xmlns:p14="http://schemas.microsoft.com/office/powerpoint/2010/main" xmlns:p15="http://schemas.microsoft.com/office/powerpoint/2012/main" xmlns:a16="http://schemas.microsoft.com/office/drawing/2014/main" id="{01B0D97A-BCD9-4D1E-8063-5D6A008C9E59}"/>
              </a:ext>
            </a:extLst>
          </p:cNvPr>
          <p:cNvSpPr txBox="1"/>
          <p:nvPr/>
        </p:nvSpPr>
        <p:spPr>
          <a:xfrm>
            <a:off x="801825" y="1404039"/>
            <a:ext cx="1686434" cy="184666"/>
          </a:xfrm>
          <a:prstGeom prst="rect">
            <a:avLst/>
          </a:prstGeom>
          <a:noFill/>
        </p:spPr>
        <p:txBody>
          <a:bodyPr wrap="square" lIns="0" tIns="0" rIns="0" bIns="0" rtlCol="0" anchor="ctr" anchorCtr="0">
            <a:spAutoFit/>
          </a:bodyPr>
          <a:lstStyle/>
          <a:p>
            <a:pPr algn="ctr" defTabSz="1216817">
              <a:spcBef>
                <a:spcPct val="20000"/>
              </a:spcBef>
              <a:defRPr/>
            </a:pPr>
            <a:r>
              <a:rPr lang="zh-CN" alt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单击编辑标题</a:t>
            </a:r>
            <a:endParaRPr lang="en-US" sz="1200" b="1">
              <a:solidFill>
                <a:srgbClr val="03E2E7"/>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34" name="TextBox 13">
            <a:extLst>
              <a:ext uri="{FF2B5EF4-FFF2-40B4-BE49-F238E27FC236}">
                <a16:creationId xmlns="" xmlns:p14="http://schemas.microsoft.com/office/powerpoint/2010/main" xmlns:p15="http://schemas.microsoft.com/office/powerpoint/2012/main" xmlns:a16="http://schemas.microsoft.com/office/drawing/2014/main" id="{1B4CD45F-6B01-4780-9DC9-445492D88AC3}"/>
              </a:ext>
            </a:extLst>
          </p:cNvPr>
          <p:cNvSpPr txBox="1"/>
          <p:nvPr/>
        </p:nvSpPr>
        <p:spPr>
          <a:xfrm>
            <a:off x="392766" y="1667332"/>
            <a:ext cx="2504553" cy="423577"/>
          </a:xfrm>
          <a:prstGeom prst="rect">
            <a:avLst/>
          </a:prstGeom>
          <a:noFill/>
        </p:spPr>
        <p:txBody>
          <a:bodyPr wrap="square" lIns="0" tIns="0" rIns="0" bIns="0" rtlCol="0" anchor="ctr" anchorCtr="0">
            <a:spAutoFit/>
          </a:bodyPr>
          <a:lstStyle/>
          <a:p>
            <a:pPr algn="ctr" defTabSz="1216817">
              <a:lnSpc>
                <a:spcPct val="120000"/>
              </a:lnSpc>
              <a:spcBef>
                <a:spcPct val="20000"/>
              </a:spcBef>
              <a:defRPr/>
            </a:pPr>
            <a:r>
              <a:rPr lang="zh-CN" altLang="en-US" sz="800">
                <a:solidFill>
                  <a:srgbClr val="FDFDFD"/>
                </a:solidFill>
                <a:latin typeface="幼圆" panose="02010509060101010101" pitchFamily="49" charset="-122"/>
                <a:ea typeface="幼圆" panose="02010509060101010101" pitchFamily="49" charset="-122"/>
                <a:cs typeface="+mn-ea"/>
                <a:sym typeface="Arial" panose="020B0604020202020204" pitchFamily="34" charset="0"/>
              </a:rPr>
              <a:t>单击此处可编辑内容，根据您的需要自由拉伸文本框大小单击此处可根据您的需要自由拉伸文本框大小单击此处可编辑内容。</a:t>
            </a:r>
          </a:p>
        </p:txBody>
      </p:sp>
      <p:sp>
        <p:nvSpPr>
          <p:cNvPr id="7" name="íšľïḓe">
            <a:extLst>
              <a:ext uri="{FF2B5EF4-FFF2-40B4-BE49-F238E27FC236}">
                <a16:creationId xmlns="" xmlns:p14="http://schemas.microsoft.com/office/powerpoint/2010/main" xmlns:p15="http://schemas.microsoft.com/office/powerpoint/2012/main" xmlns:a16="http://schemas.microsoft.com/office/drawing/2014/main" id="{14DDC6CF-4ED3-4895-805A-A12349B790B3}"/>
              </a:ext>
            </a:extLst>
          </p:cNvPr>
          <p:cNvSpPr/>
          <p:nvPr/>
        </p:nvSpPr>
        <p:spPr bwMode="auto">
          <a:xfrm flipH="1">
            <a:off x="4172008" y="2556539"/>
            <a:ext cx="1245257" cy="879906"/>
          </a:xfrm>
          <a:custGeom>
            <a:avLst/>
            <a:gdLst>
              <a:gd name="T0" fmla="*/ 227 w 1569"/>
              <a:gd name="T1" fmla="*/ 0 h 469"/>
              <a:gd name="T2" fmla="*/ 0 w 1569"/>
              <a:gd name="T3" fmla="*/ 13 h 469"/>
              <a:gd name="T4" fmla="*/ 71 w 1569"/>
              <a:gd name="T5" fmla="*/ 229 h 469"/>
              <a:gd name="T6" fmla="*/ 114 w 1569"/>
              <a:gd name="T7" fmla="*/ 165 h 469"/>
              <a:gd name="T8" fmla="*/ 128 w 1569"/>
              <a:gd name="T9" fmla="*/ 173 h 469"/>
              <a:gd name="T10" fmla="*/ 669 w 1569"/>
              <a:gd name="T11" fmla="*/ 403 h 469"/>
              <a:gd name="T12" fmla="*/ 1096 w 1569"/>
              <a:gd name="T13" fmla="*/ 465 h 469"/>
              <a:gd name="T14" fmla="*/ 1569 w 1569"/>
              <a:gd name="T15" fmla="*/ 266 h 469"/>
              <a:gd name="T16" fmla="*/ 1425 w 1569"/>
              <a:gd name="T17" fmla="*/ 363 h 469"/>
              <a:gd name="T18" fmla="*/ 1096 w 1569"/>
              <a:gd name="T19" fmla="*/ 432 h 469"/>
              <a:gd name="T20" fmla="*/ 193 w 1569"/>
              <a:gd name="T21" fmla="*/ 80 h 469"/>
              <a:gd name="T22" fmla="*/ 179 w 1569"/>
              <a:gd name="T23" fmla="*/ 70 h 469"/>
              <a:gd name="T24" fmla="*/ 227 w 1569"/>
              <a:gd name="T25"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9">
                <a:moveTo>
                  <a:pt x="227" y="0"/>
                </a:moveTo>
                <a:cubicBezTo>
                  <a:pt x="0" y="13"/>
                  <a:pt x="0" y="13"/>
                  <a:pt x="0" y="13"/>
                </a:cubicBezTo>
                <a:cubicBezTo>
                  <a:pt x="71" y="229"/>
                  <a:pt x="71" y="229"/>
                  <a:pt x="71" y="229"/>
                </a:cubicBezTo>
                <a:cubicBezTo>
                  <a:pt x="114" y="165"/>
                  <a:pt x="114" y="165"/>
                  <a:pt x="114" y="165"/>
                </a:cubicBezTo>
                <a:cubicBezTo>
                  <a:pt x="128" y="173"/>
                  <a:pt x="128" y="173"/>
                  <a:pt x="128" y="173"/>
                </a:cubicBezTo>
                <a:cubicBezTo>
                  <a:pt x="299" y="266"/>
                  <a:pt x="481" y="349"/>
                  <a:pt x="669" y="403"/>
                </a:cubicBezTo>
                <a:cubicBezTo>
                  <a:pt x="806" y="443"/>
                  <a:pt x="953" y="469"/>
                  <a:pt x="1096" y="465"/>
                </a:cubicBezTo>
                <a:cubicBezTo>
                  <a:pt x="1276" y="459"/>
                  <a:pt x="1452" y="403"/>
                  <a:pt x="1569" y="266"/>
                </a:cubicBezTo>
                <a:cubicBezTo>
                  <a:pt x="1526" y="306"/>
                  <a:pt x="1478" y="338"/>
                  <a:pt x="1425" y="363"/>
                </a:cubicBezTo>
                <a:cubicBezTo>
                  <a:pt x="1323" y="413"/>
                  <a:pt x="1209" y="433"/>
                  <a:pt x="1096" y="432"/>
                </a:cubicBezTo>
                <a:cubicBezTo>
                  <a:pt x="774" y="429"/>
                  <a:pt x="449" y="263"/>
                  <a:pt x="193" y="80"/>
                </a:cubicBezTo>
                <a:cubicBezTo>
                  <a:pt x="179" y="70"/>
                  <a:pt x="179" y="70"/>
                  <a:pt x="179" y="70"/>
                </a:cubicBezTo>
                <a:lnTo>
                  <a:pt x="227" y="0"/>
                </a:lnTo>
                <a:close/>
              </a:path>
            </a:pathLst>
          </a:custGeom>
          <a:gradFill flip="none" rotWithShape="1">
            <a:gsLst>
              <a:gs pos="100000">
                <a:srgbClr val="00FEFE">
                  <a:alpha val="35000"/>
                </a:srgbClr>
              </a:gs>
              <a:gs pos="0">
                <a:srgbClr val="23FEFE">
                  <a:alpha val="0"/>
                </a:srgbClr>
              </a:gs>
            </a:gsLst>
            <a:path path="circle">
              <a:fillToRect l="100000" b="100000"/>
            </a:path>
            <a:tileRect t="-100000" r="-100000"/>
          </a:gradFill>
          <a:ln>
            <a:noFill/>
          </a:ln>
        </p:spPr>
        <p:txBody>
          <a:bodyPr vert="horz" wrap="square" lIns="91440" tIns="45720" rIns="91440" bIns="45720" numCol="1" anchor="t" anchorCtr="0" compatLnSpc="1">
            <a:prstTxWarp prst="textNoShape">
              <a:avLst/>
            </a:prstTxWarp>
            <a:normAutofit/>
          </a:bodyPr>
          <a:lstStyle/>
          <a:p>
            <a:endParaRPr lang="en-US"/>
          </a:p>
        </p:txBody>
      </p:sp>
    </p:spTree>
    <p:extLst>
      <p:ext uri="{BB962C8B-B14F-4D97-AF65-F5344CB8AC3E}">
        <p14:creationId xmlns:p14="http://schemas.microsoft.com/office/powerpoint/2010/main" val="13060764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par>
                                <p:cTn id="10" presetID="53" presetClass="entr" presetSubtype="0" fill="hold" grpId="0" nodeType="withEffec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0" fill="hold" grpId="9" nodeType="withEffec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par>
                          <p:cTn id="20" fill="hold" nodeType="withGroup">
                            <p:stCondLst>
                              <p:cond delay="500"/>
                            </p:stCondLst>
                            <p:childTnLst>
                              <p:par>
                                <p:cTn id="21" presetID="14" presetClass="entr" presetSubtype="10" fill="hold" nodeType="afterEffect">
                                  <p:childTnLst>
                                    <p:set>
                                      <p:cBhvr>
                                        <p:cTn id="22" dur="1" fill="hold">
                                          <p:stCondLst>
                                            <p:cond delay="0"/>
                                          </p:stCondLst>
                                        </p:cTn>
                                        <p:tgtEl>
                                          <p:spTgt spid="25"/>
                                        </p:tgtEl>
                                        <p:attrNameLst>
                                          <p:attrName>style.visibility</p:attrName>
                                        </p:attrNameLst>
                                      </p:cBhvr>
                                      <p:to>
                                        <p:strVal val="visible"/>
                                      </p:to>
                                    </p:set>
                                    <p:animEffect transition="in" filter="randombar(horizontal)">
                                      <p:cBhvr>
                                        <p:cTn id="23" dur="500"/>
                                        <p:tgtEl>
                                          <p:spTgt spid="25"/>
                                        </p:tgtEl>
                                      </p:cBhvr>
                                    </p:animEffect>
                                  </p:childTnLst>
                                </p:cTn>
                              </p:par>
                              <p:par>
                                <p:cTn id="24" presetID="14" presetClass="entr" presetSubtype="10" fill="hold" grpId="1" nodeType="withEffect">
                                  <p:childTnLst>
                                    <p:set>
                                      <p:cBhvr>
                                        <p:cTn id="25" dur="1" fill="hold">
                                          <p:stCondLst>
                                            <p:cond delay="0"/>
                                          </p:stCondLst>
                                        </p:cTn>
                                        <p:tgtEl>
                                          <p:spTgt spid="26"/>
                                        </p:tgtEl>
                                        <p:attrNameLst>
                                          <p:attrName>style.visibility</p:attrName>
                                        </p:attrNameLst>
                                      </p:cBhvr>
                                      <p:to>
                                        <p:strVal val="visible"/>
                                      </p:to>
                                    </p:set>
                                    <p:animEffect transition="in" filter="randombar(horizontal)">
                                      <p:cBhvr>
                                        <p:cTn id="26" dur="500"/>
                                        <p:tgtEl>
                                          <p:spTgt spid="26"/>
                                        </p:tgtEl>
                                      </p:cBhvr>
                                    </p:animEffect>
                                  </p:childTnLst>
                                </p:cTn>
                              </p:par>
                              <p:par>
                                <p:cTn id="27" presetID="14" presetClass="entr" presetSubtype="10" fill="hold" grpId="2" nodeType="withEffect">
                                  <p:childTnLst>
                                    <p:set>
                                      <p:cBhvr>
                                        <p:cTn id="28" dur="1" fill="hold">
                                          <p:stCondLst>
                                            <p:cond delay="0"/>
                                          </p:stCondLst>
                                        </p:cTn>
                                        <p:tgtEl>
                                          <p:spTgt spid="27"/>
                                        </p:tgtEl>
                                        <p:attrNameLst>
                                          <p:attrName>style.visibility</p:attrName>
                                        </p:attrNameLst>
                                      </p:cBhvr>
                                      <p:to>
                                        <p:strVal val="visible"/>
                                      </p:to>
                                    </p:set>
                                    <p:animEffect transition="in" filter="randombar(horizontal)">
                                      <p:cBhvr>
                                        <p:cTn id="29" dur="500"/>
                                        <p:tgtEl>
                                          <p:spTgt spid="27"/>
                                        </p:tgtEl>
                                      </p:cBhvr>
                                    </p:animEffect>
                                  </p:childTnLst>
                                </p:cTn>
                              </p:par>
                              <p:par>
                                <p:cTn id="30" presetID="14" presetClass="entr" presetSubtype="10" fill="hold" grpId="3" nodeType="withEffect">
                                  <p:childTnLst>
                                    <p:set>
                                      <p:cBhvr>
                                        <p:cTn id="31" dur="1" fill="hold">
                                          <p:stCondLst>
                                            <p:cond delay="0"/>
                                          </p:stCondLst>
                                        </p:cTn>
                                        <p:tgtEl>
                                          <p:spTgt spid="28"/>
                                        </p:tgtEl>
                                        <p:attrNameLst>
                                          <p:attrName>style.visibility</p:attrName>
                                        </p:attrNameLst>
                                      </p:cBhvr>
                                      <p:to>
                                        <p:strVal val="visible"/>
                                      </p:to>
                                    </p:set>
                                    <p:animEffect transition="in" filter="randombar(horizontal)">
                                      <p:cBhvr>
                                        <p:cTn id="32" dur="500"/>
                                        <p:tgtEl>
                                          <p:spTgt spid="28"/>
                                        </p:tgtEl>
                                      </p:cBhvr>
                                    </p:animEffect>
                                  </p:childTnLst>
                                </p:cTn>
                              </p:par>
                              <p:par>
                                <p:cTn id="33" presetID="14" presetClass="entr" presetSubtype="10" fill="hold" grpId="4" nodeType="withEffect">
                                  <p:childTnLst>
                                    <p:set>
                                      <p:cBhvr>
                                        <p:cTn id="34" dur="1" fill="hold">
                                          <p:stCondLst>
                                            <p:cond delay="0"/>
                                          </p:stCondLst>
                                        </p:cTn>
                                        <p:tgtEl>
                                          <p:spTgt spid="29"/>
                                        </p:tgtEl>
                                        <p:attrNameLst>
                                          <p:attrName>style.visibility</p:attrName>
                                        </p:attrNameLst>
                                      </p:cBhvr>
                                      <p:to>
                                        <p:strVal val="visible"/>
                                      </p:to>
                                    </p:set>
                                    <p:animEffect transition="in" filter="randombar(horizontal)">
                                      <p:cBhvr>
                                        <p:cTn id="35" dur="500"/>
                                        <p:tgtEl>
                                          <p:spTgt spid="29"/>
                                        </p:tgtEl>
                                      </p:cBhvr>
                                    </p:animEffect>
                                  </p:childTnLst>
                                </p:cTn>
                              </p:par>
                              <p:par>
                                <p:cTn id="36" presetID="14" presetClass="entr" presetSubtype="10" fill="hold" nodeType="withEffect">
                                  <p:childTnLst>
                                    <p:set>
                                      <p:cBhvr>
                                        <p:cTn id="37" dur="1" fill="hold">
                                          <p:stCondLst>
                                            <p:cond delay="0"/>
                                          </p:stCondLst>
                                        </p:cTn>
                                        <p:tgtEl>
                                          <p:spTgt spid="30"/>
                                        </p:tgtEl>
                                        <p:attrNameLst>
                                          <p:attrName>style.visibility</p:attrName>
                                        </p:attrNameLst>
                                      </p:cBhvr>
                                      <p:to>
                                        <p:strVal val="visible"/>
                                      </p:to>
                                    </p:set>
                                    <p:animEffect transition="in" filter="randombar(horizontal)">
                                      <p:cBhvr>
                                        <p:cTn id="38" dur="500"/>
                                        <p:tgtEl>
                                          <p:spTgt spid="30"/>
                                        </p:tgtEl>
                                      </p:cBhvr>
                                    </p:animEffect>
                                  </p:childTnLst>
                                </p:cTn>
                              </p:par>
                              <p:par>
                                <p:cTn id="39" presetID="14" presetClass="entr" presetSubtype="10" fill="hold" grpId="5" nodeType="withEffect">
                                  <p:childTnLst>
                                    <p:set>
                                      <p:cBhvr>
                                        <p:cTn id="40" dur="1" fill="hold">
                                          <p:stCondLst>
                                            <p:cond delay="0"/>
                                          </p:stCondLst>
                                        </p:cTn>
                                        <p:tgtEl>
                                          <p:spTgt spid="31"/>
                                        </p:tgtEl>
                                        <p:attrNameLst>
                                          <p:attrName>style.visibility</p:attrName>
                                        </p:attrNameLst>
                                      </p:cBhvr>
                                      <p:to>
                                        <p:strVal val="visible"/>
                                      </p:to>
                                    </p:set>
                                    <p:animEffect transition="in" filter="randombar(horizontal)">
                                      <p:cBhvr>
                                        <p:cTn id="41" dur="500"/>
                                        <p:tgtEl>
                                          <p:spTgt spid="31"/>
                                        </p:tgtEl>
                                      </p:cBhvr>
                                    </p:animEffect>
                                  </p:childTnLst>
                                </p:cTn>
                              </p:par>
                              <p:par>
                                <p:cTn id="42" presetID="14" presetClass="entr" presetSubtype="10" fill="hold" grpId="6" nodeType="withEffect">
                                  <p:childTnLst>
                                    <p:set>
                                      <p:cBhvr>
                                        <p:cTn id="43" dur="1" fill="hold">
                                          <p:stCondLst>
                                            <p:cond delay="0"/>
                                          </p:stCondLst>
                                        </p:cTn>
                                        <p:tgtEl>
                                          <p:spTgt spid="32"/>
                                        </p:tgtEl>
                                        <p:attrNameLst>
                                          <p:attrName>style.visibility</p:attrName>
                                        </p:attrNameLst>
                                      </p:cBhvr>
                                      <p:to>
                                        <p:strVal val="visible"/>
                                      </p:to>
                                    </p:set>
                                    <p:animEffect transition="in" filter="randombar(horizontal)">
                                      <p:cBhvr>
                                        <p:cTn id="44" dur="500"/>
                                        <p:tgtEl>
                                          <p:spTgt spid="32"/>
                                        </p:tgtEl>
                                      </p:cBhvr>
                                    </p:animEffect>
                                  </p:childTnLst>
                                </p:cTn>
                              </p:par>
                              <p:par>
                                <p:cTn id="45" presetID="14" presetClass="entr" presetSubtype="10" fill="hold" grpId="7" nodeType="withEffect">
                                  <p:childTnLst>
                                    <p:set>
                                      <p:cBhvr>
                                        <p:cTn id="46" dur="1" fill="hold">
                                          <p:stCondLst>
                                            <p:cond delay="0"/>
                                          </p:stCondLst>
                                        </p:cTn>
                                        <p:tgtEl>
                                          <p:spTgt spid="33"/>
                                        </p:tgtEl>
                                        <p:attrNameLst>
                                          <p:attrName>style.visibility</p:attrName>
                                        </p:attrNameLst>
                                      </p:cBhvr>
                                      <p:to>
                                        <p:strVal val="visible"/>
                                      </p:to>
                                    </p:set>
                                    <p:animEffect transition="in" filter="randombar(horizontal)">
                                      <p:cBhvr>
                                        <p:cTn id="47" dur="500"/>
                                        <p:tgtEl>
                                          <p:spTgt spid="33"/>
                                        </p:tgtEl>
                                      </p:cBhvr>
                                    </p:animEffect>
                                  </p:childTnLst>
                                </p:cTn>
                              </p:par>
                              <p:par>
                                <p:cTn id="48" presetID="14" presetClass="entr" presetSubtype="10" fill="hold" grpId="8" nodeType="withEffect">
                                  <p:childTnLst>
                                    <p:set>
                                      <p:cBhvr>
                                        <p:cTn id="49" dur="1" fill="hold">
                                          <p:stCondLst>
                                            <p:cond delay="0"/>
                                          </p:stCondLst>
                                        </p:cTn>
                                        <p:tgtEl>
                                          <p:spTgt spid="34"/>
                                        </p:tgtEl>
                                        <p:attrNameLst>
                                          <p:attrName>style.visibility</p:attrName>
                                        </p:attrNameLst>
                                      </p:cBhvr>
                                      <p:to>
                                        <p:strVal val="visible"/>
                                      </p:to>
                                    </p:set>
                                    <p:animEffect transition="in" filter="randombar(horizontal)">
                                      <p:cBhvr>
                                        <p:cTn id="5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6" grpId="1"/>
      <p:bldP spid="27" grpId="2"/>
      <p:bldP spid="28" grpId="3"/>
      <p:bldP spid="29" grpId="4"/>
      <p:bldP spid="31" grpId="5"/>
      <p:bldP spid="32" grpId="6"/>
      <p:bldP spid="33" grpId="7"/>
      <p:bldP spid="34" grpId="8"/>
      <p:bldP spid="7" grpId="9"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p14="http://schemas.microsoft.com/office/powerpoint/2010/main" xmlns:p15="http://schemas.microsoft.com/office/powerpoint/2012/main" xmlns:a16="http://schemas.microsoft.com/office/drawing/2014/main" id="{8F8CAB7C-179E-4AEE-8287-2B5CE827D70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 xmlns:p14="http://schemas.microsoft.com/office/powerpoint/2010/main" xmlns:p15="http://schemas.microsoft.com/office/powerpoint/2012/main" xmlns:a16="http://schemas.microsoft.com/office/drawing/2014/main" id="{91B1C610-91EE-4AE7-9767-F7C49B933A7C}"/>
              </a:ext>
            </a:extLst>
          </p:cNvPr>
          <p:cNvSpPr>
            <a:spLocks noGrp="1"/>
          </p:cNvSpPr>
          <p:nvPr>
            <p:ph idx="1"/>
          </p:nvPr>
        </p:nvSpPr>
        <p:spPr/>
        <p:txBody>
          <a:bodyPr/>
          <a:lstStyle/>
          <a:p>
            <a:endParaRPr lang="zh-CN" altLang="en-US"/>
          </a:p>
        </p:txBody>
      </p:sp>
      <p:pic>
        <p:nvPicPr>
          <p:cNvPr id="4" name="图片 3">
            <a:extLst>
              <a:ext uri="{FF2B5EF4-FFF2-40B4-BE49-F238E27FC236}">
                <a16:creationId xmlns="" xmlns:p14="http://schemas.microsoft.com/office/powerpoint/2010/main" xmlns:p15="http://schemas.microsoft.com/office/powerpoint/2012/main" xmlns:a16="http://schemas.microsoft.com/office/drawing/2014/main" id="{5BEEA05F-AE01-4FD0-8FFB-3DC16EA64E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40763" cy="4320381"/>
          </a:xfrm>
          <a:prstGeom prst="rect">
            <a:avLst/>
          </a:prstGeom>
        </p:spPr>
      </p:pic>
      <p:pic>
        <p:nvPicPr>
          <p:cNvPr id="9" name="图片 8">
            <a:extLst>
              <a:ext uri="{FF2B5EF4-FFF2-40B4-BE49-F238E27FC236}">
                <a16:creationId xmlns="" xmlns:p14="http://schemas.microsoft.com/office/powerpoint/2010/main" xmlns:p15="http://schemas.microsoft.com/office/powerpoint/2012/main" xmlns:a16="http://schemas.microsoft.com/office/drawing/2014/main" id="{C2778C19-9582-4489-AFF9-93E5D209E4FA}"/>
              </a:ext>
            </a:extLst>
          </p:cNvPr>
          <p:cNvPicPr>
            <a:picLocks noChangeAspect="1"/>
          </p:cNvPicPr>
          <p:nvPr/>
        </p:nvPicPr>
        <p:blipFill>
          <a:blip r:embed="rId4"/>
          <a:srcRect l="10935" t="15511" r="14028" b="37225"/>
          <a:stretch>
            <a:fillRect/>
          </a:stretch>
        </p:blipFill>
        <p:spPr>
          <a:xfrm>
            <a:off x="352539" y="1305894"/>
            <a:ext cx="4594034" cy="1193227"/>
          </a:xfrm>
          <a:prstGeom prst="rect">
            <a:avLst/>
          </a:prstGeom>
          <a:effectLst>
            <a:outerShdw blurRad="50800" dist="38100" dir="13500000" algn="br" rotWithShape="0">
              <a:prstClr val="black">
                <a:alpha val="40000"/>
              </a:prstClr>
            </a:outerShdw>
          </a:effectLst>
        </p:spPr>
      </p:pic>
      <p:pic>
        <p:nvPicPr>
          <p:cNvPr id="10" name="内容占位符 11">
            <a:extLst>
              <a:ext uri="{FF2B5EF4-FFF2-40B4-BE49-F238E27FC236}">
                <a16:creationId xmlns="" xmlns:p14="http://schemas.microsoft.com/office/powerpoint/2010/main" xmlns:p15="http://schemas.microsoft.com/office/powerpoint/2012/main" xmlns:a16="http://schemas.microsoft.com/office/drawing/2014/main" id="{1324D389-0DD6-4E12-8C1F-67DA34E00234}"/>
              </a:ext>
            </a:extLst>
          </p:cNvPr>
          <p:cNvPicPr>
            <a:picLocks noChangeAspect="1"/>
          </p:cNvPicPr>
          <p:nvPr/>
        </p:nvPicPr>
        <p:blipFill>
          <a:blip r:embed="rId5"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617755" y="974376"/>
            <a:ext cx="1144943" cy="363331"/>
          </a:xfrm>
          <a:prstGeom prst="rect">
            <a:avLst/>
          </a:prstGeom>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pic>
      <p:grpSp>
        <p:nvGrpSpPr>
          <p:cNvPr id="11" name="组合 10">
            <a:extLst>
              <a:ext uri="{FF2B5EF4-FFF2-40B4-BE49-F238E27FC236}">
                <a16:creationId xmlns="" xmlns:p14="http://schemas.microsoft.com/office/powerpoint/2010/main" xmlns:p15="http://schemas.microsoft.com/office/powerpoint/2012/main" xmlns:a16="http://schemas.microsoft.com/office/drawing/2014/main" id="{F2E90F17-6CB8-458C-9469-46B69D91136A}"/>
              </a:ext>
            </a:extLst>
          </p:cNvPr>
          <p:cNvGrpSpPr/>
          <p:nvPr/>
        </p:nvGrpSpPr>
        <p:grpSpPr>
          <a:xfrm>
            <a:off x="594053" y="2727891"/>
            <a:ext cx="1565254" cy="415519"/>
            <a:chOff x="360596" y="702558"/>
            <a:chExt cx="2412130" cy="661056"/>
          </a:xfrm>
        </p:grpSpPr>
        <p:grpSp>
          <p:nvGrpSpPr>
            <p:cNvPr id="12" name="组合 11">
              <a:extLst>
                <a:ext uri="{FF2B5EF4-FFF2-40B4-BE49-F238E27FC236}">
                  <a16:creationId xmlns="" xmlns:p14="http://schemas.microsoft.com/office/powerpoint/2010/main" xmlns:p15="http://schemas.microsoft.com/office/powerpoint/2012/main" xmlns:a16="http://schemas.microsoft.com/office/drawing/2014/main" id="{918A2145-ADE4-40F4-8723-5F02B09382B5}"/>
                </a:ext>
              </a:extLst>
            </p:cNvPr>
            <p:cNvGrpSpPr/>
            <p:nvPr/>
          </p:nvGrpSpPr>
          <p:grpSpPr>
            <a:xfrm>
              <a:off x="360596" y="702558"/>
              <a:ext cx="2412130" cy="661056"/>
              <a:chOff x="360596" y="559337"/>
              <a:chExt cx="2412130" cy="661056"/>
            </a:xfrm>
          </p:grpSpPr>
          <p:pic>
            <p:nvPicPr>
              <p:cNvPr id="16" name="图片 15">
                <a:extLst>
                  <a:ext uri="{FF2B5EF4-FFF2-40B4-BE49-F238E27FC236}">
                    <a16:creationId xmlns="" xmlns:p14="http://schemas.microsoft.com/office/powerpoint/2010/main" xmlns:p15="http://schemas.microsoft.com/office/powerpoint/2012/main" xmlns:a16="http://schemas.microsoft.com/office/drawing/2014/main" id="{DE1C4A34-5932-46B5-AE8D-A26C3BC12C46}"/>
                  </a:ext>
                </a:extLst>
              </p:cNvPr>
              <p:cNvPicPr>
                <a:picLocks noChangeAspect="1"/>
              </p:cNvPicPr>
              <p:nvPr/>
            </p:nvPicPr>
            <p:blipFill>
              <a:blip r:embed="rId6"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17" name="图片 16">
                <a:extLst>
                  <a:ext uri="{FF2B5EF4-FFF2-40B4-BE49-F238E27FC236}">
                    <a16:creationId xmlns="" xmlns:p14="http://schemas.microsoft.com/office/powerpoint/2010/main" xmlns:p15="http://schemas.microsoft.com/office/powerpoint/2012/main" xmlns:a16="http://schemas.microsoft.com/office/drawing/2014/main" id="{D9C6F59F-9ACB-4511-82D7-0629835836F2}"/>
                  </a:ext>
                </a:extLst>
              </p:cNvPr>
              <p:cNvPicPr>
                <a:picLocks noChangeAspect="1"/>
              </p:cNvPicPr>
              <p:nvPr/>
            </p:nvPicPr>
            <p:blipFill>
              <a:blip r:embed="rId6"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18" name="图片 17">
                <a:extLst>
                  <a:ext uri="{FF2B5EF4-FFF2-40B4-BE49-F238E27FC236}">
                    <a16:creationId xmlns="" xmlns:p14="http://schemas.microsoft.com/office/powerpoint/2010/main" xmlns:p15="http://schemas.microsoft.com/office/powerpoint/2012/main" xmlns:a16="http://schemas.microsoft.com/office/drawing/2014/main" id="{3FE29FB3-9AEB-4F70-93BB-1A108F703E2F}"/>
                  </a:ext>
                </a:extLst>
              </p:cNvPr>
              <p:cNvPicPr>
                <a:picLocks noChangeAspect="1"/>
              </p:cNvPicPr>
              <p:nvPr/>
            </p:nvPicPr>
            <p:blipFill>
              <a:blip r:embed="rId7"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13" name="文本框 12">
              <a:extLst>
                <a:ext uri="{FF2B5EF4-FFF2-40B4-BE49-F238E27FC236}">
                  <a16:creationId xmlns="" xmlns:p14="http://schemas.microsoft.com/office/powerpoint/2010/main" xmlns:p15="http://schemas.microsoft.com/office/powerpoint/2012/main" xmlns:a16="http://schemas.microsoft.com/office/drawing/2014/main" id="{04F9A6CB-B07A-457B-AB9F-07EAEDD1C65C}"/>
                </a:ext>
              </a:extLst>
            </p:cNvPr>
            <p:cNvSpPr txBox="1"/>
            <p:nvPr/>
          </p:nvSpPr>
          <p:spPr>
            <a:xfrm>
              <a:off x="462709" y="855486"/>
              <a:ext cx="2215186" cy="338554"/>
            </a:xfrm>
            <a:prstGeom prst="rect">
              <a:avLst/>
            </a:prstGeom>
            <a:noFill/>
            <a:effectLst>
              <a:innerShdw blurRad="114300">
                <a:prstClr val="black"/>
              </a:innerShdw>
            </a:effectLst>
          </p:spPr>
          <p:txBody>
            <a:bodyPr wrap="square" rtlCol="0" anchor="ctr">
              <a:spAutoFit/>
            </a:bodyPr>
            <a:lstStyle/>
            <a:p>
              <a:pPr algn="ctr"/>
              <a:r>
                <a:rPr lang="zh-CN" altLang="en-US" sz="1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姓名：</a:t>
              </a:r>
              <a:r>
                <a:rPr lang="en-US" altLang="zh-CN" sz="1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XXX</a:t>
              </a:r>
              <a:endParaRPr lang="zh-CN" altLang="en-US" sz="1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endParaRPr>
            </a:p>
          </p:txBody>
        </p:sp>
      </p:grpSp>
      <p:grpSp>
        <p:nvGrpSpPr>
          <p:cNvPr id="21" name="组合 20">
            <a:extLst>
              <a:ext uri="{FF2B5EF4-FFF2-40B4-BE49-F238E27FC236}">
                <a16:creationId xmlns="" xmlns:p14="http://schemas.microsoft.com/office/powerpoint/2010/main" xmlns:p15="http://schemas.microsoft.com/office/powerpoint/2012/main" xmlns:a16="http://schemas.microsoft.com/office/drawing/2014/main" id="{FA5EF1CB-47E4-42D6-B1A9-FFFD4320E845}"/>
              </a:ext>
            </a:extLst>
          </p:cNvPr>
          <p:cNvGrpSpPr/>
          <p:nvPr/>
        </p:nvGrpSpPr>
        <p:grpSpPr>
          <a:xfrm>
            <a:off x="2359001" y="2727891"/>
            <a:ext cx="1565254" cy="415519"/>
            <a:chOff x="360596" y="702558"/>
            <a:chExt cx="2412130" cy="661056"/>
          </a:xfrm>
        </p:grpSpPr>
        <p:grpSp>
          <p:nvGrpSpPr>
            <p:cNvPr id="22" name="组合 21">
              <a:extLst>
                <a:ext uri="{FF2B5EF4-FFF2-40B4-BE49-F238E27FC236}">
                  <a16:creationId xmlns="" xmlns:p14="http://schemas.microsoft.com/office/powerpoint/2010/main" xmlns:p15="http://schemas.microsoft.com/office/powerpoint/2012/main" xmlns:a16="http://schemas.microsoft.com/office/drawing/2014/main" id="{EBFD8DA1-B0E8-4E52-A3E5-02D075871E26}"/>
                </a:ext>
              </a:extLst>
            </p:cNvPr>
            <p:cNvGrpSpPr/>
            <p:nvPr/>
          </p:nvGrpSpPr>
          <p:grpSpPr>
            <a:xfrm>
              <a:off x="360596" y="702558"/>
              <a:ext cx="2412130" cy="661056"/>
              <a:chOff x="360596" y="559337"/>
              <a:chExt cx="2412130" cy="661056"/>
            </a:xfrm>
          </p:grpSpPr>
          <p:pic>
            <p:nvPicPr>
              <p:cNvPr id="24" name="图片 23">
                <a:extLst>
                  <a:ext uri="{FF2B5EF4-FFF2-40B4-BE49-F238E27FC236}">
                    <a16:creationId xmlns="" xmlns:p14="http://schemas.microsoft.com/office/powerpoint/2010/main" xmlns:p15="http://schemas.microsoft.com/office/powerpoint/2012/main" xmlns:a16="http://schemas.microsoft.com/office/drawing/2014/main" id="{5BACDD8F-2135-4549-B265-86D9BD35E7ED}"/>
                  </a:ext>
                </a:extLst>
              </p:cNvPr>
              <p:cNvPicPr>
                <a:picLocks noChangeAspect="1"/>
              </p:cNvPicPr>
              <p:nvPr/>
            </p:nvPicPr>
            <p:blipFill>
              <a:blip r:embed="rId6" cstate="print">
                <a:extLst>
                  <a:ext uri="{28A0092B-C50C-407E-A947-70E740481C1C}">
                    <a14:useLocalDpi xmlns:a14="http://schemas.microsoft.com/office/drawing/2010/main" val="0"/>
                  </a:ext>
                </a:extLst>
              </a:blip>
              <a:srcRect l="62786" t="6154" r="9039" b="11539"/>
              <a:stretch>
                <a:fillRect/>
              </a:stretch>
            </p:blipFill>
            <p:spPr>
              <a:xfrm>
                <a:off x="2473283" y="559337"/>
                <a:ext cx="299443" cy="661056"/>
              </a:xfrm>
              <a:prstGeom prst="rect">
                <a:avLst/>
              </a:prstGeom>
            </p:spPr>
          </p:pic>
          <p:pic>
            <p:nvPicPr>
              <p:cNvPr id="25" name="图片 24">
                <a:extLst>
                  <a:ext uri="{FF2B5EF4-FFF2-40B4-BE49-F238E27FC236}">
                    <a16:creationId xmlns="" xmlns:p14="http://schemas.microsoft.com/office/powerpoint/2010/main" xmlns:p15="http://schemas.microsoft.com/office/powerpoint/2012/main" xmlns:a16="http://schemas.microsoft.com/office/drawing/2014/main" id="{5D9DF239-930E-4CCC-AEE3-46C90799B573}"/>
                  </a:ext>
                </a:extLst>
              </p:cNvPr>
              <p:cNvPicPr>
                <a:picLocks noChangeAspect="1"/>
              </p:cNvPicPr>
              <p:nvPr/>
            </p:nvPicPr>
            <p:blipFill>
              <a:blip r:embed="rId6" cstate="print">
                <a:extLst>
                  <a:ext uri="{28A0092B-C50C-407E-A947-70E740481C1C}">
                    <a14:useLocalDpi xmlns:a14="http://schemas.microsoft.com/office/drawing/2010/main" val="0"/>
                  </a:ext>
                </a:extLst>
              </a:blip>
              <a:srcRect l="62786" t="6154" r="9039" b="11539"/>
              <a:stretch>
                <a:fillRect/>
              </a:stretch>
            </p:blipFill>
            <p:spPr>
              <a:xfrm flipH="1">
                <a:off x="360596" y="559337"/>
                <a:ext cx="299443" cy="661056"/>
              </a:xfrm>
              <a:prstGeom prst="rect">
                <a:avLst/>
              </a:prstGeom>
            </p:spPr>
          </p:pic>
          <p:pic>
            <p:nvPicPr>
              <p:cNvPr id="26" name="图片 25">
                <a:extLst>
                  <a:ext uri="{FF2B5EF4-FFF2-40B4-BE49-F238E27FC236}">
                    <a16:creationId xmlns="" xmlns:p14="http://schemas.microsoft.com/office/powerpoint/2010/main" xmlns:p15="http://schemas.microsoft.com/office/powerpoint/2012/main" xmlns:a16="http://schemas.microsoft.com/office/drawing/2014/main" id="{66466BC7-DC79-44B6-87A8-D62BFEFBA399}"/>
                  </a:ext>
                </a:extLst>
              </p:cNvPr>
              <p:cNvPicPr>
                <a:picLocks noChangeAspect="1"/>
              </p:cNvPicPr>
              <p:nvPr/>
            </p:nvPicPr>
            <p:blipFill>
              <a:blip r:embed="rId7" cstate="print">
                <a:extLst>
                  <a:ext uri="{28A0092B-C50C-407E-A947-70E740481C1C}">
                    <a14:useLocalDpi xmlns:a14="http://schemas.microsoft.com/office/drawing/2010/main" val="0"/>
                  </a:ext>
                </a:extLst>
              </a:blip>
              <a:srcRect l="20607" t="33170" r="21913" b="27143"/>
              <a:stretch>
                <a:fillRect/>
              </a:stretch>
            </p:blipFill>
            <p:spPr>
              <a:xfrm>
                <a:off x="657241" y="649954"/>
                <a:ext cx="1816042" cy="482303"/>
              </a:xfrm>
              <a:prstGeom prst="rect">
                <a:avLst/>
              </a:prstGeom>
            </p:spPr>
          </p:pic>
        </p:grpSp>
        <p:sp>
          <p:nvSpPr>
            <p:cNvPr id="23" name="文本框 22">
              <a:extLst>
                <a:ext uri="{FF2B5EF4-FFF2-40B4-BE49-F238E27FC236}">
                  <a16:creationId xmlns="" xmlns:p14="http://schemas.microsoft.com/office/powerpoint/2010/main" xmlns:p15="http://schemas.microsoft.com/office/powerpoint/2012/main" xmlns:a16="http://schemas.microsoft.com/office/drawing/2014/main" id="{E0DCDCA8-094B-450D-9A9C-06E9D60BD344}"/>
                </a:ext>
              </a:extLst>
            </p:cNvPr>
            <p:cNvSpPr txBox="1"/>
            <p:nvPr/>
          </p:nvSpPr>
          <p:spPr>
            <a:xfrm>
              <a:off x="462709" y="755458"/>
              <a:ext cx="2215186" cy="538611"/>
            </a:xfrm>
            <a:prstGeom prst="rect">
              <a:avLst/>
            </a:prstGeom>
            <a:noFill/>
            <a:effectLst>
              <a:innerShdw blurRad="114300">
                <a:prstClr val="black"/>
              </a:innerShdw>
            </a:effectLst>
          </p:spPr>
          <p:txBody>
            <a:bodyPr wrap="square" rtlCol="0" anchor="ctr">
              <a:spAutoFit/>
            </a:bodyPr>
            <a:lstStyle/>
            <a:p>
              <a:pPr algn="ctr"/>
              <a:r>
                <a:rPr lang="zh-CN" altLang="en-US" sz="1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日期：</a:t>
              </a:r>
              <a:r>
                <a:rPr lang="en-US" altLang="zh-CN" sz="1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rPr>
                <a:t>XXX</a:t>
              </a:r>
              <a:endParaRPr lang="zh-CN" altLang="en-US" sz="1600" b="1">
                <a:gradFill>
                  <a:gsLst>
                    <a:gs pos="44000">
                      <a:schemeClr val="bg1"/>
                    </a:gs>
                    <a:gs pos="9000">
                      <a:schemeClr val="tx1">
                        <a:lumMod val="75000"/>
                        <a:lumOff val="25000"/>
                      </a:schemeClr>
                    </a:gs>
                  </a:gsLst>
                  <a:lin ang="16200000" scaled="1"/>
                </a:gradFill>
                <a:latin typeface="思源黑体 CN Heavy" panose="020B0A00000000000000" pitchFamily="34" charset="-122"/>
                <a:ea typeface="思源黑体 CN Heavy" panose="020B0A00000000000000" pitchFamily="34" charset="-122"/>
              </a:endParaRPr>
            </a:p>
          </p:txBody>
        </p:sp>
      </p:grpSp>
    </p:spTree>
    <p:extLst>
      <p:ext uri="{BB962C8B-B14F-4D97-AF65-F5344CB8AC3E}">
        <p14:creationId xmlns:p14="http://schemas.microsoft.com/office/powerpoint/2010/main" val="26500417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p15="http://schemas.microsoft.com/office/powerpoint/2012/main">
      <p:transition spd="slow">
        <p:split orient="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nodeType="withGroup">
                            <p:stCondLst>
                              <p:cond delay="500"/>
                            </p:stCondLst>
                            <p:childTnLst>
                              <p:par>
                                <p:cTn id="11" presetID="53" presetClass="entr" presetSubtype="0" fill="hold" nodeType="afterEffec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par>
                          <p:cTn id="16" fill="hold" nodeType="withGroup">
                            <p:stCondLst>
                              <p:cond delay="1000"/>
                            </p:stCondLst>
                            <p:childTnLst>
                              <p:par>
                                <p:cTn id="17" presetID="53" presetClass="entr" presetSubtype="0" fill="hold" nodeType="afterEffec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6.09.30"/>
  <p:tag name="AS_TITLE" val="Aspose.Slides for .NET 2.0"/>
  <p:tag name="AS_VERSION" val="16.9.0.0"/>
</p:tagLst>
</file>

<file path=ppt/tags/tag2.xml><?xml version="1.0" encoding="utf-8"?>
<p:tagLst xmlns:a="http://schemas.openxmlformats.org/drawingml/2006/main" xmlns:r="http://schemas.openxmlformats.org/officeDocument/2006/relationships" xmlns:p="http://schemas.openxmlformats.org/presentationml/2006/main">
  <p:tag name="ISLIDE.ICON" val="#405095;#405366;#36906;"/>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r="http://schemas.openxmlformats.org/officeDocument/2006/relationship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r="http://schemas.openxmlformats.org/officeDocument/2006/relationship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www.515ppt.com</Template>
  <TotalTime>1728</TotalTime>
  <Words>2644</Words>
  <Application>Microsoft Office PowerPoint</Application>
  <PresentationFormat>自定义</PresentationFormat>
  <Paragraphs>237</Paragraphs>
  <Slides>20</Slides>
  <Notes>20</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www.515ppt.com</Manager>
  <Company>苏州珀菲科特网络科技有限公司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sanzhixiang</dc:title>
  <dc:subject>www.515ppt.com</dc:subject>
  <dc:creator>sanzhixiang</dc:creator>
  <cp:keywords>精品文档</cp:keywords>
  <dc:description>更多精品文档，请访问www.515ppt.com</dc:description>
  <cp:lastModifiedBy>xb21cn</cp:lastModifiedBy>
  <cp:revision>46</cp:revision>
  <dcterms:created xsi:type="dcterms:W3CDTF">2019-02-14T04:53:57Z</dcterms:created>
  <dcterms:modified xsi:type="dcterms:W3CDTF">2020-12-15T11:21:53Z</dcterms:modified>
  <cp:category>sanzhixiang</cp:category>
</cp:coreProperties>
</file>