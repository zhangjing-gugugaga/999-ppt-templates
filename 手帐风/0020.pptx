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62B893-B650-486E-9F3C-82BBE601BD82}">
  <a:tblStyle styleId="{4E62B893-B650-486E-9F3C-82BBE601BD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ff46795744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ff46795744_2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d362d286f3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d362d286f3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d362d286f3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d362d286f3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5c204f7ad1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15c204f7ad1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ff46795744_0_3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ff46795744_0_3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5bbfc82de5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5bbfc82de5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ff46795744_2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ff46795744_2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15bbfc82de5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15bbfc82de5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15c204f7ad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15c204f7ad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15bbfc82de5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15bbfc82de5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5c204f7ad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5c204f7ad1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15c204f7ad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15c204f7ad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ff46795744_0_3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ff46795744_0_3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15c204f7ad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15c204f7ad1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ff46795744_0_3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ff46795744_0_3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15bbfc82de5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15bbfc82de5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15bbfc82de5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15bbfc82de5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g15bbfc82de5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g15bbfc82de5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15bbfc82de5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15bbfc82de5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15c204f7ad1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15c204f7ad1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15bbfc82de5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15bbfc82de5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15bbfc82de5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15bbfc82de5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15bbfc82de5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15bbfc82de5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15c204f7ad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15c204f7ad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15c204f7ad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15c204f7ad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15c204f7ad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15c204f7ad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15c204f7ad1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15c204f7ad1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15c204f7ad1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15c204f7ad1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g15c204f7ad1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9" name="Google Shape;2329;g15c204f7ad1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15c204f7ad1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15c204f7ad1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15c204f7ad1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7" name="Google Shape;2457;g15c204f7ad1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g15c204f7ad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3" name="Google Shape;2503;g15c204f7ad1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15c204f7ad1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15c204f7ad1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d362d286f3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d362d286f3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ge2812c4e9a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3" name="Google Shape;2703;ge2812c4e9a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g1215e4c914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4" name="Google Shape;2774;g1215e4c914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" name="Google Shape;29;p2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1040550" y="1092600"/>
            <a:ext cx="7062900" cy="22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1837500" y="3641406"/>
            <a:ext cx="546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2793220" y="429336"/>
            <a:ext cx="472898" cy="294855"/>
            <a:chOff x="-1725525" y="2389300"/>
            <a:chExt cx="658174" cy="410319"/>
          </a:xfrm>
        </p:grpSpPr>
        <p:sp>
          <p:nvSpPr>
            <p:cNvPr id="33" name="Google Shape;33;p2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"/>
          <p:cNvSpPr/>
          <p:nvPr/>
        </p:nvSpPr>
        <p:spPr>
          <a:xfrm rot="9196425">
            <a:off x="5369090" y="3558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 rot="9196425">
            <a:off x="8621115" y="2098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474656" y="46620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24806" y="4728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930781" y="3215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165206" y="45701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46" name="Google Shape;46;p3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47" name="Google Shape;47;p3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48;p3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49;p3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3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" name="Google Shape;51;p3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3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" name="Google Shape;53;p3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" name="Google Shape;54;p3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3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3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3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3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3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3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3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3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3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3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5" name="Google Shape;65;p3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6" name="Google Shape;66;p3"/>
          <p:cNvSpPr txBox="1">
            <a:spLocks noGrp="1"/>
          </p:cNvSpPr>
          <p:nvPr>
            <p:ph type="title" hasCustomPrompt="1"/>
          </p:nvPr>
        </p:nvSpPr>
        <p:spPr>
          <a:xfrm>
            <a:off x="3657600" y="1494725"/>
            <a:ext cx="1828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title" idx="2"/>
          </p:nvPr>
        </p:nvSpPr>
        <p:spPr>
          <a:xfrm>
            <a:off x="807450" y="2655000"/>
            <a:ext cx="7529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"/>
          <p:cNvSpPr txBox="1">
            <a:spLocks noGrp="1"/>
          </p:cNvSpPr>
          <p:nvPr>
            <p:ph type="subTitle" idx="1"/>
          </p:nvPr>
        </p:nvSpPr>
        <p:spPr>
          <a:xfrm>
            <a:off x="807450" y="3385075"/>
            <a:ext cx="75291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257706" y="47260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932881" y="47807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4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73" name="Google Shape;73;p4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74" name="Google Shape;74;p4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4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4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Google Shape;77;p4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" name="Google Shape;78;p4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4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4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4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4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4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4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4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4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4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4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4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4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4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92" name="Google Shape;92;p4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3" name="Google Shape;93;p4"/>
          <p:cNvSpPr txBox="1">
            <a:spLocks noGrp="1"/>
          </p:cNvSpPr>
          <p:nvPr>
            <p:ph type="body" idx="1"/>
          </p:nvPr>
        </p:nvSpPr>
        <p:spPr>
          <a:xfrm>
            <a:off x="822250" y="1304450"/>
            <a:ext cx="6853800" cy="31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2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5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97" name="Google Shape;97;p5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6" name="Google Shape;116;p5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7" name="Google Shape;117;p5"/>
          <p:cNvSpPr txBox="1">
            <a:spLocks noGrp="1"/>
          </p:cNvSpPr>
          <p:nvPr>
            <p:ph type="subTitle" idx="1"/>
          </p:nvPr>
        </p:nvSpPr>
        <p:spPr>
          <a:xfrm>
            <a:off x="1334556" y="2763950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highlight>
                  <a:schemeClr val="lt1"/>
                </a:highlight>
                <a:latin typeface="Chango"/>
                <a:ea typeface="Chango"/>
                <a:cs typeface="Chango"/>
                <a:sym typeface="Chang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2"/>
          </p:nvPr>
        </p:nvSpPr>
        <p:spPr>
          <a:xfrm>
            <a:off x="5066244" y="2763950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highlight>
                  <a:schemeClr val="lt1"/>
                </a:highlight>
                <a:latin typeface="Chango"/>
                <a:ea typeface="Chango"/>
                <a:cs typeface="Chango"/>
                <a:sym typeface="Chang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3"/>
          </p:nvPr>
        </p:nvSpPr>
        <p:spPr>
          <a:xfrm>
            <a:off x="1334556" y="3221150"/>
            <a:ext cx="2743200" cy="9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4"/>
          </p:nvPr>
        </p:nvSpPr>
        <p:spPr>
          <a:xfrm>
            <a:off x="5066244" y="3221150"/>
            <a:ext cx="2743200" cy="9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5"/>
          <p:cNvGrpSpPr/>
          <p:nvPr/>
        </p:nvGrpSpPr>
        <p:grpSpPr>
          <a:xfrm rot="1800044">
            <a:off x="8163997" y="4448691"/>
            <a:ext cx="162395" cy="594983"/>
            <a:chOff x="-1233634" y="2866165"/>
            <a:chExt cx="162398" cy="594996"/>
          </a:xfrm>
        </p:grpSpPr>
        <p:sp>
          <p:nvSpPr>
            <p:cNvPr id="123" name="Google Shape;123;p5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5"/>
          <p:cNvSpPr/>
          <p:nvPr/>
        </p:nvSpPr>
        <p:spPr>
          <a:xfrm rot="9196425">
            <a:off x="8417615" y="12465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8672706" y="3500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 rot="9196425">
            <a:off x="2081665" y="47375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6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131" name="Google Shape;131;p6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6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6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6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6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6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6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6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6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6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6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6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6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" name="Google Shape;144;p6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Google Shape;145;p6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6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" name="Google Shape;147;p6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Google Shape;148;p6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9" name="Google Shape;149;p6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0" name="Google Shape;150;p6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727381" y="25622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355006" y="48908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 rot="9196425">
            <a:off x="8668840" y="47473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7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156" name="Google Shape;156;p7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Google Shape;162;p7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3" name="Google Shape;163;p7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7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Google Shape;165;p7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Google Shape;166;p7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7" name="Google Shape;167;p7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8" name="Google Shape;168;p7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" name="Google Shape;169;p7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" name="Google Shape;170;p7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7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2" name="Google Shape;172;p7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" name="Google Shape;173;p7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4" name="Google Shape;174;p7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5" name="Google Shape;175;p7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" name="Google Shape;176;p7"/>
          <p:cNvSpPr txBox="1">
            <a:spLocks noGrp="1"/>
          </p:cNvSpPr>
          <p:nvPr>
            <p:ph type="body" idx="1"/>
          </p:nvPr>
        </p:nvSpPr>
        <p:spPr>
          <a:xfrm>
            <a:off x="720000" y="1590675"/>
            <a:ext cx="4595100" cy="29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8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180" name="Google Shape;180;p8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181" name="Google Shape;181;p8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" name="Google Shape;182;p8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3" name="Google Shape;183;p8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4" name="Google Shape;184;p8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8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8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8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8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8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99" name="Google Shape;199;p8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9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203" name="Google Shape;203;p9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204" name="Google Shape;204;p9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9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9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7" name="Google Shape;207;p9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9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9" name="Google Shape;209;p9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0" name="Google Shape;210;p9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9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2" name="Google Shape;212;p9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4" name="Google Shape;214;p9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5" name="Google Shape;215;p9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6" name="Google Shape;216;p9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8" name="Google Shape;218;p9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9" name="Google Shape;219;p9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0" name="Google Shape;220;p9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22" name="Google Shape;222;p9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3" name="Google Shape;223;p9"/>
          <p:cNvSpPr txBox="1">
            <a:spLocks noGrp="1"/>
          </p:cNvSpPr>
          <p:nvPr>
            <p:ph type="title"/>
          </p:nvPr>
        </p:nvSpPr>
        <p:spPr>
          <a:xfrm>
            <a:off x="720000" y="1182151"/>
            <a:ext cx="7704000" cy="14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24" name="Google Shape;224;p9"/>
          <p:cNvSpPr txBox="1">
            <a:spLocks noGrp="1"/>
          </p:cNvSpPr>
          <p:nvPr>
            <p:ph type="subTitle" idx="1"/>
          </p:nvPr>
        </p:nvSpPr>
        <p:spPr>
          <a:xfrm>
            <a:off x="2391900" y="2675388"/>
            <a:ext cx="4360200" cy="12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>
            <a:spLocks noGrp="1"/>
          </p:cNvSpPr>
          <p:nvPr>
            <p:ph type="title"/>
          </p:nvPr>
        </p:nvSpPr>
        <p:spPr>
          <a:xfrm>
            <a:off x="1393750" y="1880225"/>
            <a:ext cx="6356700" cy="1383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1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229" name="Google Shape;229;p11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230" name="Google Shape;230;p11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11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1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1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11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11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11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1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11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9" name="Google Shape;239;p11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0" name="Google Shape;240;p11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1" name="Google Shape;241;p11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2" name="Google Shape;242;p11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3" name="Google Shape;243;p11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11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5" name="Google Shape;245;p11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6" name="Google Shape;246;p11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11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48" name="Google Shape;248;p11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11"/>
          <p:cNvSpPr txBox="1">
            <a:spLocks noGrp="1"/>
          </p:cNvSpPr>
          <p:nvPr>
            <p:ph type="title" hasCustomPrompt="1"/>
          </p:nvPr>
        </p:nvSpPr>
        <p:spPr>
          <a:xfrm>
            <a:off x="1132350" y="1558475"/>
            <a:ext cx="68793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700">
                <a:highlight>
                  <a:schemeClr val="l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0" name="Google Shape;250;p11"/>
          <p:cNvSpPr txBox="1">
            <a:spLocks noGrp="1"/>
          </p:cNvSpPr>
          <p:nvPr>
            <p:ph type="subTitle" idx="1"/>
          </p:nvPr>
        </p:nvSpPr>
        <p:spPr>
          <a:xfrm>
            <a:off x="1132350" y="3069575"/>
            <a:ext cx="68793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3254431" y="46593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932881" y="47807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"/>
          <p:cNvSpPr/>
          <p:nvPr/>
        </p:nvSpPr>
        <p:spPr>
          <a:xfrm rot="9196425">
            <a:off x="8538490" y="21211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" name="Google Shape;254;p11"/>
          <p:cNvGrpSpPr/>
          <p:nvPr/>
        </p:nvGrpSpPr>
        <p:grpSpPr>
          <a:xfrm>
            <a:off x="8072670" y="831337"/>
            <a:ext cx="512656" cy="483285"/>
            <a:chOff x="-3151475" y="1512075"/>
            <a:chExt cx="634475" cy="598125"/>
          </a:xfrm>
        </p:grpSpPr>
        <p:sp>
          <p:nvSpPr>
            <p:cNvPr id="255" name="Google Shape;255;p11"/>
            <p:cNvSpPr/>
            <p:nvPr/>
          </p:nvSpPr>
          <p:spPr>
            <a:xfrm>
              <a:off x="-3151475" y="1512075"/>
              <a:ext cx="634475" cy="598125"/>
            </a:xfrm>
            <a:custGeom>
              <a:avLst/>
              <a:gdLst/>
              <a:ahLst/>
              <a:cxnLst/>
              <a:rect l="l" t="t" r="r" b="b"/>
              <a:pathLst>
                <a:path w="25379" h="23925" extrusionOk="0">
                  <a:moveTo>
                    <a:pt x="9092" y="2183"/>
                  </a:moveTo>
                  <a:cubicBezTo>
                    <a:pt x="9638" y="2183"/>
                    <a:pt x="10142" y="2401"/>
                    <a:pt x="10429" y="2929"/>
                  </a:cubicBezTo>
                  <a:cubicBezTo>
                    <a:pt x="9790" y="3267"/>
                    <a:pt x="9153" y="3606"/>
                    <a:pt x="8515" y="3944"/>
                  </a:cubicBezTo>
                  <a:cubicBezTo>
                    <a:pt x="7997" y="4220"/>
                    <a:pt x="7443" y="4490"/>
                    <a:pt x="6877" y="4753"/>
                  </a:cubicBezTo>
                  <a:cubicBezTo>
                    <a:pt x="6146" y="3500"/>
                    <a:pt x="7748" y="2183"/>
                    <a:pt x="9092" y="2183"/>
                  </a:cubicBezTo>
                  <a:close/>
                  <a:moveTo>
                    <a:pt x="9493" y="533"/>
                  </a:moveTo>
                  <a:cubicBezTo>
                    <a:pt x="10722" y="533"/>
                    <a:pt x="11148" y="1381"/>
                    <a:pt x="11586" y="2309"/>
                  </a:cubicBezTo>
                  <a:cubicBezTo>
                    <a:pt x="11326" y="2448"/>
                    <a:pt x="11065" y="2585"/>
                    <a:pt x="10808" y="2723"/>
                  </a:cubicBezTo>
                  <a:cubicBezTo>
                    <a:pt x="10507" y="1993"/>
                    <a:pt x="9897" y="1701"/>
                    <a:pt x="9218" y="1701"/>
                  </a:cubicBezTo>
                  <a:cubicBezTo>
                    <a:pt x="7535" y="1701"/>
                    <a:pt x="5431" y="3500"/>
                    <a:pt x="6598" y="4886"/>
                  </a:cubicBezTo>
                  <a:cubicBezTo>
                    <a:pt x="6321" y="5016"/>
                    <a:pt x="6041" y="5149"/>
                    <a:pt x="5757" y="5283"/>
                  </a:cubicBezTo>
                  <a:cubicBezTo>
                    <a:pt x="4154" y="3666"/>
                    <a:pt x="6150" y="1942"/>
                    <a:pt x="7572" y="1213"/>
                  </a:cubicBezTo>
                  <a:cubicBezTo>
                    <a:pt x="8088" y="948"/>
                    <a:pt x="8715" y="579"/>
                    <a:pt x="9298" y="540"/>
                  </a:cubicBezTo>
                  <a:cubicBezTo>
                    <a:pt x="9365" y="536"/>
                    <a:pt x="9430" y="533"/>
                    <a:pt x="9493" y="533"/>
                  </a:cubicBezTo>
                  <a:close/>
                  <a:moveTo>
                    <a:pt x="14562" y="11786"/>
                  </a:moveTo>
                  <a:cubicBezTo>
                    <a:pt x="14696" y="11786"/>
                    <a:pt x="14828" y="11837"/>
                    <a:pt x="14967" y="11983"/>
                  </a:cubicBezTo>
                  <a:cubicBezTo>
                    <a:pt x="15091" y="12111"/>
                    <a:pt x="15164" y="12399"/>
                    <a:pt x="15240" y="12559"/>
                  </a:cubicBezTo>
                  <a:cubicBezTo>
                    <a:pt x="15288" y="12664"/>
                    <a:pt x="15344" y="12768"/>
                    <a:pt x="15396" y="12877"/>
                  </a:cubicBezTo>
                  <a:cubicBezTo>
                    <a:pt x="15386" y="12873"/>
                    <a:pt x="15376" y="12872"/>
                    <a:pt x="15365" y="12872"/>
                  </a:cubicBezTo>
                  <a:cubicBezTo>
                    <a:pt x="15350" y="12872"/>
                    <a:pt x="15333" y="12874"/>
                    <a:pt x="15317" y="12878"/>
                  </a:cubicBezTo>
                  <a:cubicBezTo>
                    <a:pt x="14148" y="13216"/>
                    <a:pt x="13006" y="13779"/>
                    <a:pt x="12087" y="14581"/>
                  </a:cubicBezTo>
                  <a:cubicBezTo>
                    <a:pt x="11894" y="14232"/>
                    <a:pt x="11722" y="13884"/>
                    <a:pt x="11566" y="13629"/>
                  </a:cubicBezTo>
                  <a:cubicBezTo>
                    <a:pt x="12272" y="12955"/>
                    <a:pt x="13032" y="12367"/>
                    <a:pt x="13944" y="11992"/>
                  </a:cubicBezTo>
                  <a:cubicBezTo>
                    <a:pt x="14164" y="11901"/>
                    <a:pt x="14363" y="11786"/>
                    <a:pt x="14562" y="11786"/>
                  </a:cubicBezTo>
                  <a:close/>
                  <a:moveTo>
                    <a:pt x="15515" y="13099"/>
                  </a:moveTo>
                  <a:cubicBezTo>
                    <a:pt x="15600" y="13267"/>
                    <a:pt x="15684" y="13432"/>
                    <a:pt x="15762" y="13600"/>
                  </a:cubicBezTo>
                  <a:cubicBezTo>
                    <a:pt x="14691" y="14164"/>
                    <a:pt x="13635" y="14747"/>
                    <a:pt x="12583" y="15340"/>
                  </a:cubicBezTo>
                  <a:cubicBezTo>
                    <a:pt x="12454" y="15180"/>
                    <a:pt x="12335" y="15000"/>
                    <a:pt x="12221" y="14812"/>
                  </a:cubicBezTo>
                  <a:cubicBezTo>
                    <a:pt x="13236" y="14141"/>
                    <a:pt x="14228" y="13602"/>
                    <a:pt x="15395" y="13228"/>
                  </a:cubicBezTo>
                  <a:cubicBezTo>
                    <a:pt x="15464" y="13206"/>
                    <a:pt x="15500" y="13155"/>
                    <a:pt x="15515" y="13099"/>
                  </a:cubicBezTo>
                  <a:close/>
                  <a:moveTo>
                    <a:pt x="15904" y="13967"/>
                  </a:moveTo>
                  <a:cubicBezTo>
                    <a:pt x="15910" y="13978"/>
                    <a:pt x="15918" y="13993"/>
                    <a:pt x="15920" y="14005"/>
                  </a:cubicBezTo>
                  <a:cubicBezTo>
                    <a:pt x="16008" y="14292"/>
                    <a:pt x="16107" y="14601"/>
                    <a:pt x="15857" y="14880"/>
                  </a:cubicBezTo>
                  <a:cubicBezTo>
                    <a:pt x="15723" y="15031"/>
                    <a:pt x="15342" y="15165"/>
                    <a:pt x="15152" y="15262"/>
                  </a:cubicBezTo>
                  <a:cubicBezTo>
                    <a:pt x="14729" y="15479"/>
                    <a:pt x="14292" y="15698"/>
                    <a:pt x="13844" y="15863"/>
                  </a:cubicBezTo>
                  <a:cubicBezTo>
                    <a:pt x="13736" y="15902"/>
                    <a:pt x="13633" y="15920"/>
                    <a:pt x="13534" y="15920"/>
                  </a:cubicBezTo>
                  <a:cubicBezTo>
                    <a:pt x="13259" y="15920"/>
                    <a:pt x="13014" y="15782"/>
                    <a:pt x="12794" y="15568"/>
                  </a:cubicBezTo>
                  <a:cubicBezTo>
                    <a:pt x="13835" y="15049"/>
                    <a:pt x="14873" y="14516"/>
                    <a:pt x="15904" y="13967"/>
                  </a:cubicBezTo>
                  <a:close/>
                  <a:moveTo>
                    <a:pt x="16441" y="743"/>
                  </a:moveTo>
                  <a:cubicBezTo>
                    <a:pt x="16859" y="743"/>
                    <a:pt x="17283" y="846"/>
                    <a:pt x="17710" y="1104"/>
                  </a:cubicBezTo>
                  <a:cubicBezTo>
                    <a:pt x="18522" y="1600"/>
                    <a:pt x="19018" y="2609"/>
                    <a:pt x="19465" y="3420"/>
                  </a:cubicBezTo>
                  <a:cubicBezTo>
                    <a:pt x="20238" y="4823"/>
                    <a:pt x="22433" y="7644"/>
                    <a:pt x="21220" y="9063"/>
                  </a:cubicBezTo>
                  <a:cubicBezTo>
                    <a:pt x="20559" y="9836"/>
                    <a:pt x="19390" y="10420"/>
                    <a:pt x="18560" y="10979"/>
                  </a:cubicBezTo>
                  <a:cubicBezTo>
                    <a:pt x="17666" y="11574"/>
                    <a:pt x="16747" y="12126"/>
                    <a:pt x="15818" y="12659"/>
                  </a:cubicBezTo>
                  <a:cubicBezTo>
                    <a:pt x="15784" y="12596"/>
                    <a:pt x="15755" y="12540"/>
                    <a:pt x="15728" y="12483"/>
                  </a:cubicBezTo>
                  <a:cubicBezTo>
                    <a:pt x="15544" y="12092"/>
                    <a:pt x="15376" y="11404"/>
                    <a:pt x="14894" y="11268"/>
                  </a:cubicBezTo>
                  <a:cubicBezTo>
                    <a:pt x="14834" y="11251"/>
                    <a:pt x="14770" y="11244"/>
                    <a:pt x="14703" y="11244"/>
                  </a:cubicBezTo>
                  <a:cubicBezTo>
                    <a:pt x="14212" y="11244"/>
                    <a:pt x="13539" y="11641"/>
                    <a:pt x="13190" y="11823"/>
                  </a:cubicBezTo>
                  <a:cubicBezTo>
                    <a:pt x="12437" y="12219"/>
                    <a:pt x="11749" y="12737"/>
                    <a:pt x="11187" y="13378"/>
                  </a:cubicBezTo>
                  <a:cubicBezTo>
                    <a:pt x="11054" y="13529"/>
                    <a:pt x="11165" y="13728"/>
                    <a:pt x="11313" y="13758"/>
                  </a:cubicBezTo>
                  <a:cubicBezTo>
                    <a:pt x="11406" y="14008"/>
                    <a:pt x="11511" y="14261"/>
                    <a:pt x="11627" y="14514"/>
                  </a:cubicBezTo>
                  <a:cubicBezTo>
                    <a:pt x="11598" y="14514"/>
                    <a:pt x="11572" y="14519"/>
                    <a:pt x="11542" y="14531"/>
                  </a:cubicBezTo>
                  <a:cubicBezTo>
                    <a:pt x="9886" y="15289"/>
                    <a:pt x="8251" y="16096"/>
                    <a:pt x="6619" y="16899"/>
                  </a:cubicBezTo>
                  <a:cubicBezTo>
                    <a:pt x="6234" y="17089"/>
                    <a:pt x="5870" y="17207"/>
                    <a:pt x="5509" y="17207"/>
                  </a:cubicBezTo>
                  <a:cubicBezTo>
                    <a:pt x="5111" y="17207"/>
                    <a:pt x="4717" y="17063"/>
                    <a:pt x="4307" y="16709"/>
                  </a:cubicBezTo>
                  <a:cubicBezTo>
                    <a:pt x="4040" y="16480"/>
                    <a:pt x="3838" y="15858"/>
                    <a:pt x="3666" y="15547"/>
                  </a:cubicBezTo>
                  <a:cubicBezTo>
                    <a:pt x="3189" y="14672"/>
                    <a:pt x="2713" y="13801"/>
                    <a:pt x="2238" y="12926"/>
                  </a:cubicBezTo>
                  <a:cubicBezTo>
                    <a:pt x="1619" y="11783"/>
                    <a:pt x="467" y="10259"/>
                    <a:pt x="1252" y="8876"/>
                  </a:cubicBezTo>
                  <a:cubicBezTo>
                    <a:pt x="1687" y="8113"/>
                    <a:pt x="2639" y="7619"/>
                    <a:pt x="3386" y="7206"/>
                  </a:cubicBezTo>
                  <a:cubicBezTo>
                    <a:pt x="5151" y="6229"/>
                    <a:pt x="6955" y="5309"/>
                    <a:pt x="8737" y="4362"/>
                  </a:cubicBezTo>
                  <a:cubicBezTo>
                    <a:pt x="10419" y="3464"/>
                    <a:pt x="12099" y="2553"/>
                    <a:pt x="13793" y="1677"/>
                  </a:cubicBezTo>
                  <a:cubicBezTo>
                    <a:pt x="14619" y="1249"/>
                    <a:pt x="15514" y="743"/>
                    <a:pt x="16441" y="743"/>
                  </a:cubicBezTo>
                  <a:close/>
                  <a:moveTo>
                    <a:pt x="22090" y="9015"/>
                  </a:moveTo>
                  <a:cubicBezTo>
                    <a:pt x="22492" y="10002"/>
                    <a:pt x="22963" y="10966"/>
                    <a:pt x="23413" y="11934"/>
                  </a:cubicBezTo>
                  <a:cubicBezTo>
                    <a:pt x="23833" y="12844"/>
                    <a:pt x="25066" y="14650"/>
                    <a:pt x="24631" y="15724"/>
                  </a:cubicBezTo>
                  <a:cubicBezTo>
                    <a:pt x="24622" y="15723"/>
                    <a:pt x="24612" y="15723"/>
                    <a:pt x="24603" y="15723"/>
                  </a:cubicBezTo>
                  <a:cubicBezTo>
                    <a:pt x="24562" y="15723"/>
                    <a:pt x="24521" y="15730"/>
                    <a:pt x="24480" y="15756"/>
                  </a:cubicBezTo>
                  <a:cubicBezTo>
                    <a:pt x="19832" y="18534"/>
                    <a:pt x="15018" y="20941"/>
                    <a:pt x="10186" y="23365"/>
                  </a:cubicBezTo>
                  <a:cubicBezTo>
                    <a:pt x="10122" y="23372"/>
                    <a:pt x="10060" y="23375"/>
                    <a:pt x="9999" y="23375"/>
                  </a:cubicBezTo>
                  <a:cubicBezTo>
                    <a:pt x="8608" y="23375"/>
                    <a:pt x="8094" y="21721"/>
                    <a:pt x="7551" y="20644"/>
                  </a:cubicBezTo>
                  <a:cubicBezTo>
                    <a:pt x="7064" y="19677"/>
                    <a:pt x="6605" y="18700"/>
                    <a:pt x="6130" y="17729"/>
                  </a:cubicBezTo>
                  <a:cubicBezTo>
                    <a:pt x="6486" y="17550"/>
                    <a:pt x="6831" y="17322"/>
                    <a:pt x="7127" y="17173"/>
                  </a:cubicBezTo>
                  <a:cubicBezTo>
                    <a:pt x="8662" y="16415"/>
                    <a:pt x="10196" y="15653"/>
                    <a:pt x="11710" y="14849"/>
                  </a:cubicBezTo>
                  <a:cubicBezTo>
                    <a:pt x="11732" y="14837"/>
                    <a:pt x="11749" y="14824"/>
                    <a:pt x="11763" y="14810"/>
                  </a:cubicBezTo>
                  <a:cubicBezTo>
                    <a:pt x="11892" y="15078"/>
                    <a:pt x="12031" y="15347"/>
                    <a:pt x="12184" y="15597"/>
                  </a:cubicBezTo>
                  <a:cubicBezTo>
                    <a:pt x="12150" y="15683"/>
                    <a:pt x="12211" y="15792"/>
                    <a:pt x="12308" y="15792"/>
                  </a:cubicBezTo>
                  <a:cubicBezTo>
                    <a:pt x="12340" y="15845"/>
                    <a:pt x="12371" y="15896"/>
                    <a:pt x="12405" y="15943"/>
                  </a:cubicBezTo>
                  <a:cubicBezTo>
                    <a:pt x="12637" y="16280"/>
                    <a:pt x="12916" y="16464"/>
                    <a:pt x="13319" y="16464"/>
                  </a:cubicBezTo>
                  <a:cubicBezTo>
                    <a:pt x="13335" y="16464"/>
                    <a:pt x="13352" y="16463"/>
                    <a:pt x="13368" y="16463"/>
                  </a:cubicBezTo>
                  <a:cubicBezTo>
                    <a:pt x="14099" y="16434"/>
                    <a:pt x="14890" y="15928"/>
                    <a:pt x="15515" y="15605"/>
                  </a:cubicBezTo>
                  <a:cubicBezTo>
                    <a:pt x="15960" y="15372"/>
                    <a:pt x="16592" y="15141"/>
                    <a:pt x="16603" y="14564"/>
                  </a:cubicBezTo>
                  <a:cubicBezTo>
                    <a:pt x="16608" y="14283"/>
                    <a:pt x="16499" y="13974"/>
                    <a:pt x="16355" y="13665"/>
                  </a:cubicBezTo>
                  <a:cubicBezTo>
                    <a:pt x="16382" y="13570"/>
                    <a:pt x="16326" y="13458"/>
                    <a:pt x="16234" y="13422"/>
                  </a:cubicBezTo>
                  <a:cubicBezTo>
                    <a:pt x="16178" y="13315"/>
                    <a:pt x="16122" y="13208"/>
                    <a:pt x="16061" y="13103"/>
                  </a:cubicBezTo>
                  <a:cubicBezTo>
                    <a:pt x="17477" y="12294"/>
                    <a:pt x="18852" y="11431"/>
                    <a:pt x="20179" y="10487"/>
                  </a:cubicBezTo>
                  <a:cubicBezTo>
                    <a:pt x="20761" y="10072"/>
                    <a:pt x="21636" y="9627"/>
                    <a:pt x="22090" y="9015"/>
                  </a:cubicBezTo>
                  <a:close/>
                  <a:moveTo>
                    <a:pt x="9616" y="0"/>
                  </a:moveTo>
                  <a:cubicBezTo>
                    <a:pt x="8613" y="0"/>
                    <a:pt x="7524" y="613"/>
                    <a:pt x="6719" y="1084"/>
                  </a:cubicBezTo>
                  <a:cubicBezTo>
                    <a:pt x="5280" y="1926"/>
                    <a:pt x="3768" y="4140"/>
                    <a:pt x="5396" y="5460"/>
                  </a:cubicBezTo>
                  <a:cubicBezTo>
                    <a:pt x="3979" y="6143"/>
                    <a:pt x="2586" y="6895"/>
                    <a:pt x="1505" y="7896"/>
                  </a:cubicBezTo>
                  <a:cubicBezTo>
                    <a:pt x="0" y="9287"/>
                    <a:pt x="486" y="10645"/>
                    <a:pt x="1353" y="12267"/>
                  </a:cubicBezTo>
                  <a:cubicBezTo>
                    <a:pt x="2085" y="13631"/>
                    <a:pt x="2815" y="15000"/>
                    <a:pt x="3568" y="16349"/>
                  </a:cubicBezTo>
                  <a:cubicBezTo>
                    <a:pt x="3902" y="16949"/>
                    <a:pt x="4249" y="17853"/>
                    <a:pt x="5039" y="17980"/>
                  </a:cubicBezTo>
                  <a:cubicBezTo>
                    <a:pt x="5092" y="17988"/>
                    <a:pt x="5147" y="17992"/>
                    <a:pt x="5201" y="17992"/>
                  </a:cubicBezTo>
                  <a:cubicBezTo>
                    <a:pt x="5388" y="17992"/>
                    <a:pt x="5579" y="17948"/>
                    <a:pt x="5769" y="17878"/>
                  </a:cubicBezTo>
                  <a:cubicBezTo>
                    <a:pt x="6454" y="19629"/>
                    <a:pt x="7258" y="21456"/>
                    <a:pt x="8263" y="23037"/>
                  </a:cubicBezTo>
                  <a:cubicBezTo>
                    <a:pt x="8656" y="23659"/>
                    <a:pt x="9077" y="23924"/>
                    <a:pt x="9622" y="23924"/>
                  </a:cubicBezTo>
                  <a:cubicBezTo>
                    <a:pt x="9722" y="23924"/>
                    <a:pt x="9825" y="23916"/>
                    <a:pt x="9933" y="23899"/>
                  </a:cubicBezTo>
                  <a:cubicBezTo>
                    <a:pt x="9945" y="23897"/>
                    <a:pt x="9955" y="23895"/>
                    <a:pt x="9965" y="23890"/>
                  </a:cubicBezTo>
                  <a:cubicBezTo>
                    <a:pt x="10151" y="23859"/>
                    <a:pt x="10349" y="23810"/>
                    <a:pt x="10565" y="23732"/>
                  </a:cubicBezTo>
                  <a:cubicBezTo>
                    <a:pt x="10645" y="23707"/>
                    <a:pt x="10686" y="23647"/>
                    <a:pt x="10706" y="23586"/>
                  </a:cubicBezTo>
                  <a:cubicBezTo>
                    <a:pt x="15558" y="21517"/>
                    <a:pt x="20216" y="18938"/>
                    <a:pt x="24738" y="16242"/>
                  </a:cubicBezTo>
                  <a:cubicBezTo>
                    <a:pt x="24799" y="16206"/>
                    <a:pt x="24832" y="16154"/>
                    <a:pt x="24852" y="16098"/>
                  </a:cubicBezTo>
                  <a:cubicBezTo>
                    <a:pt x="24872" y="16087"/>
                    <a:pt x="24893" y="16064"/>
                    <a:pt x="24911" y="16038"/>
                  </a:cubicBezTo>
                  <a:cubicBezTo>
                    <a:pt x="25379" y="15311"/>
                    <a:pt x="25161" y="14613"/>
                    <a:pt x="24855" y="13852"/>
                  </a:cubicBezTo>
                  <a:cubicBezTo>
                    <a:pt x="24123" y="12041"/>
                    <a:pt x="23270" y="10201"/>
                    <a:pt x="22348" y="8480"/>
                  </a:cubicBezTo>
                  <a:cubicBezTo>
                    <a:pt x="22528" y="7808"/>
                    <a:pt x="22134" y="7240"/>
                    <a:pt x="21809" y="6606"/>
                  </a:cubicBezTo>
                  <a:cubicBezTo>
                    <a:pt x="21138" y="5298"/>
                    <a:pt x="20474" y="3963"/>
                    <a:pt x="19720" y="2701"/>
                  </a:cubicBezTo>
                  <a:cubicBezTo>
                    <a:pt x="18952" y="1410"/>
                    <a:pt x="17931" y="218"/>
                    <a:pt x="16409" y="218"/>
                  </a:cubicBezTo>
                  <a:cubicBezTo>
                    <a:pt x="16235" y="218"/>
                    <a:pt x="16053" y="234"/>
                    <a:pt x="15865" y="267"/>
                  </a:cubicBezTo>
                  <a:cubicBezTo>
                    <a:pt x="14724" y="470"/>
                    <a:pt x="13681" y="1189"/>
                    <a:pt x="12678" y="1729"/>
                  </a:cubicBezTo>
                  <a:cubicBezTo>
                    <a:pt x="12461" y="1845"/>
                    <a:pt x="12240" y="1962"/>
                    <a:pt x="12024" y="2077"/>
                  </a:cubicBezTo>
                  <a:cubicBezTo>
                    <a:pt x="11593" y="1165"/>
                    <a:pt x="11044" y="192"/>
                    <a:pt x="9955" y="25"/>
                  </a:cubicBezTo>
                  <a:cubicBezTo>
                    <a:pt x="9844" y="8"/>
                    <a:pt x="9730" y="0"/>
                    <a:pt x="9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-3139800" y="1530650"/>
              <a:ext cx="549150" cy="411625"/>
            </a:xfrm>
            <a:custGeom>
              <a:avLst/>
              <a:gdLst/>
              <a:ahLst/>
              <a:cxnLst/>
              <a:rect l="l" t="t" r="r" b="b"/>
              <a:pathLst>
                <a:path w="21966" h="16465" extrusionOk="0">
                  <a:moveTo>
                    <a:pt x="15976" y="0"/>
                  </a:moveTo>
                  <a:cubicBezTo>
                    <a:pt x="15048" y="0"/>
                    <a:pt x="14152" y="507"/>
                    <a:pt x="13326" y="935"/>
                  </a:cubicBezTo>
                  <a:cubicBezTo>
                    <a:pt x="11632" y="1810"/>
                    <a:pt x="9952" y="2722"/>
                    <a:pt x="8270" y="3619"/>
                  </a:cubicBezTo>
                  <a:cubicBezTo>
                    <a:pt x="6488" y="4566"/>
                    <a:pt x="4684" y="5486"/>
                    <a:pt x="2919" y="6465"/>
                  </a:cubicBezTo>
                  <a:cubicBezTo>
                    <a:pt x="2172" y="6878"/>
                    <a:pt x="1220" y="7370"/>
                    <a:pt x="784" y="8133"/>
                  </a:cubicBezTo>
                  <a:cubicBezTo>
                    <a:pt x="0" y="9518"/>
                    <a:pt x="1152" y="11041"/>
                    <a:pt x="1771" y="12183"/>
                  </a:cubicBezTo>
                  <a:cubicBezTo>
                    <a:pt x="2246" y="13058"/>
                    <a:pt x="2722" y="13929"/>
                    <a:pt x="3198" y="14804"/>
                  </a:cubicBezTo>
                  <a:cubicBezTo>
                    <a:pt x="3371" y="15115"/>
                    <a:pt x="3573" y="15737"/>
                    <a:pt x="3840" y="15966"/>
                  </a:cubicBezTo>
                  <a:cubicBezTo>
                    <a:pt x="4249" y="16320"/>
                    <a:pt x="4642" y="16465"/>
                    <a:pt x="5041" y="16465"/>
                  </a:cubicBezTo>
                  <a:cubicBezTo>
                    <a:pt x="5402" y="16465"/>
                    <a:pt x="5767" y="16346"/>
                    <a:pt x="6152" y="16156"/>
                  </a:cubicBezTo>
                  <a:cubicBezTo>
                    <a:pt x="7784" y="15355"/>
                    <a:pt x="9419" y="14548"/>
                    <a:pt x="11075" y="13788"/>
                  </a:cubicBezTo>
                  <a:cubicBezTo>
                    <a:pt x="11105" y="13776"/>
                    <a:pt x="11131" y="13771"/>
                    <a:pt x="11158" y="13771"/>
                  </a:cubicBezTo>
                  <a:cubicBezTo>
                    <a:pt x="11044" y="13518"/>
                    <a:pt x="10937" y="13265"/>
                    <a:pt x="10846" y="13015"/>
                  </a:cubicBezTo>
                  <a:cubicBezTo>
                    <a:pt x="10698" y="12987"/>
                    <a:pt x="10587" y="12786"/>
                    <a:pt x="10720" y="12635"/>
                  </a:cubicBezTo>
                  <a:cubicBezTo>
                    <a:pt x="11282" y="11994"/>
                    <a:pt x="11970" y="11476"/>
                    <a:pt x="12723" y="11080"/>
                  </a:cubicBezTo>
                  <a:cubicBezTo>
                    <a:pt x="13072" y="10898"/>
                    <a:pt x="13744" y="10502"/>
                    <a:pt x="14235" y="10502"/>
                  </a:cubicBezTo>
                  <a:cubicBezTo>
                    <a:pt x="14303" y="10502"/>
                    <a:pt x="14367" y="10510"/>
                    <a:pt x="14427" y="10527"/>
                  </a:cubicBezTo>
                  <a:cubicBezTo>
                    <a:pt x="14909" y="10661"/>
                    <a:pt x="15077" y="11349"/>
                    <a:pt x="15261" y="11740"/>
                  </a:cubicBezTo>
                  <a:cubicBezTo>
                    <a:pt x="15288" y="11797"/>
                    <a:pt x="15317" y="11853"/>
                    <a:pt x="15351" y="11916"/>
                  </a:cubicBezTo>
                  <a:cubicBezTo>
                    <a:pt x="16280" y="11383"/>
                    <a:pt x="17199" y="10831"/>
                    <a:pt x="18093" y="10236"/>
                  </a:cubicBezTo>
                  <a:cubicBezTo>
                    <a:pt x="18923" y="9677"/>
                    <a:pt x="20092" y="9093"/>
                    <a:pt x="20753" y="8320"/>
                  </a:cubicBezTo>
                  <a:cubicBezTo>
                    <a:pt x="21966" y="6901"/>
                    <a:pt x="19771" y="4080"/>
                    <a:pt x="18998" y="2677"/>
                  </a:cubicBezTo>
                  <a:cubicBezTo>
                    <a:pt x="18551" y="1866"/>
                    <a:pt x="18055" y="857"/>
                    <a:pt x="17243" y="361"/>
                  </a:cubicBezTo>
                  <a:cubicBezTo>
                    <a:pt x="16817" y="103"/>
                    <a:pt x="16393" y="0"/>
                    <a:pt x="159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-2998250" y="1737450"/>
              <a:ext cx="473450" cy="359000"/>
            </a:xfrm>
            <a:custGeom>
              <a:avLst/>
              <a:gdLst/>
              <a:ahLst/>
              <a:cxnLst/>
              <a:rect l="l" t="t" r="r" b="b"/>
              <a:pathLst>
                <a:path w="18938" h="14360" extrusionOk="0">
                  <a:moveTo>
                    <a:pt x="15961" y="0"/>
                  </a:moveTo>
                  <a:cubicBezTo>
                    <a:pt x="15507" y="612"/>
                    <a:pt x="14632" y="1057"/>
                    <a:pt x="14050" y="1470"/>
                  </a:cubicBezTo>
                  <a:cubicBezTo>
                    <a:pt x="12723" y="2416"/>
                    <a:pt x="11348" y="3279"/>
                    <a:pt x="9932" y="4088"/>
                  </a:cubicBezTo>
                  <a:cubicBezTo>
                    <a:pt x="9991" y="4193"/>
                    <a:pt x="10049" y="4300"/>
                    <a:pt x="10105" y="4407"/>
                  </a:cubicBezTo>
                  <a:cubicBezTo>
                    <a:pt x="10197" y="4443"/>
                    <a:pt x="10253" y="4555"/>
                    <a:pt x="10226" y="4648"/>
                  </a:cubicBezTo>
                  <a:cubicBezTo>
                    <a:pt x="10370" y="4959"/>
                    <a:pt x="10479" y="5268"/>
                    <a:pt x="10474" y="5549"/>
                  </a:cubicBezTo>
                  <a:cubicBezTo>
                    <a:pt x="10462" y="6126"/>
                    <a:pt x="9831" y="6357"/>
                    <a:pt x="9386" y="6590"/>
                  </a:cubicBezTo>
                  <a:cubicBezTo>
                    <a:pt x="8761" y="6913"/>
                    <a:pt x="7970" y="7417"/>
                    <a:pt x="7239" y="7448"/>
                  </a:cubicBezTo>
                  <a:cubicBezTo>
                    <a:pt x="7223" y="7448"/>
                    <a:pt x="7206" y="7449"/>
                    <a:pt x="7190" y="7449"/>
                  </a:cubicBezTo>
                  <a:cubicBezTo>
                    <a:pt x="6787" y="7449"/>
                    <a:pt x="6508" y="7265"/>
                    <a:pt x="6276" y="6928"/>
                  </a:cubicBezTo>
                  <a:cubicBezTo>
                    <a:pt x="6242" y="6881"/>
                    <a:pt x="6211" y="6830"/>
                    <a:pt x="6179" y="6777"/>
                  </a:cubicBezTo>
                  <a:cubicBezTo>
                    <a:pt x="6082" y="6777"/>
                    <a:pt x="6021" y="6668"/>
                    <a:pt x="6055" y="6582"/>
                  </a:cubicBezTo>
                  <a:cubicBezTo>
                    <a:pt x="5902" y="6332"/>
                    <a:pt x="5765" y="6063"/>
                    <a:pt x="5634" y="5795"/>
                  </a:cubicBezTo>
                  <a:cubicBezTo>
                    <a:pt x="5620" y="5809"/>
                    <a:pt x="5603" y="5822"/>
                    <a:pt x="5581" y="5834"/>
                  </a:cubicBezTo>
                  <a:cubicBezTo>
                    <a:pt x="4067" y="6638"/>
                    <a:pt x="2533" y="7400"/>
                    <a:pt x="998" y="8158"/>
                  </a:cubicBezTo>
                  <a:cubicBezTo>
                    <a:pt x="702" y="8307"/>
                    <a:pt x="357" y="8535"/>
                    <a:pt x="1" y="8714"/>
                  </a:cubicBezTo>
                  <a:cubicBezTo>
                    <a:pt x="476" y="9685"/>
                    <a:pt x="935" y="10662"/>
                    <a:pt x="1422" y="11627"/>
                  </a:cubicBezTo>
                  <a:cubicBezTo>
                    <a:pt x="1965" y="12706"/>
                    <a:pt x="2479" y="14360"/>
                    <a:pt x="3870" y="14360"/>
                  </a:cubicBezTo>
                  <a:cubicBezTo>
                    <a:pt x="3931" y="14360"/>
                    <a:pt x="3993" y="14357"/>
                    <a:pt x="4057" y="14350"/>
                  </a:cubicBezTo>
                  <a:cubicBezTo>
                    <a:pt x="8889" y="11926"/>
                    <a:pt x="13703" y="9519"/>
                    <a:pt x="18351" y="6741"/>
                  </a:cubicBezTo>
                  <a:cubicBezTo>
                    <a:pt x="18394" y="6714"/>
                    <a:pt x="18437" y="6708"/>
                    <a:pt x="18479" y="6708"/>
                  </a:cubicBezTo>
                  <a:cubicBezTo>
                    <a:pt x="18487" y="6708"/>
                    <a:pt x="18495" y="6709"/>
                    <a:pt x="18502" y="6709"/>
                  </a:cubicBezTo>
                  <a:cubicBezTo>
                    <a:pt x="18937" y="5637"/>
                    <a:pt x="17704" y="3829"/>
                    <a:pt x="17284" y="2919"/>
                  </a:cubicBezTo>
                  <a:cubicBezTo>
                    <a:pt x="16834" y="1951"/>
                    <a:pt x="16363" y="987"/>
                    <a:pt x="159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-3047650" y="1525400"/>
              <a:ext cx="185850" cy="118775"/>
            </a:xfrm>
            <a:custGeom>
              <a:avLst/>
              <a:gdLst/>
              <a:ahLst/>
              <a:cxnLst/>
              <a:rect l="l" t="t" r="r" b="b"/>
              <a:pathLst>
                <a:path w="7434" h="4751" extrusionOk="0">
                  <a:moveTo>
                    <a:pt x="5340" y="0"/>
                  </a:moveTo>
                  <a:cubicBezTo>
                    <a:pt x="5277" y="0"/>
                    <a:pt x="5212" y="3"/>
                    <a:pt x="5145" y="7"/>
                  </a:cubicBezTo>
                  <a:cubicBezTo>
                    <a:pt x="4560" y="46"/>
                    <a:pt x="3935" y="415"/>
                    <a:pt x="3419" y="680"/>
                  </a:cubicBezTo>
                  <a:cubicBezTo>
                    <a:pt x="1997" y="1407"/>
                    <a:pt x="1" y="3133"/>
                    <a:pt x="1604" y="4750"/>
                  </a:cubicBezTo>
                  <a:cubicBezTo>
                    <a:pt x="1888" y="4616"/>
                    <a:pt x="2168" y="4483"/>
                    <a:pt x="2445" y="4353"/>
                  </a:cubicBezTo>
                  <a:cubicBezTo>
                    <a:pt x="1278" y="2967"/>
                    <a:pt x="3382" y="1168"/>
                    <a:pt x="5065" y="1168"/>
                  </a:cubicBezTo>
                  <a:cubicBezTo>
                    <a:pt x="5744" y="1168"/>
                    <a:pt x="6354" y="1460"/>
                    <a:pt x="6655" y="2190"/>
                  </a:cubicBezTo>
                  <a:cubicBezTo>
                    <a:pt x="6912" y="2052"/>
                    <a:pt x="7173" y="1915"/>
                    <a:pt x="7433" y="1776"/>
                  </a:cubicBezTo>
                  <a:cubicBezTo>
                    <a:pt x="6995" y="848"/>
                    <a:pt x="6569" y="0"/>
                    <a:pt x="53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-2862350" y="1806700"/>
              <a:ext cx="95800" cy="69900"/>
            </a:xfrm>
            <a:custGeom>
              <a:avLst/>
              <a:gdLst/>
              <a:ahLst/>
              <a:cxnLst/>
              <a:rect l="l" t="t" r="r" b="b"/>
              <a:pathLst>
                <a:path w="3832" h="2796" extrusionOk="0">
                  <a:moveTo>
                    <a:pt x="2997" y="1"/>
                  </a:moveTo>
                  <a:cubicBezTo>
                    <a:pt x="2798" y="1"/>
                    <a:pt x="2599" y="116"/>
                    <a:pt x="2379" y="207"/>
                  </a:cubicBezTo>
                  <a:cubicBezTo>
                    <a:pt x="1467" y="582"/>
                    <a:pt x="707" y="1170"/>
                    <a:pt x="1" y="1843"/>
                  </a:cubicBezTo>
                  <a:cubicBezTo>
                    <a:pt x="157" y="2099"/>
                    <a:pt x="330" y="2446"/>
                    <a:pt x="522" y="2796"/>
                  </a:cubicBezTo>
                  <a:cubicBezTo>
                    <a:pt x="1443" y="1992"/>
                    <a:pt x="2583" y="1431"/>
                    <a:pt x="3752" y="1093"/>
                  </a:cubicBezTo>
                  <a:cubicBezTo>
                    <a:pt x="3768" y="1088"/>
                    <a:pt x="3785" y="1086"/>
                    <a:pt x="3800" y="1086"/>
                  </a:cubicBezTo>
                  <a:cubicBezTo>
                    <a:pt x="3811" y="1086"/>
                    <a:pt x="3822" y="1087"/>
                    <a:pt x="3831" y="1090"/>
                  </a:cubicBezTo>
                  <a:cubicBezTo>
                    <a:pt x="3779" y="983"/>
                    <a:pt x="3723" y="878"/>
                    <a:pt x="3675" y="774"/>
                  </a:cubicBezTo>
                  <a:cubicBezTo>
                    <a:pt x="3599" y="614"/>
                    <a:pt x="3526" y="326"/>
                    <a:pt x="3402" y="198"/>
                  </a:cubicBezTo>
                  <a:cubicBezTo>
                    <a:pt x="3263" y="52"/>
                    <a:pt x="3131" y="1"/>
                    <a:pt x="29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-2845950" y="1839550"/>
              <a:ext cx="88525" cy="56025"/>
            </a:xfrm>
            <a:custGeom>
              <a:avLst/>
              <a:gdLst/>
              <a:ahLst/>
              <a:cxnLst/>
              <a:rect l="l" t="t" r="r" b="b"/>
              <a:pathLst>
                <a:path w="3541" h="2241" extrusionOk="0">
                  <a:moveTo>
                    <a:pt x="3294" y="0"/>
                  </a:moveTo>
                  <a:cubicBezTo>
                    <a:pt x="3279" y="56"/>
                    <a:pt x="3242" y="107"/>
                    <a:pt x="3174" y="129"/>
                  </a:cubicBezTo>
                  <a:cubicBezTo>
                    <a:pt x="2005" y="503"/>
                    <a:pt x="1015" y="1042"/>
                    <a:pt x="0" y="1713"/>
                  </a:cubicBezTo>
                  <a:cubicBezTo>
                    <a:pt x="114" y="1901"/>
                    <a:pt x="233" y="2081"/>
                    <a:pt x="362" y="2241"/>
                  </a:cubicBezTo>
                  <a:cubicBezTo>
                    <a:pt x="1414" y="1648"/>
                    <a:pt x="2470" y="1065"/>
                    <a:pt x="3541" y="501"/>
                  </a:cubicBezTo>
                  <a:cubicBezTo>
                    <a:pt x="3463" y="333"/>
                    <a:pt x="3379" y="168"/>
                    <a:pt x="3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-2831650" y="1861250"/>
              <a:ext cx="82900" cy="48850"/>
            </a:xfrm>
            <a:custGeom>
              <a:avLst/>
              <a:gdLst/>
              <a:ahLst/>
              <a:cxnLst/>
              <a:rect l="l" t="t" r="r" b="b"/>
              <a:pathLst>
                <a:path w="3316" h="1954" extrusionOk="0">
                  <a:moveTo>
                    <a:pt x="3111" y="0"/>
                  </a:moveTo>
                  <a:lnTo>
                    <a:pt x="3111" y="2"/>
                  </a:lnTo>
                  <a:cubicBezTo>
                    <a:pt x="2080" y="549"/>
                    <a:pt x="1042" y="1084"/>
                    <a:pt x="1" y="1601"/>
                  </a:cubicBezTo>
                  <a:cubicBezTo>
                    <a:pt x="220" y="1815"/>
                    <a:pt x="466" y="1954"/>
                    <a:pt x="741" y="1954"/>
                  </a:cubicBezTo>
                  <a:cubicBezTo>
                    <a:pt x="841" y="1954"/>
                    <a:pt x="945" y="1936"/>
                    <a:pt x="1052" y="1896"/>
                  </a:cubicBezTo>
                  <a:cubicBezTo>
                    <a:pt x="1499" y="1731"/>
                    <a:pt x="1936" y="1512"/>
                    <a:pt x="2359" y="1295"/>
                  </a:cubicBezTo>
                  <a:cubicBezTo>
                    <a:pt x="2551" y="1198"/>
                    <a:pt x="2930" y="1064"/>
                    <a:pt x="3064" y="913"/>
                  </a:cubicBezTo>
                  <a:cubicBezTo>
                    <a:pt x="3315" y="634"/>
                    <a:pt x="3215" y="325"/>
                    <a:pt x="3127" y="38"/>
                  </a:cubicBezTo>
                  <a:cubicBezTo>
                    <a:pt x="3125" y="26"/>
                    <a:pt x="3117" y="11"/>
                    <a:pt x="31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3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265" name="Google Shape;265;p13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266" name="Google Shape;266;p13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13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13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13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13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3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13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13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3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13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13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13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13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9" name="Google Shape;279;p13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0" name="Google Shape;280;p13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13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13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13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4" name="Google Shape;284;p13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5" name="Google Shape;285;p13"/>
          <p:cNvSpPr txBox="1">
            <a:spLocks noGrp="1"/>
          </p:cNvSpPr>
          <p:nvPr>
            <p:ph type="title"/>
          </p:nvPr>
        </p:nvSpPr>
        <p:spPr>
          <a:xfrm>
            <a:off x="1252150" y="2357531"/>
            <a:ext cx="64230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title" idx="2" hasCustomPrompt="1"/>
          </p:nvPr>
        </p:nvSpPr>
        <p:spPr>
          <a:xfrm>
            <a:off x="1252150" y="1337825"/>
            <a:ext cx="218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highlight>
                  <a:schemeClr val="lt1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1"/>
          </p:nvPr>
        </p:nvSpPr>
        <p:spPr>
          <a:xfrm>
            <a:off x="1252150" y="3291046"/>
            <a:ext cx="6423000" cy="2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8" name="Google Shape;288;p13"/>
          <p:cNvGrpSpPr/>
          <p:nvPr/>
        </p:nvGrpSpPr>
        <p:grpSpPr>
          <a:xfrm>
            <a:off x="8474650" y="2638525"/>
            <a:ext cx="431175" cy="484500"/>
            <a:chOff x="284200" y="742700"/>
            <a:chExt cx="431175" cy="484500"/>
          </a:xfrm>
        </p:grpSpPr>
        <p:sp>
          <p:nvSpPr>
            <p:cNvPr id="289" name="Google Shape;289;p13"/>
            <p:cNvSpPr/>
            <p:nvPr/>
          </p:nvSpPr>
          <p:spPr>
            <a:xfrm>
              <a:off x="284200" y="742700"/>
              <a:ext cx="431125" cy="484500"/>
            </a:xfrm>
            <a:custGeom>
              <a:avLst/>
              <a:gdLst/>
              <a:ahLst/>
              <a:cxnLst/>
              <a:rect l="l" t="t" r="r" b="b"/>
              <a:pathLst>
                <a:path w="17245" h="19380" extrusionOk="0">
                  <a:moveTo>
                    <a:pt x="4527" y="380"/>
                  </a:moveTo>
                  <a:cubicBezTo>
                    <a:pt x="4898" y="380"/>
                    <a:pt x="5264" y="446"/>
                    <a:pt x="5639" y="584"/>
                  </a:cubicBezTo>
                  <a:cubicBezTo>
                    <a:pt x="5041" y="2079"/>
                    <a:pt x="3383" y="2108"/>
                    <a:pt x="2010" y="2303"/>
                  </a:cubicBezTo>
                  <a:cubicBezTo>
                    <a:pt x="2002" y="2259"/>
                    <a:pt x="1960" y="2218"/>
                    <a:pt x="1911" y="2218"/>
                  </a:cubicBezTo>
                  <a:cubicBezTo>
                    <a:pt x="1907" y="2218"/>
                    <a:pt x="1903" y="2218"/>
                    <a:pt x="1900" y="2219"/>
                  </a:cubicBezTo>
                  <a:cubicBezTo>
                    <a:pt x="1499" y="1719"/>
                    <a:pt x="1558" y="1374"/>
                    <a:pt x="2068" y="1186"/>
                  </a:cubicBezTo>
                  <a:cubicBezTo>
                    <a:pt x="2153" y="1135"/>
                    <a:pt x="2238" y="1087"/>
                    <a:pt x="2321" y="1040"/>
                  </a:cubicBezTo>
                  <a:cubicBezTo>
                    <a:pt x="2690" y="826"/>
                    <a:pt x="3085" y="657"/>
                    <a:pt x="3493" y="540"/>
                  </a:cubicBezTo>
                  <a:cubicBezTo>
                    <a:pt x="3847" y="435"/>
                    <a:pt x="4189" y="380"/>
                    <a:pt x="4527" y="380"/>
                  </a:cubicBezTo>
                  <a:close/>
                  <a:moveTo>
                    <a:pt x="5572" y="1527"/>
                  </a:moveTo>
                  <a:cubicBezTo>
                    <a:pt x="5914" y="3255"/>
                    <a:pt x="6534" y="4930"/>
                    <a:pt x="7232" y="6539"/>
                  </a:cubicBezTo>
                  <a:cubicBezTo>
                    <a:pt x="7268" y="6620"/>
                    <a:pt x="7340" y="6654"/>
                    <a:pt x="7415" y="6654"/>
                  </a:cubicBezTo>
                  <a:cubicBezTo>
                    <a:pt x="7479" y="6654"/>
                    <a:pt x="7545" y="6630"/>
                    <a:pt x="7596" y="6590"/>
                  </a:cubicBezTo>
                  <a:cubicBezTo>
                    <a:pt x="7621" y="6615"/>
                    <a:pt x="7655" y="6640"/>
                    <a:pt x="7703" y="6656"/>
                  </a:cubicBezTo>
                  <a:cubicBezTo>
                    <a:pt x="10146" y="7471"/>
                    <a:pt x="13275" y="8638"/>
                    <a:pt x="15133" y="10534"/>
                  </a:cubicBezTo>
                  <a:cubicBezTo>
                    <a:pt x="17245" y="12690"/>
                    <a:pt x="14554" y="13961"/>
                    <a:pt x="12820" y="14876"/>
                  </a:cubicBezTo>
                  <a:cubicBezTo>
                    <a:pt x="11625" y="15508"/>
                    <a:pt x="10406" y="16099"/>
                    <a:pt x="9172" y="16650"/>
                  </a:cubicBezTo>
                  <a:cubicBezTo>
                    <a:pt x="8153" y="17103"/>
                    <a:pt x="4906" y="18692"/>
                    <a:pt x="2789" y="18692"/>
                  </a:cubicBezTo>
                  <a:cubicBezTo>
                    <a:pt x="1434" y="18692"/>
                    <a:pt x="542" y="18041"/>
                    <a:pt x="993" y="16026"/>
                  </a:cubicBezTo>
                  <a:cubicBezTo>
                    <a:pt x="1602" y="13286"/>
                    <a:pt x="3000" y="10701"/>
                    <a:pt x="3780" y="7996"/>
                  </a:cubicBezTo>
                  <a:cubicBezTo>
                    <a:pt x="3794" y="7937"/>
                    <a:pt x="3772" y="7886"/>
                    <a:pt x="3736" y="7845"/>
                  </a:cubicBezTo>
                  <a:cubicBezTo>
                    <a:pt x="3780" y="7806"/>
                    <a:pt x="3813" y="7743"/>
                    <a:pt x="3799" y="7661"/>
                  </a:cubicBezTo>
                  <a:cubicBezTo>
                    <a:pt x="3537" y="5942"/>
                    <a:pt x="2934" y="4147"/>
                    <a:pt x="2153" y="2589"/>
                  </a:cubicBezTo>
                  <a:lnTo>
                    <a:pt x="2153" y="2589"/>
                  </a:lnTo>
                  <a:cubicBezTo>
                    <a:pt x="2309" y="2609"/>
                    <a:pt x="2476" y="2620"/>
                    <a:pt x="2651" y="2620"/>
                  </a:cubicBezTo>
                  <a:cubicBezTo>
                    <a:pt x="3664" y="2620"/>
                    <a:pt x="4917" y="2271"/>
                    <a:pt x="5572" y="1527"/>
                  </a:cubicBezTo>
                  <a:close/>
                  <a:moveTo>
                    <a:pt x="4507" y="0"/>
                  </a:moveTo>
                  <a:cubicBezTo>
                    <a:pt x="3480" y="0"/>
                    <a:pt x="2423" y="393"/>
                    <a:pt x="1638" y="1021"/>
                  </a:cubicBezTo>
                  <a:cubicBezTo>
                    <a:pt x="1331" y="1267"/>
                    <a:pt x="1011" y="1641"/>
                    <a:pt x="1176" y="2064"/>
                  </a:cubicBezTo>
                  <a:cubicBezTo>
                    <a:pt x="1278" y="2323"/>
                    <a:pt x="1467" y="2449"/>
                    <a:pt x="1684" y="2449"/>
                  </a:cubicBezTo>
                  <a:cubicBezTo>
                    <a:pt x="1732" y="2449"/>
                    <a:pt x="1780" y="2443"/>
                    <a:pt x="1830" y="2431"/>
                  </a:cubicBezTo>
                  <a:cubicBezTo>
                    <a:pt x="1833" y="2487"/>
                    <a:pt x="1862" y="2538"/>
                    <a:pt x="1917" y="2553"/>
                  </a:cubicBezTo>
                  <a:cubicBezTo>
                    <a:pt x="1913" y="2567"/>
                    <a:pt x="1910" y="2579"/>
                    <a:pt x="1910" y="2594"/>
                  </a:cubicBezTo>
                  <a:lnTo>
                    <a:pt x="1910" y="2611"/>
                  </a:lnTo>
                  <a:cubicBezTo>
                    <a:pt x="2425" y="4327"/>
                    <a:pt x="2909" y="6053"/>
                    <a:pt x="3420" y="7768"/>
                  </a:cubicBezTo>
                  <a:cubicBezTo>
                    <a:pt x="3434" y="7809"/>
                    <a:pt x="3456" y="7838"/>
                    <a:pt x="3481" y="7860"/>
                  </a:cubicBezTo>
                  <a:cubicBezTo>
                    <a:pt x="3478" y="7864"/>
                    <a:pt x="3478" y="7867"/>
                    <a:pt x="3474" y="7870"/>
                  </a:cubicBezTo>
                  <a:cubicBezTo>
                    <a:pt x="2552" y="9943"/>
                    <a:pt x="1837" y="12121"/>
                    <a:pt x="1066" y="14256"/>
                  </a:cubicBezTo>
                  <a:cubicBezTo>
                    <a:pt x="653" y="15391"/>
                    <a:pt x="0" y="16871"/>
                    <a:pt x="570" y="18075"/>
                  </a:cubicBezTo>
                  <a:cubicBezTo>
                    <a:pt x="1025" y="19037"/>
                    <a:pt x="1865" y="19379"/>
                    <a:pt x="2849" y="19379"/>
                  </a:cubicBezTo>
                  <a:cubicBezTo>
                    <a:pt x="4798" y="19379"/>
                    <a:pt x="7311" y="18037"/>
                    <a:pt x="8515" y="17525"/>
                  </a:cubicBezTo>
                  <a:cubicBezTo>
                    <a:pt x="10604" y="16636"/>
                    <a:pt x="12794" y="15702"/>
                    <a:pt x="14700" y="14457"/>
                  </a:cubicBezTo>
                  <a:cubicBezTo>
                    <a:pt x="15600" y="13869"/>
                    <a:pt x="17014" y="12787"/>
                    <a:pt x="16745" y="11530"/>
                  </a:cubicBezTo>
                  <a:cubicBezTo>
                    <a:pt x="16486" y="10325"/>
                    <a:pt x="14372" y="9248"/>
                    <a:pt x="13448" y="8676"/>
                  </a:cubicBezTo>
                  <a:cubicBezTo>
                    <a:pt x="11697" y="7582"/>
                    <a:pt x="9814" y="6748"/>
                    <a:pt x="7842" y="6141"/>
                  </a:cubicBezTo>
                  <a:cubicBezTo>
                    <a:pt x="7814" y="6132"/>
                    <a:pt x="7788" y="6128"/>
                    <a:pt x="7763" y="6128"/>
                  </a:cubicBezTo>
                  <a:cubicBezTo>
                    <a:pt x="7696" y="6128"/>
                    <a:pt x="7640" y="6157"/>
                    <a:pt x="7601" y="6201"/>
                  </a:cubicBezTo>
                  <a:cubicBezTo>
                    <a:pt x="6943" y="4558"/>
                    <a:pt x="6395" y="2886"/>
                    <a:pt x="5785" y="1230"/>
                  </a:cubicBezTo>
                  <a:cubicBezTo>
                    <a:pt x="5895" y="1043"/>
                    <a:pt x="5977" y="834"/>
                    <a:pt x="6002" y="603"/>
                  </a:cubicBezTo>
                  <a:cubicBezTo>
                    <a:pt x="6009" y="559"/>
                    <a:pt x="5999" y="521"/>
                    <a:pt x="5977" y="496"/>
                  </a:cubicBezTo>
                  <a:cubicBezTo>
                    <a:pt x="6006" y="411"/>
                    <a:pt x="5990" y="316"/>
                    <a:pt x="5900" y="275"/>
                  </a:cubicBezTo>
                  <a:cubicBezTo>
                    <a:pt x="5463" y="86"/>
                    <a:pt x="4988" y="0"/>
                    <a:pt x="4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300075" y="953375"/>
              <a:ext cx="387025" cy="249050"/>
            </a:xfrm>
            <a:custGeom>
              <a:avLst/>
              <a:gdLst/>
              <a:ahLst/>
              <a:cxnLst/>
              <a:rect l="l" t="t" r="r" b="b"/>
              <a:pathLst>
                <a:path w="15481" h="9962" extrusionOk="0">
                  <a:moveTo>
                    <a:pt x="10418" y="495"/>
                  </a:moveTo>
                  <a:cubicBezTo>
                    <a:pt x="11186" y="884"/>
                    <a:pt x="11938" y="1292"/>
                    <a:pt x="12659" y="1769"/>
                  </a:cubicBezTo>
                  <a:cubicBezTo>
                    <a:pt x="13144" y="2082"/>
                    <a:pt x="13610" y="2420"/>
                    <a:pt x="14055" y="2787"/>
                  </a:cubicBezTo>
                  <a:cubicBezTo>
                    <a:pt x="14165" y="4064"/>
                    <a:pt x="13746" y="4902"/>
                    <a:pt x="12791" y="5292"/>
                  </a:cubicBezTo>
                  <a:cubicBezTo>
                    <a:pt x="11520" y="6166"/>
                    <a:pt x="9912" y="6753"/>
                    <a:pt x="8505" y="7370"/>
                  </a:cubicBezTo>
                  <a:lnTo>
                    <a:pt x="8505" y="7372"/>
                  </a:lnTo>
                  <a:cubicBezTo>
                    <a:pt x="7163" y="7963"/>
                    <a:pt x="5011" y="9237"/>
                    <a:pt x="3490" y="9336"/>
                  </a:cubicBezTo>
                  <a:cubicBezTo>
                    <a:pt x="3393" y="9342"/>
                    <a:pt x="3301" y="9345"/>
                    <a:pt x="3213" y="9345"/>
                  </a:cubicBezTo>
                  <a:cubicBezTo>
                    <a:pt x="118" y="9345"/>
                    <a:pt x="2485" y="5450"/>
                    <a:pt x="3060" y="3988"/>
                  </a:cubicBezTo>
                  <a:cubicBezTo>
                    <a:pt x="3072" y="3959"/>
                    <a:pt x="3067" y="3937"/>
                    <a:pt x="3057" y="3915"/>
                  </a:cubicBezTo>
                  <a:lnTo>
                    <a:pt x="3057" y="3915"/>
                  </a:lnTo>
                  <a:cubicBezTo>
                    <a:pt x="3059" y="3915"/>
                    <a:pt x="3062" y="3916"/>
                    <a:pt x="3064" y="3918"/>
                  </a:cubicBezTo>
                  <a:cubicBezTo>
                    <a:pt x="3841" y="4170"/>
                    <a:pt x="4682" y="4393"/>
                    <a:pt x="5506" y="4393"/>
                  </a:cubicBezTo>
                  <a:cubicBezTo>
                    <a:pt x="6108" y="4393"/>
                    <a:pt x="6700" y="4274"/>
                    <a:pt x="7251" y="3962"/>
                  </a:cubicBezTo>
                  <a:cubicBezTo>
                    <a:pt x="7707" y="3706"/>
                    <a:pt x="8063" y="3356"/>
                    <a:pt x="8395" y="2955"/>
                  </a:cubicBezTo>
                  <a:cubicBezTo>
                    <a:pt x="8967" y="2253"/>
                    <a:pt x="9416" y="862"/>
                    <a:pt x="10333" y="546"/>
                  </a:cubicBezTo>
                  <a:cubicBezTo>
                    <a:pt x="10367" y="531"/>
                    <a:pt x="10396" y="512"/>
                    <a:pt x="10418" y="495"/>
                  </a:cubicBezTo>
                  <a:close/>
                  <a:moveTo>
                    <a:pt x="10493" y="0"/>
                  </a:moveTo>
                  <a:cubicBezTo>
                    <a:pt x="10427" y="0"/>
                    <a:pt x="10367" y="29"/>
                    <a:pt x="10319" y="72"/>
                  </a:cubicBezTo>
                  <a:cubicBezTo>
                    <a:pt x="10306" y="69"/>
                    <a:pt x="10292" y="68"/>
                    <a:pt x="10277" y="68"/>
                  </a:cubicBezTo>
                  <a:cubicBezTo>
                    <a:pt x="10255" y="68"/>
                    <a:pt x="10232" y="71"/>
                    <a:pt x="10205" y="80"/>
                  </a:cubicBezTo>
                  <a:cubicBezTo>
                    <a:pt x="9320" y="371"/>
                    <a:pt x="9018" y="1101"/>
                    <a:pt x="8553" y="1857"/>
                  </a:cubicBezTo>
                  <a:cubicBezTo>
                    <a:pt x="8045" y="2685"/>
                    <a:pt x="7402" y="3495"/>
                    <a:pt x="6439" y="3801"/>
                  </a:cubicBezTo>
                  <a:cubicBezTo>
                    <a:pt x="6095" y="3909"/>
                    <a:pt x="5740" y="3950"/>
                    <a:pt x="5381" y="3950"/>
                  </a:cubicBezTo>
                  <a:cubicBezTo>
                    <a:pt x="4628" y="3950"/>
                    <a:pt x="3857" y="3768"/>
                    <a:pt x="3142" y="3639"/>
                  </a:cubicBezTo>
                  <a:cubicBezTo>
                    <a:pt x="3130" y="3637"/>
                    <a:pt x="3120" y="3636"/>
                    <a:pt x="3109" y="3636"/>
                  </a:cubicBezTo>
                  <a:cubicBezTo>
                    <a:pt x="2991" y="3636"/>
                    <a:pt x="2932" y="3761"/>
                    <a:pt x="2975" y="3845"/>
                  </a:cubicBezTo>
                  <a:cubicBezTo>
                    <a:pt x="2965" y="3843"/>
                    <a:pt x="2953" y="3841"/>
                    <a:pt x="2942" y="3841"/>
                  </a:cubicBezTo>
                  <a:cubicBezTo>
                    <a:pt x="2903" y="3841"/>
                    <a:pt x="2864" y="3856"/>
                    <a:pt x="2845" y="3896"/>
                  </a:cubicBezTo>
                  <a:cubicBezTo>
                    <a:pt x="2153" y="5163"/>
                    <a:pt x="1" y="8235"/>
                    <a:pt x="1621" y="9616"/>
                  </a:cubicBezTo>
                  <a:cubicBezTo>
                    <a:pt x="1922" y="9874"/>
                    <a:pt x="2234" y="9961"/>
                    <a:pt x="2557" y="9961"/>
                  </a:cubicBezTo>
                  <a:cubicBezTo>
                    <a:pt x="2897" y="9961"/>
                    <a:pt x="3249" y="9864"/>
                    <a:pt x="3612" y="9767"/>
                  </a:cubicBezTo>
                  <a:cubicBezTo>
                    <a:pt x="5140" y="9354"/>
                    <a:pt x="6641" y="8690"/>
                    <a:pt x="8097" y="8077"/>
                  </a:cubicBezTo>
                  <a:cubicBezTo>
                    <a:pt x="9570" y="7452"/>
                    <a:pt x="11021" y="6775"/>
                    <a:pt x="12438" y="6035"/>
                  </a:cubicBezTo>
                  <a:cubicBezTo>
                    <a:pt x="13272" y="5596"/>
                    <a:pt x="14422" y="5122"/>
                    <a:pt x="14760" y="4139"/>
                  </a:cubicBezTo>
                  <a:cubicBezTo>
                    <a:pt x="15480" y="2049"/>
                    <a:pt x="11964" y="719"/>
                    <a:pt x="10605" y="28"/>
                  </a:cubicBezTo>
                  <a:cubicBezTo>
                    <a:pt x="10566" y="9"/>
                    <a:pt x="10529" y="0"/>
                    <a:pt x="10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297750" y="780875"/>
              <a:ext cx="417625" cy="429125"/>
            </a:xfrm>
            <a:custGeom>
              <a:avLst/>
              <a:gdLst/>
              <a:ahLst/>
              <a:cxnLst/>
              <a:rect l="l" t="t" r="r" b="b"/>
              <a:pathLst>
                <a:path w="16705" h="17165" extrusionOk="0">
                  <a:moveTo>
                    <a:pt x="5382" y="4727"/>
                  </a:moveTo>
                  <a:cubicBezTo>
                    <a:pt x="5460" y="4727"/>
                    <a:pt x="5541" y="4744"/>
                    <a:pt x="5618" y="4779"/>
                  </a:cubicBezTo>
                  <a:cubicBezTo>
                    <a:pt x="5652" y="4794"/>
                    <a:pt x="5659" y="4823"/>
                    <a:pt x="5652" y="4854"/>
                  </a:cubicBezTo>
                  <a:cubicBezTo>
                    <a:pt x="5909" y="4981"/>
                    <a:pt x="6029" y="5287"/>
                    <a:pt x="5956" y="5565"/>
                  </a:cubicBezTo>
                  <a:cubicBezTo>
                    <a:pt x="5887" y="5831"/>
                    <a:pt x="5657" y="5982"/>
                    <a:pt x="5406" y="5982"/>
                  </a:cubicBezTo>
                  <a:cubicBezTo>
                    <a:pt x="5338" y="5982"/>
                    <a:pt x="5269" y="5970"/>
                    <a:pt x="5200" y="5948"/>
                  </a:cubicBezTo>
                  <a:cubicBezTo>
                    <a:pt x="4862" y="5837"/>
                    <a:pt x="4645" y="5477"/>
                    <a:pt x="4793" y="5132"/>
                  </a:cubicBezTo>
                  <a:cubicBezTo>
                    <a:pt x="4896" y="4890"/>
                    <a:pt x="5132" y="4727"/>
                    <a:pt x="5382" y="4727"/>
                  </a:cubicBezTo>
                  <a:close/>
                  <a:moveTo>
                    <a:pt x="5068" y="7475"/>
                  </a:moveTo>
                  <a:cubicBezTo>
                    <a:pt x="5470" y="7475"/>
                    <a:pt x="5842" y="7772"/>
                    <a:pt x="5919" y="8199"/>
                  </a:cubicBezTo>
                  <a:cubicBezTo>
                    <a:pt x="6007" y="8703"/>
                    <a:pt x="5669" y="9146"/>
                    <a:pt x="5170" y="9216"/>
                  </a:cubicBezTo>
                  <a:cubicBezTo>
                    <a:pt x="5124" y="9223"/>
                    <a:pt x="5079" y="9226"/>
                    <a:pt x="5033" y="9226"/>
                  </a:cubicBezTo>
                  <a:cubicBezTo>
                    <a:pt x="4632" y="9226"/>
                    <a:pt x="4258" y="8968"/>
                    <a:pt x="4215" y="8542"/>
                  </a:cubicBezTo>
                  <a:cubicBezTo>
                    <a:pt x="4178" y="8182"/>
                    <a:pt x="4373" y="7835"/>
                    <a:pt x="4686" y="7689"/>
                  </a:cubicBezTo>
                  <a:cubicBezTo>
                    <a:pt x="4657" y="7641"/>
                    <a:pt x="4657" y="7578"/>
                    <a:pt x="4726" y="7550"/>
                  </a:cubicBezTo>
                  <a:cubicBezTo>
                    <a:pt x="4839" y="7498"/>
                    <a:pt x="4955" y="7475"/>
                    <a:pt x="5068" y="7475"/>
                  </a:cubicBezTo>
                  <a:close/>
                  <a:moveTo>
                    <a:pt x="10585" y="6900"/>
                  </a:moveTo>
                  <a:cubicBezTo>
                    <a:pt x="10621" y="6900"/>
                    <a:pt x="10659" y="6909"/>
                    <a:pt x="10698" y="6928"/>
                  </a:cubicBezTo>
                  <a:cubicBezTo>
                    <a:pt x="12057" y="7619"/>
                    <a:pt x="15573" y="8949"/>
                    <a:pt x="14853" y="11039"/>
                  </a:cubicBezTo>
                  <a:cubicBezTo>
                    <a:pt x="14515" y="12022"/>
                    <a:pt x="13365" y="12496"/>
                    <a:pt x="12531" y="12935"/>
                  </a:cubicBezTo>
                  <a:cubicBezTo>
                    <a:pt x="11114" y="13675"/>
                    <a:pt x="9663" y="14352"/>
                    <a:pt x="8190" y="14977"/>
                  </a:cubicBezTo>
                  <a:cubicBezTo>
                    <a:pt x="6734" y="15590"/>
                    <a:pt x="5233" y="16254"/>
                    <a:pt x="3705" y="16667"/>
                  </a:cubicBezTo>
                  <a:cubicBezTo>
                    <a:pt x="3342" y="16764"/>
                    <a:pt x="2990" y="16861"/>
                    <a:pt x="2650" y="16861"/>
                  </a:cubicBezTo>
                  <a:cubicBezTo>
                    <a:pt x="2327" y="16861"/>
                    <a:pt x="2014" y="16774"/>
                    <a:pt x="1713" y="16516"/>
                  </a:cubicBezTo>
                  <a:cubicBezTo>
                    <a:pt x="94" y="15135"/>
                    <a:pt x="2246" y="12063"/>
                    <a:pt x="2938" y="10796"/>
                  </a:cubicBezTo>
                  <a:cubicBezTo>
                    <a:pt x="2957" y="10756"/>
                    <a:pt x="2996" y="10741"/>
                    <a:pt x="3035" y="10741"/>
                  </a:cubicBezTo>
                  <a:cubicBezTo>
                    <a:pt x="3046" y="10741"/>
                    <a:pt x="3058" y="10743"/>
                    <a:pt x="3068" y="10745"/>
                  </a:cubicBezTo>
                  <a:cubicBezTo>
                    <a:pt x="3025" y="10661"/>
                    <a:pt x="3083" y="10536"/>
                    <a:pt x="3202" y="10536"/>
                  </a:cubicBezTo>
                  <a:cubicBezTo>
                    <a:pt x="3212" y="10536"/>
                    <a:pt x="3223" y="10537"/>
                    <a:pt x="3235" y="10539"/>
                  </a:cubicBezTo>
                  <a:cubicBezTo>
                    <a:pt x="3950" y="10668"/>
                    <a:pt x="4721" y="10850"/>
                    <a:pt x="5474" y="10850"/>
                  </a:cubicBezTo>
                  <a:cubicBezTo>
                    <a:pt x="5833" y="10850"/>
                    <a:pt x="6188" y="10809"/>
                    <a:pt x="6532" y="10701"/>
                  </a:cubicBezTo>
                  <a:cubicBezTo>
                    <a:pt x="7495" y="10395"/>
                    <a:pt x="8138" y="9585"/>
                    <a:pt x="8646" y="8757"/>
                  </a:cubicBezTo>
                  <a:cubicBezTo>
                    <a:pt x="9111" y="8001"/>
                    <a:pt x="9412" y="7269"/>
                    <a:pt x="10298" y="6980"/>
                  </a:cubicBezTo>
                  <a:cubicBezTo>
                    <a:pt x="10325" y="6971"/>
                    <a:pt x="10348" y="6968"/>
                    <a:pt x="10370" y="6968"/>
                  </a:cubicBezTo>
                  <a:cubicBezTo>
                    <a:pt x="10385" y="6968"/>
                    <a:pt x="10399" y="6969"/>
                    <a:pt x="10412" y="6972"/>
                  </a:cubicBezTo>
                  <a:cubicBezTo>
                    <a:pt x="10460" y="6929"/>
                    <a:pt x="10519" y="6900"/>
                    <a:pt x="10585" y="6900"/>
                  </a:cubicBezTo>
                  <a:close/>
                  <a:moveTo>
                    <a:pt x="5030" y="0"/>
                  </a:moveTo>
                  <a:cubicBezTo>
                    <a:pt x="4375" y="744"/>
                    <a:pt x="3122" y="1093"/>
                    <a:pt x="2109" y="1093"/>
                  </a:cubicBezTo>
                  <a:cubicBezTo>
                    <a:pt x="1934" y="1093"/>
                    <a:pt x="1767" y="1082"/>
                    <a:pt x="1611" y="1062"/>
                  </a:cubicBezTo>
                  <a:lnTo>
                    <a:pt x="1611" y="1062"/>
                  </a:lnTo>
                  <a:cubicBezTo>
                    <a:pt x="2392" y="2620"/>
                    <a:pt x="2995" y="4415"/>
                    <a:pt x="3257" y="6134"/>
                  </a:cubicBezTo>
                  <a:cubicBezTo>
                    <a:pt x="3271" y="6216"/>
                    <a:pt x="3238" y="6279"/>
                    <a:pt x="3194" y="6320"/>
                  </a:cubicBezTo>
                  <a:cubicBezTo>
                    <a:pt x="3231" y="6359"/>
                    <a:pt x="3254" y="6411"/>
                    <a:pt x="3238" y="6469"/>
                  </a:cubicBezTo>
                  <a:cubicBezTo>
                    <a:pt x="2460" y="9174"/>
                    <a:pt x="1060" y="11759"/>
                    <a:pt x="451" y="14499"/>
                  </a:cubicBezTo>
                  <a:cubicBezTo>
                    <a:pt x="0" y="16514"/>
                    <a:pt x="892" y="17165"/>
                    <a:pt x="2247" y="17165"/>
                  </a:cubicBezTo>
                  <a:cubicBezTo>
                    <a:pt x="4364" y="17165"/>
                    <a:pt x="7611" y="15576"/>
                    <a:pt x="8630" y="15125"/>
                  </a:cubicBezTo>
                  <a:cubicBezTo>
                    <a:pt x="9865" y="14572"/>
                    <a:pt x="11085" y="13981"/>
                    <a:pt x="12278" y="13349"/>
                  </a:cubicBezTo>
                  <a:cubicBezTo>
                    <a:pt x="14012" y="12435"/>
                    <a:pt x="16705" y="11165"/>
                    <a:pt x="14593" y="9007"/>
                  </a:cubicBezTo>
                  <a:cubicBezTo>
                    <a:pt x="12733" y="7113"/>
                    <a:pt x="9604" y="5944"/>
                    <a:pt x="7161" y="5129"/>
                  </a:cubicBezTo>
                  <a:cubicBezTo>
                    <a:pt x="7113" y="5113"/>
                    <a:pt x="7081" y="5088"/>
                    <a:pt x="7054" y="5063"/>
                  </a:cubicBezTo>
                  <a:cubicBezTo>
                    <a:pt x="7004" y="5103"/>
                    <a:pt x="6938" y="5127"/>
                    <a:pt x="6874" y="5127"/>
                  </a:cubicBezTo>
                  <a:cubicBezTo>
                    <a:pt x="6798" y="5127"/>
                    <a:pt x="6726" y="5093"/>
                    <a:pt x="6690" y="5012"/>
                  </a:cubicBezTo>
                  <a:cubicBezTo>
                    <a:pt x="5992" y="3403"/>
                    <a:pt x="5372" y="1728"/>
                    <a:pt x="5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303000" y="965725"/>
              <a:ext cx="351225" cy="221300"/>
            </a:xfrm>
            <a:custGeom>
              <a:avLst/>
              <a:gdLst/>
              <a:ahLst/>
              <a:cxnLst/>
              <a:rect l="l" t="t" r="r" b="b"/>
              <a:pathLst>
                <a:path w="14049" h="8852" extrusionOk="0">
                  <a:moveTo>
                    <a:pt x="10301" y="1"/>
                  </a:moveTo>
                  <a:cubicBezTo>
                    <a:pt x="10279" y="20"/>
                    <a:pt x="10250" y="37"/>
                    <a:pt x="10216" y="52"/>
                  </a:cubicBezTo>
                  <a:cubicBezTo>
                    <a:pt x="9299" y="368"/>
                    <a:pt x="8850" y="1761"/>
                    <a:pt x="8278" y="2463"/>
                  </a:cubicBezTo>
                  <a:cubicBezTo>
                    <a:pt x="7946" y="2862"/>
                    <a:pt x="7590" y="3212"/>
                    <a:pt x="7134" y="3468"/>
                  </a:cubicBezTo>
                  <a:cubicBezTo>
                    <a:pt x="6582" y="3780"/>
                    <a:pt x="5990" y="3899"/>
                    <a:pt x="5388" y="3899"/>
                  </a:cubicBezTo>
                  <a:cubicBezTo>
                    <a:pt x="4565" y="3899"/>
                    <a:pt x="3724" y="3676"/>
                    <a:pt x="2947" y="3424"/>
                  </a:cubicBezTo>
                  <a:cubicBezTo>
                    <a:pt x="2945" y="3422"/>
                    <a:pt x="2942" y="3421"/>
                    <a:pt x="2940" y="3421"/>
                  </a:cubicBezTo>
                  <a:lnTo>
                    <a:pt x="2940" y="3421"/>
                  </a:lnTo>
                  <a:cubicBezTo>
                    <a:pt x="2950" y="3443"/>
                    <a:pt x="2953" y="3465"/>
                    <a:pt x="2943" y="3494"/>
                  </a:cubicBezTo>
                  <a:cubicBezTo>
                    <a:pt x="2368" y="4956"/>
                    <a:pt x="1" y="8851"/>
                    <a:pt x="3096" y="8851"/>
                  </a:cubicBezTo>
                  <a:cubicBezTo>
                    <a:pt x="3184" y="8851"/>
                    <a:pt x="3276" y="8848"/>
                    <a:pt x="3373" y="8842"/>
                  </a:cubicBezTo>
                  <a:cubicBezTo>
                    <a:pt x="4894" y="8743"/>
                    <a:pt x="7046" y="7469"/>
                    <a:pt x="8386" y="6878"/>
                  </a:cubicBezTo>
                  <a:cubicBezTo>
                    <a:pt x="9795" y="6261"/>
                    <a:pt x="11403" y="5673"/>
                    <a:pt x="12674" y="4798"/>
                  </a:cubicBezTo>
                  <a:cubicBezTo>
                    <a:pt x="13629" y="4409"/>
                    <a:pt x="14048" y="3572"/>
                    <a:pt x="13938" y="2293"/>
                  </a:cubicBezTo>
                  <a:cubicBezTo>
                    <a:pt x="13493" y="1926"/>
                    <a:pt x="13026" y="1588"/>
                    <a:pt x="12542" y="1275"/>
                  </a:cubicBezTo>
                  <a:cubicBezTo>
                    <a:pt x="11821" y="798"/>
                    <a:pt x="11069" y="390"/>
                    <a:pt x="10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413850" y="899075"/>
              <a:ext cx="34650" cy="31350"/>
            </a:xfrm>
            <a:custGeom>
              <a:avLst/>
              <a:gdLst/>
              <a:ahLst/>
              <a:cxnLst/>
              <a:rect l="l" t="t" r="r" b="b"/>
              <a:pathLst>
                <a:path w="1386" h="1254" extrusionOk="0">
                  <a:moveTo>
                    <a:pt x="776" y="211"/>
                  </a:moveTo>
                  <a:cubicBezTo>
                    <a:pt x="776" y="258"/>
                    <a:pt x="801" y="309"/>
                    <a:pt x="860" y="331"/>
                  </a:cubicBezTo>
                  <a:cubicBezTo>
                    <a:pt x="1186" y="461"/>
                    <a:pt x="1084" y="975"/>
                    <a:pt x="763" y="975"/>
                  </a:cubicBezTo>
                  <a:cubicBezTo>
                    <a:pt x="722" y="975"/>
                    <a:pt x="677" y="966"/>
                    <a:pt x="629" y="948"/>
                  </a:cubicBezTo>
                  <a:cubicBezTo>
                    <a:pt x="446" y="878"/>
                    <a:pt x="327" y="688"/>
                    <a:pt x="405" y="496"/>
                  </a:cubicBezTo>
                  <a:cubicBezTo>
                    <a:pt x="466" y="341"/>
                    <a:pt x="614" y="243"/>
                    <a:pt x="776" y="211"/>
                  </a:cubicBezTo>
                  <a:close/>
                  <a:moveTo>
                    <a:pt x="736" y="0"/>
                  </a:moveTo>
                  <a:cubicBezTo>
                    <a:pt x="487" y="0"/>
                    <a:pt x="250" y="162"/>
                    <a:pt x="147" y="404"/>
                  </a:cubicBezTo>
                  <a:cubicBezTo>
                    <a:pt x="1" y="749"/>
                    <a:pt x="218" y="1109"/>
                    <a:pt x="555" y="1220"/>
                  </a:cubicBezTo>
                  <a:cubicBezTo>
                    <a:pt x="623" y="1242"/>
                    <a:pt x="693" y="1254"/>
                    <a:pt x="761" y="1254"/>
                  </a:cubicBezTo>
                  <a:cubicBezTo>
                    <a:pt x="1013" y="1254"/>
                    <a:pt x="1243" y="1103"/>
                    <a:pt x="1312" y="837"/>
                  </a:cubicBezTo>
                  <a:cubicBezTo>
                    <a:pt x="1385" y="559"/>
                    <a:pt x="1265" y="255"/>
                    <a:pt x="1007" y="126"/>
                  </a:cubicBezTo>
                  <a:cubicBezTo>
                    <a:pt x="1015" y="97"/>
                    <a:pt x="1007" y="66"/>
                    <a:pt x="974" y="53"/>
                  </a:cubicBezTo>
                  <a:cubicBezTo>
                    <a:pt x="896" y="17"/>
                    <a:pt x="815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402175" y="967725"/>
              <a:ext cx="45775" cy="43825"/>
            </a:xfrm>
            <a:custGeom>
              <a:avLst/>
              <a:gdLst/>
              <a:ahLst/>
              <a:cxnLst/>
              <a:rect l="l" t="t" r="r" b="b"/>
              <a:pathLst>
                <a:path w="1831" h="1753" extrusionOk="0">
                  <a:moveTo>
                    <a:pt x="828" y="278"/>
                  </a:moveTo>
                  <a:cubicBezTo>
                    <a:pt x="1163" y="307"/>
                    <a:pt x="1457" y="527"/>
                    <a:pt x="1448" y="905"/>
                  </a:cubicBezTo>
                  <a:cubicBezTo>
                    <a:pt x="1438" y="1224"/>
                    <a:pt x="1192" y="1438"/>
                    <a:pt x="882" y="1457"/>
                  </a:cubicBezTo>
                  <a:cubicBezTo>
                    <a:pt x="867" y="1458"/>
                    <a:pt x="852" y="1458"/>
                    <a:pt x="838" y="1458"/>
                  </a:cubicBezTo>
                  <a:cubicBezTo>
                    <a:pt x="180" y="1458"/>
                    <a:pt x="159" y="505"/>
                    <a:pt x="765" y="351"/>
                  </a:cubicBezTo>
                  <a:cubicBezTo>
                    <a:pt x="803" y="339"/>
                    <a:pt x="816" y="310"/>
                    <a:pt x="828" y="278"/>
                  </a:cubicBezTo>
                  <a:close/>
                  <a:moveTo>
                    <a:pt x="891" y="1"/>
                  </a:moveTo>
                  <a:cubicBezTo>
                    <a:pt x="778" y="1"/>
                    <a:pt x="662" y="24"/>
                    <a:pt x="549" y="76"/>
                  </a:cubicBezTo>
                  <a:cubicBezTo>
                    <a:pt x="478" y="104"/>
                    <a:pt x="478" y="167"/>
                    <a:pt x="509" y="215"/>
                  </a:cubicBezTo>
                  <a:cubicBezTo>
                    <a:pt x="196" y="361"/>
                    <a:pt x="1" y="708"/>
                    <a:pt x="38" y="1068"/>
                  </a:cubicBezTo>
                  <a:cubicBezTo>
                    <a:pt x="81" y="1492"/>
                    <a:pt x="456" y="1752"/>
                    <a:pt x="857" y="1752"/>
                  </a:cubicBezTo>
                  <a:cubicBezTo>
                    <a:pt x="902" y="1752"/>
                    <a:pt x="947" y="1749"/>
                    <a:pt x="993" y="1742"/>
                  </a:cubicBezTo>
                  <a:cubicBezTo>
                    <a:pt x="1492" y="1672"/>
                    <a:pt x="1830" y="1229"/>
                    <a:pt x="1742" y="725"/>
                  </a:cubicBezTo>
                  <a:cubicBezTo>
                    <a:pt x="1665" y="298"/>
                    <a:pt x="129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406125" y="974650"/>
              <a:ext cx="32475" cy="29550"/>
            </a:xfrm>
            <a:custGeom>
              <a:avLst/>
              <a:gdLst/>
              <a:ahLst/>
              <a:cxnLst/>
              <a:rect l="l" t="t" r="r" b="b"/>
              <a:pathLst>
                <a:path w="1299" h="1182" extrusionOk="0">
                  <a:moveTo>
                    <a:pt x="670" y="1"/>
                  </a:moveTo>
                  <a:cubicBezTo>
                    <a:pt x="658" y="33"/>
                    <a:pt x="645" y="62"/>
                    <a:pt x="607" y="74"/>
                  </a:cubicBezTo>
                  <a:cubicBezTo>
                    <a:pt x="1" y="228"/>
                    <a:pt x="22" y="1181"/>
                    <a:pt x="680" y="1181"/>
                  </a:cubicBezTo>
                  <a:cubicBezTo>
                    <a:pt x="694" y="1181"/>
                    <a:pt x="709" y="1181"/>
                    <a:pt x="724" y="1180"/>
                  </a:cubicBezTo>
                  <a:cubicBezTo>
                    <a:pt x="1034" y="1161"/>
                    <a:pt x="1280" y="949"/>
                    <a:pt x="1290" y="628"/>
                  </a:cubicBezTo>
                  <a:cubicBezTo>
                    <a:pt x="1299" y="250"/>
                    <a:pt x="1005" y="30"/>
                    <a:pt x="6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422025" y="904275"/>
              <a:ext cx="21475" cy="19175"/>
            </a:xfrm>
            <a:custGeom>
              <a:avLst/>
              <a:gdLst/>
              <a:ahLst/>
              <a:cxnLst/>
              <a:rect l="l" t="t" r="r" b="b"/>
              <a:pathLst>
                <a:path w="859" h="767" extrusionOk="0">
                  <a:moveTo>
                    <a:pt x="449" y="1"/>
                  </a:moveTo>
                  <a:cubicBezTo>
                    <a:pt x="287" y="35"/>
                    <a:pt x="141" y="133"/>
                    <a:pt x="78" y="288"/>
                  </a:cubicBezTo>
                  <a:cubicBezTo>
                    <a:pt x="0" y="480"/>
                    <a:pt x="119" y="670"/>
                    <a:pt x="302" y="740"/>
                  </a:cubicBezTo>
                  <a:cubicBezTo>
                    <a:pt x="350" y="758"/>
                    <a:pt x="395" y="767"/>
                    <a:pt x="436" y="767"/>
                  </a:cubicBezTo>
                  <a:cubicBezTo>
                    <a:pt x="757" y="767"/>
                    <a:pt x="859" y="253"/>
                    <a:pt x="533" y="123"/>
                  </a:cubicBezTo>
                  <a:cubicBezTo>
                    <a:pt x="474" y="101"/>
                    <a:pt x="449" y="50"/>
                    <a:pt x="4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346950" y="754175"/>
              <a:ext cx="72025" cy="31675"/>
            </a:xfrm>
            <a:custGeom>
              <a:avLst/>
              <a:gdLst/>
              <a:ahLst/>
              <a:cxnLst/>
              <a:rect l="l" t="t" r="r" b="b"/>
              <a:pathLst>
                <a:path w="2881" h="1267" extrusionOk="0">
                  <a:moveTo>
                    <a:pt x="2620" y="1"/>
                  </a:moveTo>
                  <a:cubicBezTo>
                    <a:pt x="2582" y="1"/>
                    <a:pt x="2544" y="13"/>
                    <a:pt x="2509" y="40"/>
                  </a:cubicBezTo>
                  <a:cubicBezTo>
                    <a:pt x="1773" y="621"/>
                    <a:pt x="1002" y="973"/>
                    <a:pt x="79" y="1128"/>
                  </a:cubicBezTo>
                  <a:cubicBezTo>
                    <a:pt x="1" y="1143"/>
                    <a:pt x="16" y="1267"/>
                    <a:pt x="95" y="1267"/>
                  </a:cubicBezTo>
                  <a:cubicBezTo>
                    <a:pt x="96" y="1267"/>
                    <a:pt x="97" y="1267"/>
                    <a:pt x="98" y="1267"/>
                  </a:cubicBezTo>
                  <a:cubicBezTo>
                    <a:pt x="1056" y="1229"/>
                    <a:pt x="2001" y="885"/>
                    <a:pt x="2747" y="275"/>
                  </a:cubicBezTo>
                  <a:cubicBezTo>
                    <a:pt x="2881" y="167"/>
                    <a:pt x="2759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21650" y="752175"/>
              <a:ext cx="103525" cy="48125"/>
            </a:xfrm>
            <a:custGeom>
              <a:avLst/>
              <a:gdLst/>
              <a:ahLst/>
              <a:cxnLst/>
              <a:rect l="l" t="t" r="r" b="b"/>
              <a:pathLst>
                <a:path w="4141" h="1925" extrusionOk="0">
                  <a:moveTo>
                    <a:pt x="3632" y="81"/>
                  </a:moveTo>
                  <a:cubicBezTo>
                    <a:pt x="3771" y="81"/>
                    <a:pt x="3893" y="247"/>
                    <a:pt x="3759" y="355"/>
                  </a:cubicBezTo>
                  <a:cubicBezTo>
                    <a:pt x="3013" y="965"/>
                    <a:pt x="2068" y="1311"/>
                    <a:pt x="1110" y="1347"/>
                  </a:cubicBezTo>
                  <a:cubicBezTo>
                    <a:pt x="1109" y="1347"/>
                    <a:pt x="1108" y="1347"/>
                    <a:pt x="1107" y="1347"/>
                  </a:cubicBezTo>
                  <a:cubicBezTo>
                    <a:pt x="1028" y="1347"/>
                    <a:pt x="1013" y="1223"/>
                    <a:pt x="1091" y="1208"/>
                  </a:cubicBezTo>
                  <a:cubicBezTo>
                    <a:pt x="2014" y="1053"/>
                    <a:pt x="2785" y="701"/>
                    <a:pt x="3521" y="120"/>
                  </a:cubicBezTo>
                  <a:cubicBezTo>
                    <a:pt x="3556" y="93"/>
                    <a:pt x="3594" y="81"/>
                    <a:pt x="3632" y="81"/>
                  </a:cubicBezTo>
                  <a:close/>
                  <a:moveTo>
                    <a:pt x="3029" y="1"/>
                  </a:moveTo>
                  <a:cubicBezTo>
                    <a:pt x="2691" y="1"/>
                    <a:pt x="2349" y="56"/>
                    <a:pt x="1995" y="161"/>
                  </a:cubicBezTo>
                  <a:cubicBezTo>
                    <a:pt x="1587" y="278"/>
                    <a:pt x="1190" y="447"/>
                    <a:pt x="823" y="661"/>
                  </a:cubicBezTo>
                  <a:cubicBezTo>
                    <a:pt x="740" y="708"/>
                    <a:pt x="655" y="756"/>
                    <a:pt x="570" y="807"/>
                  </a:cubicBezTo>
                  <a:cubicBezTo>
                    <a:pt x="60" y="995"/>
                    <a:pt x="1" y="1340"/>
                    <a:pt x="402" y="1840"/>
                  </a:cubicBezTo>
                  <a:cubicBezTo>
                    <a:pt x="405" y="1839"/>
                    <a:pt x="409" y="1839"/>
                    <a:pt x="413" y="1839"/>
                  </a:cubicBezTo>
                  <a:cubicBezTo>
                    <a:pt x="462" y="1839"/>
                    <a:pt x="504" y="1880"/>
                    <a:pt x="512" y="1924"/>
                  </a:cubicBezTo>
                  <a:cubicBezTo>
                    <a:pt x="1885" y="1729"/>
                    <a:pt x="3541" y="1700"/>
                    <a:pt x="4141" y="205"/>
                  </a:cubicBezTo>
                  <a:cubicBezTo>
                    <a:pt x="3766" y="67"/>
                    <a:pt x="3400" y="1"/>
                    <a:pt x="3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13"/>
          <p:cNvSpPr/>
          <p:nvPr/>
        </p:nvSpPr>
        <p:spPr>
          <a:xfrm rot="9196425">
            <a:off x="8580240" y="472625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8474656" y="46620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6224806" y="4728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"/>
          <p:cNvSpPr/>
          <p:nvPr/>
        </p:nvSpPr>
        <p:spPr>
          <a:xfrm rot="9196425">
            <a:off x="5369090" y="3558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1930781" y="3215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14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306" name="Google Shape;306;p14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307" name="Google Shape;307;p14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14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309;p14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14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14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312;p14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14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14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14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4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14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" name="Google Shape;318;p14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" name="Google Shape;319;p14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14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14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" name="Google Shape;322;p14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" name="Google Shape;323;p14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14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25" name="Google Shape;325;p14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6" name="Google Shape;326;p14"/>
          <p:cNvSpPr txBox="1">
            <a:spLocks noGrp="1"/>
          </p:cNvSpPr>
          <p:nvPr>
            <p:ph type="title"/>
          </p:nvPr>
        </p:nvSpPr>
        <p:spPr>
          <a:xfrm>
            <a:off x="1922300" y="15604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7" name="Google Shape;327;p14"/>
          <p:cNvSpPr txBox="1">
            <a:spLocks noGrp="1"/>
          </p:cNvSpPr>
          <p:nvPr>
            <p:ph type="title" idx="2" hasCustomPrompt="1"/>
          </p:nvPr>
        </p:nvSpPr>
        <p:spPr>
          <a:xfrm>
            <a:off x="758838" y="1672525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8" name="Google Shape;328;p14"/>
          <p:cNvSpPr txBox="1">
            <a:spLocks noGrp="1"/>
          </p:cNvSpPr>
          <p:nvPr>
            <p:ph type="subTitle" idx="1"/>
          </p:nvPr>
        </p:nvSpPr>
        <p:spPr>
          <a:xfrm>
            <a:off x="1922288" y="2309275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4"/>
          <p:cNvSpPr txBox="1">
            <a:spLocks noGrp="1"/>
          </p:cNvSpPr>
          <p:nvPr>
            <p:ph type="title" idx="3"/>
          </p:nvPr>
        </p:nvSpPr>
        <p:spPr>
          <a:xfrm>
            <a:off x="5896959" y="15604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14"/>
          <p:cNvSpPr txBox="1">
            <a:spLocks noGrp="1"/>
          </p:cNvSpPr>
          <p:nvPr>
            <p:ph type="title" idx="4" hasCustomPrompt="1"/>
          </p:nvPr>
        </p:nvSpPr>
        <p:spPr>
          <a:xfrm>
            <a:off x="4733500" y="1672525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l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1" name="Google Shape;331;p14"/>
          <p:cNvSpPr txBox="1">
            <a:spLocks noGrp="1"/>
          </p:cNvSpPr>
          <p:nvPr>
            <p:ph type="subTitle" idx="5"/>
          </p:nvPr>
        </p:nvSpPr>
        <p:spPr>
          <a:xfrm>
            <a:off x="5896962" y="2309275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4"/>
          <p:cNvSpPr txBox="1">
            <a:spLocks noGrp="1"/>
          </p:cNvSpPr>
          <p:nvPr>
            <p:ph type="title" idx="6"/>
          </p:nvPr>
        </p:nvSpPr>
        <p:spPr>
          <a:xfrm>
            <a:off x="1922300" y="31019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3" name="Google Shape;333;p14"/>
          <p:cNvSpPr txBox="1">
            <a:spLocks noGrp="1"/>
          </p:cNvSpPr>
          <p:nvPr>
            <p:ph type="title" idx="7" hasCustomPrompt="1"/>
          </p:nvPr>
        </p:nvSpPr>
        <p:spPr>
          <a:xfrm>
            <a:off x="758838" y="3214000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4" name="Google Shape;334;p14"/>
          <p:cNvSpPr txBox="1">
            <a:spLocks noGrp="1"/>
          </p:cNvSpPr>
          <p:nvPr>
            <p:ph type="subTitle" idx="8"/>
          </p:nvPr>
        </p:nvSpPr>
        <p:spPr>
          <a:xfrm>
            <a:off x="1922288" y="3850750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4"/>
          <p:cNvSpPr txBox="1">
            <a:spLocks noGrp="1"/>
          </p:cNvSpPr>
          <p:nvPr>
            <p:ph type="title" idx="9"/>
          </p:nvPr>
        </p:nvSpPr>
        <p:spPr>
          <a:xfrm>
            <a:off x="5896959" y="31019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6" name="Google Shape;336;p14"/>
          <p:cNvSpPr txBox="1">
            <a:spLocks noGrp="1"/>
          </p:cNvSpPr>
          <p:nvPr>
            <p:ph type="title" idx="13" hasCustomPrompt="1"/>
          </p:nvPr>
        </p:nvSpPr>
        <p:spPr>
          <a:xfrm>
            <a:off x="4733500" y="3214000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highlight>
                  <a:schemeClr val="accen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7" name="Google Shape;337;p14"/>
          <p:cNvSpPr txBox="1">
            <a:spLocks noGrp="1"/>
          </p:cNvSpPr>
          <p:nvPr>
            <p:ph type="subTitle" idx="14"/>
          </p:nvPr>
        </p:nvSpPr>
        <p:spPr>
          <a:xfrm>
            <a:off x="5896962" y="3850750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14"/>
          <p:cNvSpPr txBox="1">
            <a:spLocks noGrp="1"/>
          </p:cNvSpPr>
          <p:nvPr>
            <p:ph type="title" idx="15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5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341" name="Google Shape;341;p15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342" name="Google Shape;342;p15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15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15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15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15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15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15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15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5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5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5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5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15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15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5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5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5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5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60" name="Google Shape;360;p15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1" name="Google Shape;361;p15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15"/>
          <p:cNvSpPr/>
          <p:nvPr/>
        </p:nvSpPr>
        <p:spPr>
          <a:xfrm rot="9196425">
            <a:off x="8608978" y="40087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8608106" y="24450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16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366" name="Google Shape;366;p16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367" name="Google Shape;367;p16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9" name="Google Shape;369;p16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16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16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16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16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" name="Google Shape;375;p16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6" name="Google Shape;376;p16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Google Shape;377;p16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16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16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0" name="Google Shape;380;p16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1" name="Google Shape;381;p16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16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16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6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85" name="Google Shape;385;p16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86" name="Google Shape;386;p16"/>
          <p:cNvSpPr txBox="1">
            <a:spLocks noGrp="1"/>
          </p:cNvSpPr>
          <p:nvPr>
            <p:ph type="title"/>
          </p:nvPr>
        </p:nvSpPr>
        <p:spPr>
          <a:xfrm>
            <a:off x="4572000" y="3392700"/>
            <a:ext cx="38520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7" name="Google Shape;387;p16"/>
          <p:cNvSpPr txBox="1">
            <a:spLocks noGrp="1"/>
          </p:cNvSpPr>
          <p:nvPr>
            <p:ph type="subTitle" idx="1"/>
          </p:nvPr>
        </p:nvSpPr>
        <p:spPr>
          <a:xfrm>
            <a:off x="719950" y="1188100"/>
            <a:ext cx="77040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17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390" name="Google Shape;390;p17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391" name="Google Shape;391;p17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2" name="Google Shape;392;p17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7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7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7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7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7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7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7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0" name="Google Shape;400;p17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1" name="Google Shape;401;p17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17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17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4" name="Google Shape;404;p17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5" name="Google Shape;405;p17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17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7" name="Google Shape;407;p17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8" name="Google Shape;408;p17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09" name="Google Shape;409;p17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0" name="Google Shape;410;p17"/>
          <p:cNvSpPr txBox="1">
            <a:spLocks noGrp="1"/>
          </p:cNvSpPr>
          <p:nvPr>
            <p:ph type="subTitle" idx="1"/>
          </p:nvPr>
        </p:nvSpPr>
        <p:spPr>
          <a:xfrm>
            <a:off x="778054" y="1724100"/>
            <a:ext cx="4296000" cy="25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17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7"/>
          <p:cNvSpPr>
            <a:spLocks noGrp="1"/>
          </p:cNvSpPr>
          <p:nvPr>
            <p:ph type="pic" idx="2"/>
          </p:nvPr>
        </p:nvSpPr>
        <p:spPr>
          <a:xfrm>
            <a:off x="5414896" y="1808000"/>
            <a:ext cx="2951100" cy="2356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17"/>
          <p:cNvSpPr/>
          <p:nvPr/>
        </p:nvSpPr>
        <p:spPr>
          <a:xfrm>
            <a:off x="5074056" y="461742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8720468" y="44131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2248731" y="47794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18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418" name="Google Shape;418;p18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419" name="Google Shape;419;p18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8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8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8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8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4" name="Google Shape;424;p18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5" name="Google Shape;425;p18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6" name="Google Shape;426;p18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7" name="Google Shape;427;p18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8" name="Google Shape;428;p18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18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0" name="Google Shape;430;p18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1" name="Google Shape;431;p18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8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8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8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8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8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37" name="Google Shape;437;p18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38" name="Google Shape;438;p18"/>
          <p:cNvSpPr txBox="1">
            <a:spLocks noGrp="1"/>
          </p:cNvSpPr>
          <p:nvPr>
            <p:ph type="subTitle" idx="1"/>
          </p:nvPr>
        </p:nvSpPr>
        <p:spPr>
          <a:xfrm>
            <a:off x="973075" y="1655350"/>
            <a:ext cx="30861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Chango"/>
                <a:ea typeface="Chango"/>
                <a:cs typeface="Chango"/>
                <a:sym typeface="Chang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9" name="Google Shape;439;p18"/>
          <p:cNvSpPr txBox="1">
            <a:spLocks noGrp="1"/>
          </p:cNvSpPr>
          <p:nvPr>
            <p:ph type="subTitle" idx="2"/>
          </p:nvPr>
        </p:nvSpPr>
        <p:spPr>
          <a:xfrm>
            <a:off x="5084829" y="1655350"/>
            <a:ext cx="30861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Chango"/>
                <a:ea typeface="Chango"/>
                <a:cs typeface="Chango"/>
                <a:sym typeface="Chang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0" name="Google Shape;440;p18"/>
          <p:cNvSpPr txBox="1">
            <a:spLocks noGrp="1"/>
          </p:cNvSpPr>
          <p:nvPr>
            <p:ph type="subTitle" idx="3"/>
          </p:nvPr>
        </p:nvSpPr>
        <p:spPr>
          <a:xfrm>
            <a:off x="973050" y="2123048"/>
            <a:ext cx="3086100" cy="24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1" name="Google Shape;441;p18"/>
          <p:cNvSpPr txBox="1">
            <a:spLocks noGrp="1"/>
          </p:cNvSpPr>
          <p:nvPr>
            <p:ph type="subTitle" idx="4"/>
          </p:nvPr>
        </p:nvSpPr>
        <p:spPr>
          <a:xfrm>
            <a:off x="5084825" y="2123048"/>
            <a:ext cx="3086100" cy="24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2" name="Google Shape;442;p18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867206" y="47218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8"/>
          <p:cNvSpPr/>
          <p:nvPr/>
        </p:nvSpPr>
        <p:spPr>
          <a:xfrm rot="9196425">
            <a:off x="8530503" y="47602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8424131" y="2616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9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448" name="Google Shape;448;p19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449" name="Google Shape;449;p19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0" name="Google Shape;450;p19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1" name="Google Shape;451;p19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2" name="Google Shape;452;p19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19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4" name="Google Shape;454;p19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5" name="Google Shape;455;p19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9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9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9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9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19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1" name="Google Shape;461;p19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2" name="Google Shape;462;p19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3" name="Google Shape;463;p19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4" name="Google Shape;464;p19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19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6" name="Google Shape;466;p19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67" name="Google Shape;467;p19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68" name="Google Shape;468;p19"/>
          <p:cNvSpPr txBox="1">
            <a:spLocks noGrp="1"/>
          </p:cNvSpPr>
          <p:nvPr>
            <p:ph type="title"/>
          </p:nvPr>
        </p:nvSpPr>
        <p:spPr>
          <a:xfrm>
            <a:off x="1041899" y="2032888"/>
            <a:ext cx="31206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subTitle" idx="1"/>
          </p:nvPr>
        </p:nvSpPr>
        <p:spPr>
          <a:xfrm>
            <a:off x="1041899" y="2389888"/>
            <a:ext cx="31206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title" idx="2"/>
          </p:nvPr>
        </p:nvSpPr>
        <p:spPr>
          <a:xfrm>
            <a:off x="4943701" y="2032888"/>
            <a:ext cx="31584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1" name="Google Shape;471;p19"/>
          <p:cNvSpPr txBox="1">
            <a:spLocks noGrp="1"/>
          </p:cNvSpPr>
          <p:nvPr>
            <p:ph type="subTitle" idx="3"/>
          </p:nvPr>
        </p:nvSpPr>
        <p:spPr>
          <a:xfrm>
            <a:off x="4943701" y="2389888"/>
            <a:ext cx="31584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19"/>
          <p:cNvSpPr txBox="1">
            <a:spLocks noGrp="1"/>
          </p:cNvSpPr>
          <p:nvPr>
            <p:ph type="title" idx="4"/>
          </p:nvPr>
        </p:nvSpPr>
        <p:spPr>
          <a:xfrm>
            <a:off x="1041899" y="3793877"/>
            <a:ext cx="31206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3" name="Google Shape;473;p19"/>
          <p:cNvSpPr txBox="1">
            <a:spLocks noGrp="1"/>
          </p:cNvSpPr>
          <p:nvPr>
            <p:ph type="subTitle" idx="5"/>
          </p:nvPr>
        </p:nvSpPr>
        <p:spPr>
          <a:xfrm>
            <a:off x="1041899" y="4150874"/>
            <a:ext cx="31206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19"/>
          <p:cNvSpPr txBox="1">
            <a:spLocks noGrp="1"/>
          </p:cNvSpPr>
          <p:nvPr>
            <p:ph type="title" idx="6"/>
          </p:nvPr>
        </p:nvSpPr>
        <p:spPr>
          <a:xfrm>
            <a:off x="4943701" y="3793878"/>
            <a:ext cx="31584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5" name="Google Shape;475;p19"/>
          <p:cNvSpPr txBox="1">
            <a:spLocks noGrp="1"/>
          </p:cNvSpPr>
          <p:nvPr>
            <p:ph type="subTitle" idx="7"/>
          </p:nvPr>
        </p:nvSpPr>
        <p:spPr>
          <a:xfrm>
            <a:off x="4943701" y="4150875"/>
            <a:ext cx="31584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9"/>
          <p:cNvSpPr txBox="1">
            <a:spLocks noGrp="1"/>
          </p:cNvSpPr>
          <p:nvPr>
            <p:ph type="title" idx="8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77" name="Google Shape;477;p19"/>
          <p:cNvSpPr/>
          <p:nvPr/>
        </p:nvSpPr>
        <p:spPr>
          <a:xfrm rot="9196425">
            <a:off x="8137178" y="322820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5649393" y="49382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9"/>
          <p:cNvSpPr/>
          <p:nvPr/>
        </p:nvSpPr>
        <p:spPr>
          <a:xfrm>
            <a:off x="8640368" y="1678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8569093" y="44414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935243" y="46034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20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484" name="Google Shape;484;p20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485" name="Google Shape;485;p20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20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20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20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20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20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20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20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20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20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20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20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20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20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20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20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20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20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03" name="Google Shape;503;p20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04" name="Google Shape;504;p20"/>
          <p:cNvSpPr txBox="1">
            <a:spLocks noGrp="1"/>
          </p:cNvSpPr>
          <p:nvPr>
            <p:ph type="title"/>
          </p:nvPr>
        </p:nvSpPr>
        <p:spPr>
          <a:xfrm>
            <a:off x="719950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5" name="Google Shape;505;p20"/>
          <p:cNvSpPr txBox="1">
            <a:spLocks noGrp="1"/>
          </p:cNvSpPr>
          <p:nvPr>
            <p:ph type="subTitle" idx="1"/>
          </p:nvPr>
        </p:nvSpPr>
        <p:spPr>
          <a:xfrm>
            <a:off x="719950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20"/>
          <p:cNvSpPr txBox="1">
            <a:spLocks noGrp="1"/>
          </p:cNvSpPr>
          <p:nvPr>
            <p:ph type="title" idx="2"/>
          </p:nvPr>
        </p:nvSpPr>
        <p:spPr>
          <a:xfrm>
            <a:off x="3307661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7" name="Google Shape;507;p20"/>
          <p:cNvSpPr txBox="1">
            <a:spLocks noGrp="1"/>
          </p:cNvSpPr>
          <p:nvPr>
            <p:ph type="subTitle" idx="3"/>
          </p:nvPr>
        </p:nvSpPr>
        <p:spPr>
          <a:xfrm>
            <a:off x="3307661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0"/>
          <p:cNvSpPr txBox="1">
            <a:spLocks noGrp="1"/>
          </p:cNvSpPr>
          <p:nvPr>
            <p:ph type="title" idx="4"/>
          </p:nvPr>
        </p:nvSpPr>
        <p:spPr>
          <a:xfrm>
            <a:off x="719950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9" name="Google Shape;509;p20"/>
          <p:cNvSpPr txBox="1">
            <a:spLocks noGrp="1"/>
          </p:cNvSpPr>
          <p:nvPr>
            <p:ph type="subTitle" idx="5"/>
          </p:nvPr>
        </p:nvSpPr>
        <p:spPr>
          <a:xfrm>
            <a:off x="719950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20"/>
          <p:cNvSpPr txBox="1">
            <a:spLocks noGrp="1"/>
          </p:cNvSpPr>
          <p:nvPr>
            <p:ph type="title" idx="6"/>
          </p:nvPr>
        </p:nvSpPr>
        <p:spPr>
          <a:xfrm>
            <a:off x="3307661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1" name="Google Shape;511;p20"/>
          <p:cNvSpPr txBox="1">
            <a:spLocks noGrp="1"/>
          </p:cNvSpPr>
          <p:nvPr>
            <p:ph type="subTitle" idx="7"/>
          </p:nvPr>
        </p:nvSpPr>
        <p:spPr>
          <a:xfrm>
            <a:off x="3307661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20"/>
          <p:cNvSpPr txBox="1">
            <a:spLocks noGrp="1"/>
          </p:cNvSpPr>
          <p:nvPr>
            <p:ph type="title" idx="8"/>
          </p:nvPr>
        </p:nvSpPr>
        <p:spPr>
          <a:xfrm>
            <a:off x="5895340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3" name="Google Shape;513;p20"/>
          <p:cNvSpPr txBox="1">
            <a:spLocks noGrp="1"/>
          </p:cNvSpPr>
          <p:nvPr>
            <p:ph type="subTitle" idx="9"/>
          </p:nvPr>
        </p:nvSpPr>
        <p:spPr>
          <a:xfrm>
            <a:off x="5895340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0"/>
          <p:cNvSpPr txBox="1">
            <a:spLocks noGrp="1"/>
          </p:cNvSpPr>
          <p:nvPr>
            <p:ph type="title" idx="13"/>
          </p:nvPr>
        </p:nvSpPr>
        <p:spPr>
          <a:xfrm>
            <a:off x="5895340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5" name="Google Shape;515;p20"/>
          <p:cNvSpPr txBox="1">
            <a:spLocks noGrp="1"/>
          </p:cNvSpPr>
          <p:nvPr>
            <p:ph type="subTitle" idx="14"/>
          </p:nvPr>
        </p:nvSpPr>
        <p:spPr>
          <a:xfrm>
            <a:off x="5895340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20"/>
          <p:cNvSpPr txBox="1">
            <a:spLocks noGrp="1"/>
          </p:cNvSpPr>
          <p:nvPr>
            <p:ph type="title" idx="15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8606506" y="10041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8760681" y="40317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1630306" y="450362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5123281" y="465602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21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523" name="Google Shape;523;p21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524" name="Google Shape;524;p21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5" name="Google Shape;525;p21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6" name="Google Shape;526;p21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7" name="Google Shape;527;p21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8" name="Google Shape;528;p21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21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21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21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21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21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21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21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21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21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21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9" name="Google Shape;539;p21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21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1" name="Google Shape;541;p21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42" name="Google Shape;542;p21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43" name="Google Shape;543;p21"/>
          <p:cNvSpPr txBox="1">
            <a:spLocks noGrp="1"/>
          </p:cNvSpPr>
          <p:nvPr>
            <p:ph type="ctrTitle"/>
          </p:nvPr>
        </p:nvSpPr>
        <p:spPr>
          <a:xfrm>
            <a:off x="839350" y="716413"/>
            <a:ext cx="74655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4" name="Google Shape;544;p21"/>
          <p:cNvSpPr txBox="1">
            <a:spLocks noGrp="1"/>
          </p:cNvSpPr>
          <p:nvPr>
            <p:ph type="subTitle" idx="1"/>
          </p:nvPr>
        </p:nvSpPr>
        <p:spPr>
          <a:xfrm>
            <a:off x="2069350" y="1743363"/>
            <a:ext cx="5005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45" name="Google Shape;545;p21"/>
          <p:cNvSpPr txBox="1"/>
          <p:nvPr/>
        </p:nvSpPr>
        <p:spPr>
          <a:xfrm>
            <a:off x="2228700" y="3587350"/>
            <a:ext cx="46866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CRÉDITOS:</a:t>
            </a: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Esta plantilla para presentaciones es una creación de </a:t>
            </a:r>
            <a:r>
              <a:rPr lang="es" sz="1200" b="1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e incluye iconos de </a:t>
            </a:r>
            <a:r>
              <a:rPr lang="es" sz="1200" b="1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infografías e imágenes de </a:t>
            </a:r>
            <a:r>
              <a:rPr lang="es" sz="1200" b="1">
                <a:solidFill>
                  <a:schemeClr val="dk1"/>
                </a:solidFill>
                <a:uFill>
                  <a:noFill/>
                </a:u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</a:t>
            </a:r>
            <a:r>
              <a:rPr lang="es" sz="12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k</a:t>
            </a:r>
            <a:endParaRPr sz="1200" b="1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8471206" y="11522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6526131" y="48217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1"/>
          <p:cNvSpPr/>
          <p:nvPr/>
        </p:nvSpPr>
        <p:spPr>
          <a:xfrm>
            <a:off x="2854381" y="3404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1"/>
          <p:cNvSpPr/>
          <p:nvPr/>
        </p:nvSpPr>
        <p:spPr>
          <a:xfrm rot="9196425">
            <a:off x="8269440" y="2273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1"/>
          <p:cNvSpPr/>
          <p:nvPr/>
        </p:nvSpPr>
        <p:spPr>
          <a:xfrm rot="9196425">
            <a:off x="5009015" y="46418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2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553" name="Google Shape;553;p22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554" name="Google Shape;554;p22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22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22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22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22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22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22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22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22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3" name="Google Shape;563;p22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4" name="Google Shape;564;p22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22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6" name="Google Shape;566;p22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22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8" name="Google Shape;568;p22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9" name="Google Shape;569;p22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0" name="Google Shape;570;p22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22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572" name="Google Shape;572;p22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73" name="Google Shape;573;p22"/>
          <p:cNvGrpSpPr/>
          <p:nvPr/>
        </p:nvGrpSpPr>
        <p:grpSpPr>
          <a:xfrm rot="3195438">
            <a:off x="7989044" y="305585"/>
            <a:ext cx="580353" cy="468857"/>
            <a:chOff x="-1672375" y="48850"/>
            <a:chExt cx="580375" cy="468875"/>
          </a:xfrm>
        </p:grpSpPr>
        <p:sp>
          <p:nvSpPr>
            <p:cNvPr id="574" name="Google Shape;574;p22"/>
            <p:cNvSpPr/>
            <p:nvPr/>
          </p:nvSpPr>
          <p:spPr>
            <a:xfrm>
              <a:off x="-1113300" y="134600"/>
              <a:ext cx="21300" cy="345175"/>
            </a:xfrm>
            <a:custGeom>
              <a:avLst/>
              <a:gdLst/>
              <a:ahLst/>
              <a:cxnLst/>
              <a:rect l="l" t="t" r="r" b="b"/>
              <a:pathLst>
                <a:path w="852" h="13807" extrusionOk="0">
                  <a:moveTo>
                    <a:pt x="289" y="0"/>
                  </a:moveTo>
                  <a:cubicBezTo>
                    <a:pt x="185" y="17"/>
                    <a:pt x="94" y="92"/>
                    <a:pt x="97" y="228"/>
                  </a:cubicBezTo>
                  <a:cubicBezTo>
                    <a:pt x="129" y="4685"/>
                    <a:pt x="0" y="9180"/>
                    <a:pt x="289" y="13628"/>
                  </a:cubicBezTo>
                  <a:lnTo>
                    <a:pt x="481" y="13806"/>
                  </a:lnTo>
                  <a:cubicBezTo>
                    <a:pt x="563" y="13798"/>
                    <a:pt x="637" y="13745"/>
                    <a:pt x="641" y="13638"/>
                  </a:cubicBezTo>
                  <a:cubicBezTo>
                    <a:pt x="851" y="9184"/>
                    <a:pt x="634" y="4685"/>
                    <a:pt x="585" y="228"/>
                  </a:cubicBezTo>
                  <a:cubicBezTo>
                    <a:pt x="585" y="133"/>
                    <a:pt x="534" y="68"/>
                    <a:pt x="467" y="29"/>
                  </a:cubicBezTo>
                  <a:cubicBezTo>
                    <a:pt x="478" y="22"/>
                    <a:pt x="488" y="14"/>
                    <a:pt x="495" y="7"/>
                  </a:cubicBez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-1672375" y="48850"/>
              <a:ext cx="573075" cy="468875"/>
            </a:xfrm>
            <a:custGeom>
              <a:avLst/>
              <a:gdLst/>
              <a:ahLst/>
              <a:cxnLst/>
              <a:rect l="l" t="t" r="r" b="b"/>
              <a:pathLst>
                <a:path w="22923" h="18755" extrusionOk="0">
                  <a:moveTo>
                    <a:pt x="7232" y="515"/>
                  </a:moveTo>
                  <a:cubicBezTo>
                    <a:pt x="8876" y="515"/>
                    <a:pt x="10472" y="906"/>
                    <a:pt x="11912" y="2039"/>
                  </a:cubicBezTo>
                  <a:cubicBezTo>
                    <a:pt x="11951" y="2071"/>
                    <a:pt x="11999" y="2085"/>
                    <a:pt x="12041" y="2091"/>
                  </a:cubicBezTo>
                  <a:cubicBezTo>
                    <a:pt x="12038" y="2110"/>
                    <a:pt x="12026" y="2127"/>
                    <a:pt x="12026" y="2149"/>
                  </a:cubicBezTo>
                  <a:lnTo>
                    <a:pt x="12028" y="2149"/>
                  </a:lnTo>
                  <a:cubicBezTo>
                    <a:pt x="11967" y="3700"/>
                    <a:pt x="11892" y="5251"/>
                    <a:pt x="11814" y="6807"/>
                  </a:cubicBezTo>
                  <a:cubicBezTo>
                    <a:pt x="11693" y="9282"/>
                    <a:pt x="11571" y="11763"/>
                    <a:pt x="11515" y="14240"/>
                  </a:cubicBezTo>
                  <a:cubicBezTo>
                    <a:pt x="10907" y="12825"/>
                    <a:pt x="9050" y="12340"/>
                    <a:pt x="7080" y="12340"/>
                  </a:cubicBezTo>
                  <a:cubicBezTo>
                    <a:pt x="5098" y="12340"/>
                    <a:pt x="3001" y="12831"/>
                    <a:pt x="1951" y="13361"/>
                  </a:cubicBezTo>
                  <a:cubicBezTo>
                    <a:pt x="2117" y="11362"/>
                    <a:pt x="2195" y="9354"/>
                    <a:pt x="2224" y="7348"/>
                  </a:cubicBezTo>
                  <a:cubicBezTo>
                    <a:pt x="2253" y="5351"/>
                    <a:pt x="2227" y="3349"/>
                    <a:pt x="2188" y="1356"/>
                  </a:cubicBezTo>
                  <a:cubicBezTo>
                    <a:pt x="3842" y="918"/>
                    <a:pt x="5561" y="515"/>
                    <a:pt x="7232" y="515"/>
                  </a:cubicBezTo>
                  <a:close/>
                  <a:moveTo>
                    <a:pt x="17482" y="1210"/>
                  </a:moveTo>
                  <a:cubicBezTo>
                    <a:pt x="18695" y="1210"/>
                    <a:pt x="19916" y="1406"/>
                    <a:pt x="21140" y="1804"/>
                  </a:cubicBezTo>
                  <a:cubicBezTo>
                    <a:pt x="21120" y="1969"/>
                    <a:pt x="21260" y="2129"/>
                    <a:pt x="21406" y="2129"/>
                  </a:cubicBezTo>
                  <a:cubicBezTo>
                    <a:pt x="21466" y="2129"/>
                    <a:pt x="21526" y="2103"/>
                    <a:pt x="21577" y="2039"/>
                  </a:cubicBezTo>
                  <a:lnTo>
                    <a:pt x="21577" y="2039"/>
                  </a:lnTo>
                  <a:cubicBezTo>
                    <a:pt x="21118" y="2618"/>
                    <a:pt x="21375" y="4188"/>
                    <a:pt x="21364" y="4884"/>
                  </a:cubicBezTo>
                  <a:cubicBezTo>
                    <a:pt x="21361" y="5088"/>
                    <a:pt x="21356" y="5287"/>
                    <a:pt x="21356" y="5489"/>
                  </a:cubicBezTo>
                  <a:cubicBezTo>
                    <a:pt x="21342" y="6347"/>
                    <a:pt x="21332" y="7205"/>
                    <a:pt x="21320" y="8059"/>
                  </a:cubicBezTo>
                  <a:cubicBezTo>
                    <a:pt x="21296" y="9902"/>
                    <a:pt x="21278" y="11746"/>
                    <a:pt x="21325" y="13592"/>
                  </a:cubicBezTo>
                  <a:cubicBezTo>
                    <a:pt x="21317" y="13589"/>
                    <a:pt x="21313" y="13585"/>
                    <a:pt x="21303" y="13580"/>
                  </a:cubicBezTo>
                  <a:cubicBezTo>
                    <a:pt x="19848" y="13234"/>
                    <a:pt x="17807" y="12693"/>
                    <a:pt x="15951" y="12693"/>
                  </a:cubicBezTo>
                  <a:cubicBezTo>
                    <a:pt x="14245" y="12693"/>
                    <a:pt x="12694" y="13150"/>
                    <a:pt x="11899" y="14639"/>
                  </a:cubicBezTo>
                  <a:cubicBezTo>
                    <a:pt x="12181" y="11837"/>
                    <a:pt x="12325" y="9009"/>
                    <a:pt x="12429" y="6187"/>
                  </a:cubicBezTo>
                  <a:cubicBezTo>
                    <a:pt x="12475" y="4884"/>
                    <a:pt x="12514" y="3586"/>
                    <a:pt x="12553" y="2292"/>
                  </a:cubicBezTo>
                  <a:cubicBezTo>
                    <a:pt x="12565" y="2287"/>
                    <a:pt x="12578" y="2287"/>
                    <a:pt x="12588" y="2283"/>
                  </a:cubicBezTo>
                  <a:cubicBezTo>
                    <a:pt x="14199" y="1573"/>
                    <a:pt x="15833" y="1210"/>
                    <a:pt x="17482" y="1210"/>
                  </a:cubicBezTo>
                  <a:close/>
                  <a:moveTo>
                    <a:pt x="15981" y="13234"/>
                  </a:moveTo>
                  <a:cubicBezTo>
                    <a:pt x="17685" y="13234"/>
                    <a:pt x="19570" y="13785"/>
                    <a:pt x="21171" y="14065"/>
                  </a:cubicBezTo>
                  <a:cubicBezTo>
                    <a:pt x="21186" y="14067"/>
                    <a:pt x="21201" y="14069"/>
                    <a:pt x="21215" y="14069"/>
                  </a:cubicBezTo>
                  <a:cubicBezTo>
                    <a:pt x="21259" y="14069"/>
                    <a:pt x="21297" y="14056"/>
                    <a:pt x="21335" y="14041"/>
                  </a:cubicBezTo>
                  <a:lnTo>
                    <a:pt x="21335" y="14051"/>
                  </a:lnTo>
                  <a:cubicBezTo>
                    <a:pt x="21335" y="14065"/>
                    <a:pt x="21339" y="14073"/>
                    <a:pt x="21342" y="14083"/>
                  </a:cubicBezTo>
                  <a:cubicBezTo>
                    <a:pt x="21342" y="14955"/>
                    <a:pt x="20982" y="15712"/>
                    <a:pt x="20211" y="16064"/>
                  </a:cubicBezTo>
                  <a:cubicBezTo>
                    <a:pt x="20172" y="16022"/>
                    <a:pt x="20117" y="15986"/>
                    <a:pt x="20046" y="15979"/>
                  </a:cubicBezTo>
                  <a:cubicBezTo>
                    <a:pt x="17583" y="15723"/>
                    <a:pt x="15113" y="15585"/>
                    <a:pt x="12640" y="15585"/>
                  </a:cubicBezTo>
                  <a:cubicBezTo>
                    <a:pt x="12406" y="15585"/>
                    <a:pt x="12172" y="15586"/>
                    <a:pt x="11938" y="15588"/>
                  </a:cubicBezTo>
                  <a:cubicBezTo>
                    <a:pt x="12819" y="13762"/>
                    <a:pt x="14313" y="13234"/>
                    <a:pt x="15981" y="13234"/>
                  </a:cubicBezTo>
                  <a:close/>
                  <a:moveTo>
                    <a:pt x="7312" y="12857"/>
                  </a:moveTo>
                  <a:cubicBezTo>
                    <a:pt x="9416" y="12857"/>
                    <a:pt x="11292" y="13486"/>
                    <a:pt x="11386" y="15595"/>
                  </a:cubicBezTo>
                  <a:cubicBezTo>
                    <a:pt x="10862" y="15602"/>
                    <a:pt x="10339" y="15617"/>
                    <a:pt x="9818" y="15641"/>
                  </a:cubicBezTo>
                  <a:cubicBezTo>
                    <a:pt x="8226" y="15709"/>
                    <a:pt x="6636" y="15830"/>
                    <a:pt x="5053" y="16015"/>
                  </a:cubicBezTo>
                  <a:cubicBezTo>
                    <a:pt x="4567" y="16070"/>
                    <a:pt x="4074" y="16216"/>
                    <a:pt x="3618" y="16216"/>
                  </a:cubicBezTo>
                  <a:cubicBezTo>
                    <a:pt x="3171" y="16216"/>
                    <a:pt x="2761" y="16076"/>
                    <a:pt x="2433" y="15573"/>
                  </a:cubicBezTo>
                  <a:cubicBezTo>
                    <a:pt x="2159" y="15157"/>
                    <a:pt x="2059" y="14399"/>
                    <a:pt x="1935" y="13805"/>
                  </a:cubicBezTo>
                  <a:lnTo>
                    <a:pt x="1935" y="13805"/>
                  </a:lnTo>
                  <a:cubicBezTo>
                    <a:pt x="1958" y="13817"/>
                    <a:pt x="1983" y="13823"/>
                    <a:pt x="2010" y="13823"/>
                  </a:cubicBezTo>
                  <a:cubicBezTo>
                    <a:pt x="2033" y="13823"/>
                    <a:pt x="2057" y="13818"/>
                    <a:pt x="2081" y="13808"/>
                  </a:cubicBezTo>
                  <a:cubicBezTo>
                    <a:pt x="3180" y="13406"/>
                    <a:pt x="5346" y="12857"/>
                    <a:pt x="7312" y="12857"/>
                  </a:cubicBezTo>
                  <a:close/>
                  <a:moveTo>
                    <a:pt x="7180" y="0"/>
                  </a:moveTo>
                  <a:cubicBezTo>
                    <a:pt x="5463" y="0"/>
                    <a:pt x="3704" y="422"/>
                    <a:pt x="2049" y="1018"/>
                  </a:cubicBezTo>
                  <a:cubicBezTo>
                    <a:pt x="2001" y="992"/>
                    <a:pt x="1947" y="978"/>
                    <a:pt x="1893" y="978"/>
                  </a:cubicBezTo>
                  <a:cubicBezTo>
                    <a:pt x="1754" y="978"/>
                    <a:pt x="1621" y="1066"/>
                    <a:pt x="1626" y="1245"/>
                  </a:cubicBezTo>
                  <a:cubicBezTo>
                    <a:pt x="1633" y="1682"/>
                    <a:pt x="1633" y="2124"/>
                    <a:pt x="1636" y="2562"/>
                  </a:cubicBezTo>
                  <a:cubicBezTo>
                    <a:pt x="1528" y="2548"/>
                    <a:pt x="1418" y="2541"/>
                    <a:pt x="1308" y="2541"/>
                  </a:cubicBezTo>
                  <a:cubicBezTo>
                    <a:pt x="999" y="2541"/>
                    <a:pt x="687" y="2595"/>
                    <a:pt x="398" y="2686"/>
                  </a:cubicBezTo>
                  <a:cubicBezTo>
                    <a:pt x="245" y="2735"/>
                    <a:pt x="221" y="2892"/>
                    <a:pt x="270" y="3005"/>
                  </a:cubicBezTo>
                  <a:cubicBezTo>
                    <a:pt x="0" y="7917"/>
                    <a:pt x="299" y="12916"/>
                    <a:pt x="634" y="17819"/>
                  </a:cubicBezTo>
                  <a:cubicBezTo>
                    <a:pt x="646" y="17991"/>
                    <a:pt x="786" y="18077"/>
                    <a:pt x="920" y="18077"/>
                  </a:cubicBezTo>
                  <a:cubicBezTo>
                    <a:pt x="1016" y="18077"/>
                    <a:pt x="1109" y="18032"/>
                    <a:pt x="1149" y="17943"/>
                  </a:cubicBezTo>
                  <a:cubicBezTo>
                    <a:pt x="1967" y="17994"/>
                    <a:pt x="2792" y="18014"/>
                    <a:pt x="3618" y="18014"/>
                  </a:cubicBezTo>
                  <a:cubicBezTo>
                    <a:pt x="5687" y="18014"/>
                    <a:pt x="7771" y="17886"/>
                    <a:pt x="9821" y="17787"/>
                  </a:cubicBezTo>
                  <a:cubicBezTo>
                    <a:pt x="10253" y="18444"/>
                    <a:pt x="10941" y="18754"/>
                    <a:pt x="11636" y="18754"/>
                  </a:cubicBezTo>
                  <a:cubicBezTo>
                    <a:pt x="12374" y="18754"/>
                    <a:pt x="13119" y="18404"/>
                    <a:pt x="13574" y="17748"/>
                  </a:cubicBezTo>
                  <a:cubicBezTo>
                    <a:pt x="14282" y="17755"/>
                    <a:pt x="14992" y="17760"/>
                    <a:pt x="15703" y="17760"/>
                  </a:cubicBezTo>
                  <a:cubicBezTo>
                    <a:pt x="18006" y="17760"/>
                    <a:pt x="20320" y="17712"/>
                    <a:pt x="22608" y="17562"/>
                  </a:cubicBezTo>
                  <a:cubicBezTo>
                    <a:pt x="22802" y="17549"/>
                    <a:pt x="22880" y="17377"/>
                    <a:pt x="22844" y="17234"/>
                  </a:cubicBezTo>
                  <a:lnTo>
                    <a:pt x="22652" y="17058"/>
                  </a:lnTo>
                  <a:cubicBezTo>
                    <a:pt x="22637" y="17054"/>
                    <a:pt x="22627" y="17046"/>
                    <a:pt x="22608" y="17046"/>
                  </a:cubicBezTo>
                  <a:cubicBezTo>
                    <a:pt x="22158" y="17038"/>
                    <a:pt x="21708" y="17035"/>
                    <a:pt x="21257" y="17035"/>
                  </a:cubicBezTo>
                  <a:cubicBezTo>
                    <a:pt x="18760" y="17035"/>
                    <a:pt x="16245" y="17144"/>
                    <a:pt x="13759" y="17292"/>
                  </a:cubicBezTo>
                  <a:cubicBezTo>
                    <a:pt x="13729" y="17167"/>
                    <a:pt x="13609" y="17078"/>
                    <a:pt x="13490" y="17078"/>
                  </a:cubicBezTo>
                  <a:cubicBezTo>
                    <a:pt x="13412" y="17078"/>
                    <a:pt x="13335" y="17116"/>
                    <a:pt x="13283" y="17207"/>
                  </a:cubicBezTo>
                  <a:cubicBezTo>
                    <a:pt x="12886" y="17910"/>
                    <a:pt x="12269" y="18244"/>
                    <a:pt x="11634" y="18244"/>
                  </a:cubicBezTo>
                  <a:cubicBezTo>
                    <a:pt x="11125" y="18244"/>
                    <a:pt x="10603" y="18030"/>
                    <a:pt x="10173" y="17620"/>
                  </a:cubicBezTo>
                  <a:cubicBezTo>
                    <a:pt x="10229" y="17474"/>
                    <a:pt x="10159" y="17278"/>
                    <a:pt x="9961" y="17278"/>
                  </a:cubicBezTo>
                  <a:cubicBezTo>
                    <a:pt x="9957" y="17278"/>
                    <a:pt x="9953" y="17278"/>
                    <a:pt x="9948" y="17279"/>
                  </a:cubicBezTo>
                  <a:cubicBezTo>
                    <a:pt x="7032" y="17396"/>
                    <a:pt x="4071" y="17357"/>
                    <a:pt x="1161" y="17617"/>
                  </a:cubicBezTo>
                  <a:cubicBezTo>
                    <a:pt x="829" y="12770"/>
                    <a:pt x="822" y="7927"/>
                    <a:pt x="634" y="3077"/>
                  </a:cubicBezTo>
                  <a:cubicBezTo>
                    <a:pt x="967" y="2966"/>
                    <a:pt x="1291" y="2931"/>
                    <a:pt x="1640" y="2931"/>
                  </a:cubicBezTo>
                  <a:cubicBezTo>
                    <a:pt x="1669" y="6411"/>
                    <a:pt x="1584" y="9887"/>
                    <a:pt x="1561" y="13371"/>
                  </a:cubicBezTo>
                  <a:cubicBezTo>
                    <a:pt x="1541" y="13404"/>
                    <a:pt x="1529" y="13443"/>
                    <a:pt x="1541" y="13492"/>
                  </a:cubicBezTo>
                  <a:cubicBezTo>
                    <a:pt x="1704" y="14382"/>
                    <a:pt x="1701" y="16122"/>
                    <a:pt x="2672" y="16587"/>
                  </a:cubicBezTo>
                  <a:cubicBezTo>
                    <a:pt x="2835" y="16665"/>
                    <a:pt x="3035" y="16692"/>
                    <a:pt x="3246" y="16692"/>
                  </a:cubicBezTo>
                  <a:cubicBezTo>
                    <a:pt x="3645" y="16692"/>
                    <a:pt x="4083" y="16596"/>
                    <a:pt x="4376" y="16563"/>
                  </a:cubicBezTo>
                  <a:cubicBezTo>
                    <a:pt x="5394" y="16450"/>
                    <a:pt x="6412" y="16343"/>
                    <a:pt x="7433" y="16264"/>
                  </a:cubicBezTo>
                  <a:cubicBezTo>
                    <a:pt x="9131" y="16132"/>
                    <a:pt x="10831" y="16068"/>
                    <a:pt x="12532" y="16068"/>
                  </a:cubicBezTo>
                  <a:cubicBezTo>
                    <a:pt x="14939" y="16068"/>
                    <a:pt x="17346" y="16196"/>
                    <a:pt x="19744" y="16438"/>
                  </a:cubicBezTo>
                  <a:cubicBezTo>
                    <a:pt x="19768" y="16497"/>
                    <a:pt x="19815" y="16538"/>
                    <a:pt x="19891" y="16538"/>
                  </a:cubicBezTo>
                  <a:cubicBezTo>
                    <a:pt x="19894" y="16538"/>
                    <a:pt x="19897" y="16538"/>
                    <a:pt x="19900" y="16538"/>
                  </a:cubicBezTo>
                  <a:cubicBezTo>
                    <a:pt x="21060" y="16450"/>
                    <a:pt x="22146" y="15203"/>
                    <a:pt x="21818" y="14008"/>
                  </a:cubicBezTo>
                  <a:cubicBezTo>
                    <a:pt x="21798" y="13934"/>
                    <a:pt x="21752" y="13888"/>
                    <a:pt x="21694" y="13862"/>
                  </a:cubicBezTo>
                  <a:cubicBezTo>
                    <a:pt x="21826" y="11695"/>
                    <a:pt x="21859" y="9525"/>
                    <a:pt x="21901" y="7354"/>
                  </a:cubicBezTo>
                  <a:cubicBezTo>
                    <a:pt x="21922" y="6116"/>
                    <a:pt x="22142" y="4621"/>
                    <a:pt x="22100" y="3255"/>
                  </a:cubicBezTo>
                  <a:cubicBezTo>
                    <a:pt x="22107" y="3252"/>
                    <a:pt x="22110" y="3252"/>
                    <a:pt x="22114" y="3248"/>
                  </a:cubicBezTo>
                  <a:cubicBezTo>
                    <a:pt x="22145" y="3230"/>
                    <a:pt x="22181" y="3223"/>
                    <a:pt x="22220" y="3223"/>
                  </a:cubicBezTo>
                  <a:cubicBezTo>
                    <a:pt x="22372" y="3223"/>
                    <a:pt x="22561" y="3342"/>
                    <a:pt x="22652" y="3430"/>
                  </a:cubicBezTo>
                  <a:lnTo>
                    <a:pt x="22858" y="3437"/>
                  </a:lnTo>
                  <a:cubicBezTo>
                    <a:pt x="22900" y="3398"/>
                    <a:pt x="22922" y="3340"/>
                    <a:pt x="22880" y="3284"/>
                  </a:cubicBezTo>
                  <a:lnTo>
                    <a:pt x="22878" y="3284"/>
                  </a:lnTo>
                  <a:cubicBezTo>
                    <a:pt x="22783" y="3160"/>
                    <a:pt x="22672" y="3041"/>
                    <a:pt x="22530" y="2966"/>
                  </a:cubicBezTo>
                  <a:cubicBezTo>
                    <a:pt x="22380" y="2888"/>
                    <a:pt x="22238" y="2885"/>
                    <a:pt x="22081" y="2849"/>
                  </a:cubicBezTo>
                  <a:cubicBezTo>
                    <a:pt x="22049" y="2440"/>
                    <a:pt x="21996" y="2049"/>
                    <a:pt x="21893" y="1682"/>
                  </a:cubicBezTo>
                  <a:cubicBezTo>
                    <a:pt x="21862" y="1558"/>
                    <a:pt x="21747" y="1483"/>
                    <a:pt x="21623" y="1473"/>
                  </a:cubicBezTo>
                  <a:cubicBezTo>
                    <a:pt x="21594" y="1431"/>
                    <a:pt x="21555" y="1395"/>
                    <a:pt x="21499" y="1373"/>
                  </a:cubicBezTo>
                  <a:cubicBezTo>
                    <a:pt x="20221" y="890"/>
                    <a:pt x="18891" y="648"/>
                    <a:pt x="17568" y="648"/>
                  </a:cubicBezTo>
                  <a:cubicBezTo>
                    <a:pt x="15806" y="648"/>
                    <a:pt x="14056" y="1078"/>
                    <a:pt x="12458" y="1945"/>
                  </a:cubicBezTo>
                  <a:cubicBezTo>
                    <a:pt x="12425" y="1925"/>
                    <a:pt x="12390" y="1910"/>
                    <a:pt x="12354" y="1903"/>
                  </a:cubicBezTo>
                  <a:cubicBezTo>
                    <a:pt x="12379" y="1825"/>
                    <a:pt x="12364" y="1743"/>
                    <a:pt x="12279" y="1675"/>
                  </a:cubicBezTo>
                  <a:cubicBezTo>
                    <a:pt x="10736" y="464"/>
                    <a:pt x="8981" y="0"/>
                    <a:pt x="7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-1656550" y="122150"/>
              <a:ext cx="550500" cy="382825"/>
            </a:xfrm>
            <a:custGeom>
              <a:avLst/>
              <a:gdLst/>
              <a:ahLst/>
              <a:cxnLst/>
              <a:rect l="l" t="t" r="r" b="b"/>
              <a:pathLst>
                <a:path w="22020" h="15313" extrusionOk="0">
                  <a:moveTo>
                    <a:pt x="1007" y="0"/>
                  </a:moveTo>
                  <a:cubicBezTo>
                    <a:pt x="658" y="0"/>
                    <a:pt x="336" y="36"/>
                    <a:pt x="1" y="146"/>
                  </a:cubicBezTo>
                  <a:cubicBezTo>
                    <a:pt x="189" y="4995"/>
                    <a:pt x="196" y="9838"/>
                    <a:pt x="528" y="14685"/>
                  </a:cubicBezTo>
                  <a:cubicBezTo>
                    <a:pt x="3438" y="14425"/>
                    <a:pt x="6399" y="14464"/>
                    <a:pt x="9315" y="14347"/>
                  </a:cubicBezTo>
                  <a:cubicBezTo>
                    <a:pt x="9319" y="14347"/>
                    <a:pt x="9322" y="14346"/>
                    <a:pt x="9326" y="14346"/>
                  </a:cubicBezTo>
                  <a:cubicBezTo>
                    <a:pt x="9525" y="14346"/>
                    <a:pt x="9596" y="14541"/>
                    <a:pt x="9540" y="14688"/>
                  </a:cubicBezTo>
                  <a:cubicBezTo>
                    <a:pt x="9971" y="15098"/>
                    <a:pt x="10492" y="15312"/>
                    <a:pt x="11002" y="15312"/>
                  </a:cubicBezTo>
                  <a:cubicBezTo>
                    <a:pt x="11637" y="15312"/>
                    <a:pt x="12253" y="14979"/>
                    <a:pt x="12650" y="14275"/>
                  </a:cubicBezTo>
                  <a:cubicBezTo>
                    <a:pt x="12702" y="14184"/>
                    <a:pt x="12779" y="14146"/>
                    <a:pt x="12857" y="14146"/>
                  </a:cubicBezTo>
                  <a:cubicBezTo>
                    <a:pt x="12976" y="14146"/>
                    <a:pt x="13096" y="14236"/>
                    <a:pt x="13126" y="14360"/>
                  </a:cubicBezTo>
                  <a:cubicBezTo>
                    <a:pt x="15602" y="14213"/>
                    <a:pt x="18105" y="14104"/>
                    <a:pt x="20591" y="14104"/>
                  </a:cubicBezTo>
                  <a:cubicBezTo>
                    <a:pt x="21053" y="14104"/>
                    <a:pt x="21515" y="14108"/>
                    <a:pt x="21977" y="14116"/>
                  </a:cubicBezTo>
                  <a:cubicBezTo>
                    <a:pt x="21994" y="14116"/>
                    <a:pt x="22004" y="14122"/>
                    <a:pt x="22019" y="14126"/>
                  </a:cubicBezTo>
                  <a:cubicBezTo>
                    <a:pt x="21730" y="9678"/>
                    <a:pt x="21859" y="5183"/>
                    <a:pt x="21827" y="726"/>
                  </a:cubicBezTo>
                  <a:cubicBezTo>
                    <a:pt x="21824" y="590"/>
                    <a:pt x="21915" y="515"/>
                    <a:pt x="22019" y="498"/>
                  </a:cubicBezTo>
                  <a:cubicBezTo>
                    <a:pt x="21928" y="410"/>
                    <a:pt x="21740" y="291"/>
                    <a:pt x="21589" y="291"/>
                  </a:cubicBezTo>
                  <a:cubicBezTo>
                    <a:pt x="21550" y="291"/>
                    <a:pt x="21514" y="298"/>
                    <a:pt x="21482" y="316"/>
                  </a:cubicBezTo>
                  <a:cubicBezTo>
                    <a:pt x="21477" y="320"/>
                    <a:pt x="21474" y="320"/>
                    <a:pt x="21467" y="323"/>
                  </a:cubicBezTo>
                  <a:cubicBezTo>
                    <a:pt x="21509" y="1691"/>
                    <a:pt x="21290" y="3184"/>
                    <a:pt x="21268" y="4422"/>
                  </a:cubicBezTo>
                  <a:cubicBezTo>
                    <a:pt x="21226" y="6593"/>
                    <a:pt x="21193" y="8763"/>
                    <a:pt x="21061" y="10930"/>
                  </a:cubicBezTo>
                  <a:cubicBezTo>
                    <a:pt x="21119" y="10956"/>
                    <a:pt x="21165" y="11002"/>
                    <a:pt x="21187" y="11076"/>
                  </a:cubicBezTo>
                  <a:cubicBezTo>
                    <a:pt x="21513" y="12272"/>
                    <a:pt x="20429" y="13518"/>
                    <a:pt x="19269" y="13606"/>
                  </a:cubicBezTo>
                  <a:cubicBezTo>
                    <a:pt x="19266" y="13606"/>
                    <a:pt x="19263" y="13606"/>
                    <a:pt x="19260" y="13606"/>
                  </a:cubicBezTo>
                  <a:cubicBezTo>
                    <a:pt x="19183" y="13606"/>
                    <a:pt x="19135" y="13565"/>
                    <a:pt x="19112" y="13507"/>
                  </a:cubicBezTo>
                  <a:cubicBezTo>
                    <a:pt x="16709" y="13265"/>
                    <a:pt x="14298" y="13136"/>
                    <a:pt x="11885" y="13136"/>
                  </a:cubicBezTo>
                  <a:cubicBezTo>
                    <a:pt x="10189" y="13136"/>
                    <a:pt x="8493" y="13200"/>
                    <a:pt x="6800" y="13332"/>
                  </a:cubicBezTo>
                  <a:cubicBezTo>
                    <a:pt x="5779" y="13411"/>
                    <a:pt x="4761" y="13518"/>
                    <a:pt x="3743" y="13631"/>
                  </a:cubicBezTo>
                  <a:cubicBezTo>
                    <a:pt x="3449" y="13664"/>
                    <a:pt x="3010" y="13761"/>
                    <a:pt x="2610" y="13761"/>
                  </a:cubicBezTo>
                  <a:cubicBezTo>
                    <a:pt x="2400" y="13761"/>
                    <a:pt x="2201" y="13734"/>
                    <a:pt x="2039" y="13657"/>
                  </a:cubicBezTo>
                  <a:cubicBezTo>
                    <a:pt x="1068" y="13190"/>
                    <a:pt x="1071" y="11450"/>
                    <a:pt x="908" y="10560"/>
                  </a:cubicBezTo>
                  <a:cubicBezTo>
                    <a:pt x="896" y="10511"/>
                    <a:pt x="908" y="10472"/>
                    <a:pt x="928" y="10439"/>
                  </a:cubicBezTo>
                  <a:cubicBezTo>
                    <a:pt x="951" y="6957"/>
                    <a:pt x="1036" y="3479"/>
                    <a:pt x="10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-1361675" y="79050"/>
              <a:ext cx="228725" cy="124950"/>
            </a:xfrm>
            <a:custGeom>
              <a:avLst/>
              <a:gdLst/>
              <a:ahLst/>
              <a:cxnLst/>
              <a:rect l="l" t="t" r="r" b="b"/>
              <a:pathLst>
                <a:path w="9149" h="4998" extrusionOk="0">
                  <a:moveTo>
                    <a:pt x="4749" y="1688"/>
                  </a:moveTo>
                  <a:cubicBezTo>
                    <a:pt x="5738" y="1688"/>
                    <a:pt x="6730" y="1869"/>
                    <a:pt x="7672" y="2239"/>
                  </a:cubicBezTo>
                  <a:cubicBezTo>
                    <a:pt x="7932" y="2341"/>
                    <a:pt x="7862" y="2732"/>
                    <a:pt x="7626" y="2732"/>
                  </a:cubicBezTo>
                  <a:cubicBezTo>
                    <a:pt x="7599" y="2732"/>
                    <a:pt x="7570" y="2727"/>
                    <a:pt x="7540" y="2716"/>
                  </a:cubicBezTo>
                  <a:cubicBezTo>
                    <a:pt x="6530" y="2367"/>
                    <a:pt x="5530" y="2190"/>
                    <a:pt x="4538" y="2190"/>
                  </a:cubicBezTo>
                  <a:cubicBezTo>
                    <a:pt x="3315" y="2190"/>
                    <a:pt x="2104" y="2460"/>
                    <a:pt x="901" y="3009"/>
                  </a:cubicBezTo>
                  <a:cubicBezTo>
                    <a:pt x="876" y="3020"/>
                    <a:pt x="852" y="3025"/>
                    <a:pt x="829" y="3025"/>
                  </a:cubicBezTo>
                  <a:cubicBezTo>
                    <a:pt x="683" y="3025"/>
                    <a:pt x="588" y="2827"/>
                    <a:pt x="745" y="2742"/>
                  </a:cubicBezTo>
                  <a:cubicBezTo>
                    <a:pt x="1979" y="2045"/>
                    <a:pt x="3361" y="1688"/>
                    <a:pt x="4749" y="1688"/>
                  </a:cubicBezTo>
                  <a:close/>
                  <a:moveTo>
                    <a:pt x="5055" y="0"/>
                  </a:moveTo>
                  <a:cubicBezTo>
                    <a:pt x="3405" y="0"/>
                    <a:pt x="1770" y="364"/>
                    <a:pt x="160" y="1075"/>
                  </a:cubicBezTo>
                  <a:cubicBezTo>
                    <a:pt x="150" y="1079"/>
                    <a:pt x="135" y="1079"/>
                    <a:pt x="125" y="1082"/>
                  </a:cubicBezTo>
                  <a:cubicBezTo>
                    <a:pt x="86" y="2378"/>
                    <a:pt x="47" y="3676"/>
                    <a:pt x="1" y="4979"/>
                  </a:cubicBezTo>
                  <a:lnTo>
                    <a:pt x="442" y="4998"/>
                  </a:lnTo>
                  <a:cubicBezTo>
                    <a:pt x="446" y="4972"/>
                    <a:pt x="463" y="4947"/>
                    <a:pt x="488" y="4930"/>
                  </a:cubicBezTo>
                  <a:cubicBezTo>
                    <a:pt x="1874" y="3966"/>
                    <a:pt x="3473" y="3491"/>
                    <a:pt x="5093" y="3491"/>
                  </a:cubicBezTo>
                  <a:cubicBezTo>
                    <a:pt x="6111" y="3491"/>
                    <a:pt x="7137" y="3678"/>
                    <a:pt x="8124" y="4050"/>
                  </a:cubicBezTo>
                  <a:cubicBezTo>
                    <a:pt x="8231" y="4089"/>
                    <a:pt x="8277" y="4186"/>
                    <a:pt x="8277" y="4274"/>
                  </a:cubicBezTo>
                  <a:lnTo>
                    <a:pt x="8928" y="4283"/>
                  </a:lnTo>
                  <a:cubicBezTo>
                    <a:pt x="8928" y="4079"/>
                    <a:pt x="8931" y="3880"/>
                    <a:pt x="8935" y="3678"/>
                  </a:cubicBezTo>
                  <a:cubicBezTo>
                    <a:pt x="8947" y="2980"/>
                    <a:pt x="8690" y="1410"/>
                    <a:pt x="9149" y="831"/>
                  </a:cubicBezTo>
                  <a:lnTo>
                    <a:pt x="9149" y="831"/>
                  </a:lnTo>
                  <a:cubicBezTo>
                    <a:pt x="9098" y="895"/>
                    <a:pt x="9038" y="921"/>
                    <a:pt x="8978" y="921"/>
                  </a:cubicBezTo>
                  <a:cubicBezTo>
                    <a:pt x="8832" y="921"/>
                    <a:pt x="8692" y="761"/>
                    <a:pt x="8712" y="596"/>
                  </a:cubicBezTo>
                  <a:lnTo>
                    <a:pt x="8710" y="595"/>
                  </a:lnTo>
                  <a:cubicBezTo>
                    <a:pt x="7487" y="197"/>
                    <a:pt x="6267" y="0"/>
                    <a:pt x="50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-1374925" y="177225"/>
              <a:ext cx="236450" cy="237600"/>
            </a:xfrm>
            <a:custGeom>
              <a:avLst/>
              <a:gdLst/>
              <a:ahLst/>
              <a:cxnLst/>
              <a:rect l="l" t="t" r="r" b="b"/>
              <a:pathLst>
                <a:path w="9458" h="9504" extrusionOk="0">
                  <a:moveTo>
                    <a:pt x="5812" y="1508"/>
                  </a:moveTo>
                  <a:cubicBezTo>
                    <a:pt x="6524" y="1508"/>
                    <a:pt x="7239" y="1618"/>
                    <a:pt x="7932" y="1842"/>
                  </a:cubicBezTo>
                  <a:cubicBezTo>
                    <a:pt x="8171" y="1920"/>
                    <a:pt x="8101" y="2268"/>
                    <a:pt x="7882" y="2268"/>
                  </a:cubicBezTo>
                  <a:cubicBezTo>
                    <a:pt x="7862" y="2268"/>
                    <a:pt x="7841" y="2265"/>
                    <a:pt x="7819" y="2258"/>
                  </a:cubicBezTo>
                  <a:cubicBezTo>
                    <a:pt x="7105" y="2056"/>
                    <a:pt x="6404" y="1955"/>
                    <a:pt x="5719" y="1955"/>
                  </a:cubicBezTo>
                  <a:cubicBezTo>
                    <a:pt x="4191" y="1955"/>
                    <a:pt x="2743" y="2456"/>
                    <a:pt x="1421" y="3448"/>
                  </a:cubicBezTo>
                  <a:cubicBezTo>
                    <a:pt x="1396" y="3465"/>
                    <a:pt x="1371" y="3473"/>
                    <a:pt x="1346" y="3473"/>
                  </a:cubicBezTo>
                  <a:cubicBezTo>
                    <a:pt x="1231" y="3473"/>
                    <a:pt x="1133" y="3302"/>
                    <a:pt x="1239" y="3211"/>
                  </a:cubicBezTo>
                  <a:cubicBezTo>
                    <a:pt x="2516" y="2101"/>
                    <a:pt x="4153" y="1508"/>
                    <a:pt x="5812" y="1508"/>
                  </a:cubicBezTo>
                  <a:close/>
                  <a:moveTo>
                    <a:pt x="5825" y="3884"/>
                  </a:moveTo>
                  <a:cubicBezTo>
                    <a:pt x="6698" y="3884"/>
                    <a:pt x="7865" y="3925"/>
                    <a:pt x="8189" y="4784"/>
                  </a:cubicBezTo>
                  <a:cubicBezTo>
                    <a:pt x="8245" y="4935"/>
                    <a:pt x="8096" y="5056"/>
                    <a:pt x="7961" y="5056"/>
                  </a:cubicBezTo>
                  <a:cubicBezTo>
                    <a:pt x="7892" y="5056"/>
                    <a:pt x="7826" y="5024"/>
                    <a:pt x="7793" y="4948"/>
                  </a:cubicBezTo>
                  <a:cubicBezTo>
                    <a:pt x="7553" y="4414"/>
                    <a:pt x="6659" y="4277"/>
                    <a:pt x="5788" y="4277"/>
                  </a:cubicBezTo>
                  <a:cubicBezTo>
                    <a:pt x="5152" y="4277"/>
                    <a:pt x="4529" y="4350"/>
                    <a:pt x="4181" y="4394"/>
                  </a:cubicBezTo>
                  <a:cubicBezTo>
                    <a:pt x="3135" y="4521"/>
                    <a:pt x="2179" y="4837"/>
                    <a:pt x="1210" y="5233"/>
                  </a:cubicBezTo>
                  <a:cubicBezTo>
                    <a:pt x="1195" y="5239"/>
                    <a:pt x="1180" y="5242"/>
                    <a:pt x="1167" y="5242"/>
                  </a:cubicBezTo>
                  <a:cubicBezTo>
                    <a:pt x="1051" y="5242"/>
                    <a:pt x="993" y="5050"/>
                    <a:pt x="1107" y="4987"/>
                  </a:cubicBezTo>
                  <a:cubicBezTo>
                    <a:pt x="2449" y="4261"/>
                    <a:pt x="3964" y="3884"/>
                    <a:pt x="5491" y="3884"/>
                  </a:cubicBezTo>
                  <a:cubicBezTo>
                    <a:pt x="5513" y="3884"/>
                    <a:pt x="5536" y="3884"/>
                    <a:pt x="5559" y="3884"/>
                  </a:cubicBezTo>
                  <a:cubicBezTo>
                    <a:pt x="5643" y="3884"/>
                    <a:pt x="5732" y="3884"/>
                    <a:pt x="5825" y="3884"/>
                  </a:cubicBezTo>
                  <a:close/>
                  <a:moveTo>
                    <a:pt x="4421" y="5869"/>
                  </a:moveTo>
                  <a:cubicBezTo>
                    <a:pt x="5673" y="5869"/>
                    <a:pt x="6925" y="6199"/>
                    <a:pt x="8056" y="6852"/>
                  </a:cubicBezTo>
                  <a:cubicBezTo>
                    <a:pt x="8256" y="6965"/>
                    <a:pt x="8135" y="7240"/>
                    <a:pt x="7949" y="7240"/>
                  </a:cubicBezTo>
                  <a:cubicBezTo>
                    <a:pt x="7916" y="7240"/>
                    <a:pt x="7881" y="7232"/>
                    <a:pt x="7846" y="7212"/>
                  </a:cubicBezTo>
                  <a:cubicBezTo>
                    <a:pt x="6722" y="6586"/>
                    <a:pt x="5535" y="6274"/>
                    <a:pt x="4342" y="6274"/>
                  </a:cubicBezTo>
                  <a:cubicBezTo>
                    <a:pt x="3257" y="6274"/>
                    <a:pt x="2168" y="6532"/>
                    <a:pt x="1118" y="7047"/>
                  </a:cubicBezTo>
                  <a:cubicBezTo>
                    <a:pt x="1092" y="7060"/>
                    <a:pt x="1067" y="7066"/>
                    <a:pt x="1042" y="7066"/>
                  </a:cubicBezTo>
                  <a:cubicBezTo>
                    <a:pt x="894" y="7066"/>
                    <a:pt x="795" y="6856"/>
                    <a:pt x="954" y="6767"/>
                  </a:cubicBezTo>
                  <a:cubicBezTo>
                    <a:pt x="2041" y="6167"/>
                    <a:pt x="3232" y="5869"/>
                    <a:pt x="4421" y="5869"/>
                  </a:cubicBezTo>
                  <a:close/>
                  <a:moveTo>
                    <a:pt x="5491" y="1"/>
                  </a:moveTo>
                  <a:cubicBezTo>
                    <a:pt x="3996" y="1"/>
                    <a:pt x="2523" y="408"/>
                    <a:pt x="1129" y="1188"/>
                  </a:cubicBezTo>
                  <a:cubicBezTo>
                    <a:pt x="1109" y="1199"/>
                    <a:pt x="1090" y="1204"/>
                    <a:pt x="1072" y="1204"/>
                  </a:cubicBezTo>
                  <a:cubicBezTo>
                    <a:pt x="1003" y="1204"/>
                    <a:pt x="955" y="1133"/>
                    <a:pt x="972" y="1071"/>
                  </a:cubicBezTo>
                  <a:lnTo>
                    <a:pt x="531" y="1052"/>
                  </a:lnTo>
                  <a:cubicBezTo>
                    <a:pt x="427" y="3874"/>
                    <a:pt x="281" y="6702"/>
                    <a:pt x="1" y="9504"/>
                  </a:cubicBezTo>
                  <a:cubicBezTo>
                    <a:pt x="796" y="8016"/>
                    <a:pt x="2346" y="7558"/>
                    <a:pt x="4052" y="7558"/>
                  </a:cubicBezTo>
                  <a:cubicBezTo>
                    <a:pt x="5909" y="7558"/>
                    <a:pt x="7950" y="8100"/>
                    <a:pt x="9405" y="8447"/>
                  </a:cubicBezTo>
                  <a:cubicBezTo>
                    <a:pt x="9415" y="8450"/>
                    <a:pt x="9419" y="8454"/>
                    <a:pt x="9426" y="8457"/>
                  </a:cubicBezTo>
                  <a:cubicBezTo>
                    <a:pt x="9380" y="6611"/>
                    <a:pt x="9398" y="4767"/>
                    <a:pt x="9422" y="2924"/>
                  </a:cubicBezTo>
                  <a:cubicBezTo>
                    <a:pt x="9434" y="2070"/>
                    <a:pt x="9444" y="1212"/>
                    <a:pt x="9458" y="356"/>
                  </a:cubicBezTo>
                  <a:lnTo>
                    <a:pt x="8807" y="347"/>
                  </a:lnTo>
                  <a:cubicBezTo>
                    <a:pt x="8807" y="465"/>
                    <a:pt x="8732" y="581"/>
                    <a:pt x="8610" y="581"/>
                  </a:cubicBezTo>
                  <a:cubicBezTo>
                    <a:pt x="8585" y="581"/>
                    <a:pt x="8558" y="576"/>
                    <a:pt x="8529" y="565"/>
                  </a:cubicBezTo>
                  <a:cubicBezTo>
                    <a:pt x="7517" y="185"/>
                    <a:pt x="6499" y="1"/>
                    <a:pt x="54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-1373950" y="379675"/>
              <a:ext cx="235150" cy="70825"/>
            </a:xfrm>
            <a:custGeom>
              <a:avLst/>
              <a:gdLst/>
              <a:ahLst/>
              <a:cxnLst/>
              <a:rect l="l" t="t" r="r" b="b"/>
              <a:pathLst>
                <a:path w="9406" h="2833" extrusionOk="0">
                  <a:moveTo>
                    <a:pt x="4044" y="1"/>
                  </a:moveTo>
                  <a:cubicBezTo>
                    <a:pt x="2376" y="1"/>
                    <a:pt x="882" y="529"/>
                    <a:pt x="1" y="2355"/>
                  </a:cubicBezTo>
                  <a:cubicBezTo>
                    <a:pt x="235" y="2353"/>
                    <a:pt x="469" y="2352"/>
                    <a:pt x="703" y="2352"/>
                  </a:cubicBezTo>
                  <a:cubicBezTo>
                    <a:pt x="3176" y="2352"/>
                    <a:pt x="5646" y="2490"/>
                    <a:pt x="8111" y="2746"/>
                  </a:cubicBezTo>
                  <a:cubicBezTo>
                    <a:pt x="8180" y="2753"/>
                    <a:pt x="8235" y="2789"/>
                    <a:pt x="8274" y="2833"/>
                  </a:cubicBezTo>
                  <a:cubicBezTo>
                    <a:pt x="9047" y="2479"/>
                    <a:pt x="9405" y="1722"/>
                    <a:pt x="9405" y="850"/>
                  </a:cubicBezTo>
                  <a:cubicBezTo>
                    <a:pt x="9402" y="840"/>
                    <a:pt x="9398" y="832"/>
                    <a:pt x="9398" y="818"/>
                  </a:cubicBezTo>
                  <a:lnTo>
                    <a:pt x="9398" y="808"/>
                  </a:lnTo>
                  <a:cubicBezTo>
                    <a:pt x="9360" y="823"/>
                    <a:pt x="9322" y="836"/>
                    <a:pt x="9278" y="836"/>
                  </a:cubicBezTo>
                  <a:cubicBezTo>
                    <a:pt x="9264" y="836"/>
                    <a:pt x="9249" y="834"/>
                    <a:pt x="9234" y="832"/>
                  </a:cubicBezTo>
                  <a:cubicBezTo>
                    <a:pt x="7633" y="552"/>
                    <a:pt x="5748" y="1"/>
                    <a:pt x="4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-1351075" y="166300"/>
              <a:ext cx="196350" cy="41025"/>
            </a:xfrm>
            <a:custGeom>
              <a:avLst/>
              <a:gdLst/>
              <a:ahLst/>
              <a:cxnLst/>
              <a:rect l="l" t="t" r="r" b="b"/>
              <a:pathLst>
                <a:path w="7854" h="1641" extrusionOk="0">
                  <a:moveTo>
                    <a:pt x="4669" y="1"/>
                  </a:moveTo>
                  <a:cubicBezTo>
                    <a:pt x="3049" y="1"/>
                    <a:pt x="1450" y="476"/>
                    <a:pt x="64" y="1440"/>
                  </a:cubicBezTo>
                  <a:cubicBezTo>
                    <a:pt x="40" y="1457"/>
                    <a:pt x="22" y="1482"/>
                    <a:pt x="18" y="1508"/>
                  </a:cubicBezTo>
                  <a:cubicBezTo>
                    <a:pt x="1" y="1570"/>
                    <a:pt x="50" y="1641"/>
                    <a:pt x="118" y="1641"/>
                  </a:cubicBezTo>
                  <a:cubicBezTo>
                    <a:pt x="136" y="1641"/>
                    <a:pt x="155" y="1636"/>
                    <a:pt x="175" y="1625"/>
                  </a:cubicBezTo>
                  <a:cubicBezTo>
                    <a:pt x="1569" y="845"/>
                    <a:pt x="3042" y="438"/>
                    <a:pt x="4538" y="438"/>
                  </a:cubicBezTo>
                  <a:cubicBezTo>
                    <a:pt x="5545" y="438"/>
                    <a:pt x="6564" y="622"/>
                    <a:pt x="7576" y="1002"/>
                  </a:cubicBezTo>
                  <a:cubicBezTo>
                    <a:pt x="7605" y="1013"/>
                    <a:pt x="7632" y="1018"/>
                    <a:pt x="7657" y="1018"/>
                  </a:cubicBezTo>
                  <a:cubicBezTo>
                    <a:pt x="7778" y="1018"/>
                    <a:pt x="7853" y="902"/>
                    <a:pt x="7853" y="784"/>
                  </a:cubicBezTo>
                  <a:cubicBezTo>
                    <a:pt x="7853" y="696"/>
                    <a:pt x="7807" y="599"/>
                    <a:pt x="7700" y="560"/>
                  </a:cubicBezTo>
                  <a:cubicBezTo>
                    <a:pt x="6713" y="188"/>
                    <a:pt x="5687" y="1"/>
                    <a:pt x="4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-1347000" y="121225"/>
              <a:ext cx="183600" cy="33450"/>
            </a:xfrm>
            <a:custGeom>
              <a:avLst/>
              <a:gdLst/>
              <a:ahLst/>
              <a:cxnLst/>
              <a:rect l="l" t="t" r="r" b="b"/>
              <a:pathLst>
                <a:path w="7344" h="1338" extrusionOk="0">
                  <a:moveTo>
                    <a:pt x="4162" y="1"/>
                  </a:moveTo>
                  <a:cubicBezTo>
                    <a:pt x="2774" y="1"/>
                    <a:pt x="1392" y="358"/>
                    <a:pt x="158" y="1055"/>
                  </a:cubicBezTo>
                  <a:cubicBezTo>
                    <a:pt x="1" y="1140"/>
                    <a:pt x="96" y="1338"/>
                    <a:pt x="242" y="1338"/>
                  </a:cubicBezTo>
                  <a:cubicBezTo>
                    <a:pt x="265" y="1338"/>
                    <a:pt x="289" y="1333"/>
                    <a:pt x="314" y="1322"/>
                  </a:cubicBezTo>
                  <a:cubicBezTo>
                    <a:pt x="1517" y="773"/>
                    <a:pt x="2728" y="503"/>
                    <a:pt x="3952" y="503"/>
                  </a:cubicBezTo>
                  <a:cubicBezTo>
                    <a:pt x="4944" y="503"/>
                    <a:pt x="5944" y="680"/>
                    <a:pt x="6953" y="1029"/>
                  </a:cubicBezTo>
                  <a:cubicBezTo>
                    <a:pt x="6983" y="1040"/>
                    <a:pt x="7012" y="1045"/>
                    <a:pt x="7039" y="1045"/>
                  </a:cubicBezTo>
                  <a:cubicBezTo>
                    <a:pt x="7275" y="1045"/>
                    <a:pt x="7344" y="654"/>
                    <a:pt x="7085" y="552"/>
                  </a:cubicBezTo>
                  <a:cubicBezTo>
                    <a:pt x="6143" y="182"/>
                    <a:pt x="5151" y="1"/>
                    <a:pt x="4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-1350100" y="274325"/>
              <a:ext cx="181300" cy="33975"/>
            </a:xfrm>
            <a:custGeom>
              <a:avLst/>
              <a:gdLst/>
              <a:ahLst/>
              <a:cxnLst/>
              <a:rect l="l" t="t" r="r" b="b"/>
              <a:pathLst>
                <a:path w="7252" h="1359" extrusionOk="0">
                  <a:moveTo>
                    <a:pt x="4498" y="0"/>
                  </a:moveTo>
                  <a:cubicBezTo>
                    <a:pt x="2971" y="0"/>
                    <a:pt x="1456" y="377"/>
                    <a:pt x="114" y="1104"/>
                  </a:cubicBezTo>
                  <a:cubicBezTo>
                    <a:pt x="0" y="1168"/>
                    <a:pt x="58" y="1358"/>
                    <a:pt x="173" y="1358"/>
                  </a:cubicBezTo>
                  <a:cubicBezTo>
                    <a:pt x="187" y="1358"/>
                    <a:pt x="202" y="1355"/>
                    <a:pt x="217" y="1349"/>
                  </a:cubicBezTo>
                  <a:cubicBezTo>
                    <a:pt x="1186" y="955"/>
                    <a:pt x="2142" y="637"/>
                    <a:pt x="3188" y="510"/>
                  </a:cubicBezTo>
                  <a:cubicBezTo>
                    <a:pt x="3535" y="466"/>
                    <a:pt x="4158" y="393"/>
                    <a:pt x="4794" y="393"/>
                  </a:cubicBezTo>
                  <a:cubicBezTo>
                    <a:pt x="5665" y="393"/>
                    <a:pt x="6559" y="530"/>
                    <a:pt x="6800" y="1065"/>
                  </a:cubicBezTo>
                  <a:cubicBezTo>
                    <a:pt x="6833" y="1141"/>
                    <a:pt x="6898" y="1173"/>
                    <a:pt x="6967" y="1173"/>
                  </a:cubicBezTo>
                  <a:cubicBezTo>
                    <a:pt x="7103" y="1173"/>
                    <a:pt x="7252" y="1051"/>
                    <a:pt x="7194" y="900"/>
                  </a:cubicBezTo>
                  <a:cubicBezTo>
                    <a:pt x="6868" y="30"/>
                    <a:pt x="5676" y="0"/>
                    <a:pt x="4799" y="0"/>
                  </a:cubicBezTo>
                  <a:cubicBezTo>
                    <a:pt x="4734" y="0"/>
                    <a:pt x="4671" y="0"/>
                    <a:pt x="4611" y="0"/>
                  </a:cubicBezTo>
                  <a:cubicBezTo>
                    <a:pt x="4572" y="0"/>
                    <a:pt x="4535" y="0"/>
                    <a:pt x="4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-1355075" y="323950"/>
              <a:ext cx="186550" cy="34300"/>
            </a:xfrm>
            <a:custGeom>
              <a:avLst/>
              <a:gdLst/>
              <a:ahLst/>
              <a:cxnLst/>
              <a:rect l="l" t="t" r="r" b="b"/>
              <a:pathLst>
                <a:path w="7462" h="1372" extrusionOk="0">
                  <a:moveTo>
                    <a:pt x="3627" y="0"/>
                  </a:moveTo>
                  <a:cubicBezTo>
                    <a:pt x="2438" y="0"/>
                    <a:pt x="1247" y="298"/>
                    <a:pt x="160" y="898"/>
                  </a:cubicBezTo>
                  <a:cubicBezTo>
                    <a:pt x="1" y="987"/>
                    <a:pt x="100" y="1197"/>
                    <a:pt x="248" y="1197"/>
                  </a:cubicBezTo>
                  <a:cubicBezTo>
                    <a:pt x="273" y="1197"/>
                    <a:pt x="298" y="1191"/>
                    <a:pt x="324" y="1178"/>
                  </a:cubicBezTo>
                  <a:cubicBezTo>
                    <a:pt x="1374" y="663"/>
                    <a:pt x="2463" y="405"/>
                    <a:pt x="3548" y="405"/>
                  </a:cubicBezTo>
                  <a:cubicBezTo>
                    <a:pt x="4741" y="405"/>
                    <a:pt x="5928" y="717"/>
                    <a:pt x="7052" y="1343"/>
                  </a:cubicBezTo>
                  <a:cubicBezTo>
                    <a:pt x="7087" y="1363"/>
                    <a:pt x="7122" y="1371"/>
                    <a:pt x="7155" y="1371"/>
                  </a:cubicBezTo>
                  <a:cubicBezTo>
                    <a:pt x="7341" y="1371"/>
                    <a:pt x="7462" y="1096"/>
                    <a:pt x="7262" y="983"/>
                  </a:cubicBezTo>
                  <a:cubicBezTo>
                    <a:pt x="6131" y="330"/>
                    <a:pt x="4879" y="0"/>
                    <a:pt x="3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-1346575" y="214925"/>
              <a:ext cx="175925" cy="49150"/>
            </a:xfrm>
            <a:custGeom>
              <a:avLst/>
              <a:gdLst/>
              <a:ahLst/>
              <a:cxnLst/>
              <a:rect l="l" t="t" r="r" b="b"/>
              <a:pathLst>
                <a:path w="7037" h="1966" extrusionOk="0">
                  <a:moveTo>
                    <a:pt x="4679" y="0"/>
                  </a:moveTo>
                  <a:cubicBezTo>
                    <a:pt x="3020" y="0"/>
                    <a:pt x="1382" y="594"/>
                    <a:pt x="105" y="1705"/>
                  </a:cubicBezTo>
                  <a:cubicBezTo>
                    <a:pt x="0" y="1796"/>
                    <a:pt x="97" y="1966"/>
                    <a:pt x="211" y="1966"/>
                  </a:cubicBezTo>
                  <a:cubicBezTo>
                    <a:pt x="236" y="1966"/>
                    <a:pt x="262" y="1958"/>
                    <a:pt x="287" y="1940"/>
                  </a:cubicBezTo>
                  <a:cubicBezTo>
                    <a:pt x="1609" y="949"/>
                    <a:pt x="3059" y="448"/>
                    <a:pt x="4588" y="448"/>
                  </a:cubicBezTo>
                  <a:cubicBezTo>
                    <a:pt x="5272" y="448"/>
                    <a:pt x="5973" y="548"/>
                    <a:pt x="6685" y="750"/>
                  </a:cubicBezTo>
                  <a:cubicBezTo>
                    <a:pt x="6707" y="757"/>
                    <a:pt x="6728" y="760"/>
                    <a:pt x="6748" y="760"/>
                  </a:cubicBezTo>
                  <a:cubicBezTo>
                    <a:pt x="6967" y="760"/>
                    <a:pt x="7037" y="412"/>
                    <a:pt x="6798" y="334"/>
                  </a:cubicBezTo>
                  <a:cubicBezTo>
                    <a:pt x="6106" y="110"/>
                    <a:pt x="5391" y="0"/>
                    <a:pt x="4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-1617675" y="61700"/>
              <a:ext cx="246350" cy="171100"/>
            </a:xfrm>
            <a:custGeom>
              <a:avLst/>
              <a:gdLst/>
              <a:ahLst/>
              <a:cxnLst/>
              <a:rect l="l" t="t" r="r" b="b"/>
              <a:pathLst>
                <a:path w="9854" h="6844" extrusionOk="0">
                  <a:moveTo>
                    <a:pt x="5012" y="1481"/>
                  </a:moveTo>
                  <a:cubicBezTo>
                    <a:pt x="6247" y="1481"/>
                    <a:pt x="7486" y="1775"/>
                    <a:pt x="8622" y="2361"/>
                  </a:cubicBezTo>
                  <a:cubicBezTo>
                    <a:pt x="8837" y="2475"/>
                    <a:pt x="8702" y="2761"/>
                    <a:pt x="8500" y="2761"/>
                  </a:cubicBezTo>
                  <a:cubicBezTo>
                    <a:pt x="8468" y="2761"/>
                    <a:pt x="8435" y="2754"/>
                    <a:pt x="8401" y="2738"/>
                  </a:cubicBezTo>
                  <a:cubicBezTo>
                    <a:pt x="7241" y="2195"/>
                    <a:pt x="6054" y="1925"/>
                    <a:pt x="4868" y="1925"/>
                  </a:cubicBezTo>
                  <a:cubicBezTo>
                    <a:pt x="3632" y="1925"/>
                    <a:pt x="2396" y="2218"/>
                    <a:pt x="1193" y="2799"/>
                  </a:cubicBezTo>
                  <a:cubicBezTo>
                    <a:pt x="1172" y="2809"/>
                    <a:pt x="1151" y="2813"/>
                    <a:pt x="1131" y="2813"/>
                  </a:cubicBezTo>
                  <a:cubicBezTo>
                    <a:pt x="1010" y="2813"/>
                    <a:pt x="932" y="2644"/>
                    <a:pt x="1060" y="2568"/>
                  </a:cubicBezTo>
                  <a:cubicBezTo>
                    <a:pt x="2278" y="1842"/>
                    <a:pt x="3643" y="1481"/>
                    <a:pt x="5012" y="1481"/>
                  </a:cubicBezTo>
                  <a:close/>
                  <a:moveTo>
                    <a:pt x="5536" y="3482"/>
                  </a:moveTo>
                  <a:cubicBezTo>
                    <a:pt x="6527" y="3482"/>
                    <a:pt x="7519" y="3662"/>
                    <a:pt x="8459" y="4044"/>
                  </a:cubicBezTo>
                  <a:cubicBezTo>
                    <a:pt x="8683" y="4138"/>
                    <a:pt x="8629" y="4472"/>
                    <a:pt x="8417" y="4472"/>
                  </a:cubicBezTo>
                  <a:cubicBezTo>
                    <a:pt x="8395" y="4472"/>
                    <a:pt x="8371" y="4468"/>
                    <a:pt x="8345" y="4460"/>
                  </a:cubicBezTo>
                  <a:cubicBezTo>
                    <a:pt x="7302" y="4130"/>
                    <a:pt x="6279" y="3953"/>
                    <a:pt x="5267" y="3953"/>
                  </a:cubicBezTo>
                  <a:cubicBezTo>
                    <a:pt x="4010" y="3953"/>
                    <a:pt x="2771" y="4226"/>
                    <a:pt x="1531" y="4815"/>
                  </a:cubicBezTo>
                  <a:cubicBezTo>
                    <a:pt x="1506" y="4827"/>
                    <a:pt x="1482" y="4832"/>
                    <a:pt x="1459" y="4832"/>
                  </a:cubicBezTo>
                  <a:cubicBezTo>
                    <a:pt x="1320" y="4832"/>
                    <a:pt x="1230" y="4639"/>
                    <a:pt x="1376" y="4561"/>
                  </a:cubicBezTo>
                  <a:cubicBezTo>
                    <a:pt x="2656" y="3862"/>
                    <a:pt x="4096" y="3482"/>
                    <a:pt x="5536" y="3482"/>
                  </a:cubicBezTo>
                  <a:close/>
                  <a:moveTo>
                    <a:pt x="5042" y="0"/>
                  </a:moveTo>
                  <a:cubicBezTo>
                    <a:pt x="3372" y="0"/>
                    <a:pt x="1653" y="404"/>
                    <a:pt x="0" y="842"/>
                  </a:cubicBezTo>
                  <a:cubicBezTo>
                    <a:pt x="39" y="2835"/>
                    <a:pt x="65" y="4837"/>
                    <a:pt x="36" y="6834"/>
                  </a:cubicBezTo>
                  <a:lnTo>
                    <a:pt x="986" y="6844"/>
                  </a:lnTo>
                  <a:cubicBezTo>
                    <a:pt x="992" y="6811"/>
                    <a:pt x="1011" y="6784"/>
                    <a:pt x="1047" y="6762"/>
                  </a:cubicBezTo>
                  <a:cubicBezTo>
                    <a:pt x="2342" y="5870"/>
                    <a:pt x="3904" y="5443"/>
                    <a:pt x="5469" y="5443"/>
                  </a:cubicBezTo>
                  <a:cubicBezTo>
                    <a:pt x="6539" y="5443"/>
                    <a:pt x="7611" y="5642"/>
                    <a:pt x="8600" y="6030"/>
                  </a:cubicBezTo>
                  <a:cubicBezTo>
                    <a:pt x="8703" y="6069"/>
                    <a:pt x="8749" y="6161"/>
                    <a:pt x="8749" y="6249"/>
                  </a:cubicBezTo>
                  <a:lnTo>
                    <a:pt x="9626" y="6293"/>
                  </a:lnTo>
                  <a:cubicBezTo>
                    <a:pt x="9704" y="4737"/>
                    <a:pt x="9779" y="3186"/>
                    <a:pt x="9838" y="1635"/>
                  </a:cubicBezTo>
                  <a:cubicBezTo>
                    <a:pt x="9838" y="1613"/>
                    <a:pt x="9850" y="1596"/>
                    <a:pt x="9853" y="1577"/>
                  </a:cubicBezTo>
                  <a:cubicBezTo>
                    <a:pt x="9809" y="1571"/>
                    <a:pt x="9763" y="1557"/>
                    <a:pt x="9724" y="1525"/>
                  </a:cubicBezTo>
                  <a:cubicBezTo>
                    <a:pt x="8284" y="391"/>
                    <a:pt x="6687" y="0"/>
                    <a:pt x="50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-1623625" y="210250"/>
              <a:ext cx="246600" cy="194600"/>
            </a:xfrm>
            <a:custGeom>
              <a:avLst/>
              <a:gdLst/>
              <a:ahLst/>
              <a:cxnLst/>
              <a:rect l="l" t="t" r="r" b="b"/>
              <a:pathLst>
                <a:path w="9864" h="7784" extrusionOk="0">
                  <a:moveTo>
                    <a:pt x="5456" y="1641"/>
                  </a:moveTo>
                  <a:cubicBezTo>
                    <a:pt x="6684" y="1641"/>
                    <a:pt x="7918" y="1908"/>
                    <a:pt x="9031" y="2400"/>
                  </a:cubicBezTo>
                  <a:cubicBezTo>
                    <a:pt x="9241" y="2493"/>
                    <a:pt x="9125" y="2827"/>
                    <a:pt x="8928" y="2827"/>
                  </a:cubicBezTo>
                  <a:cubicBezTo>
                    <a:pt x="8905" y="2827"/>
                    <a:pt x="8881" y="2823"/>
                    <a:pt x="8856" y="2813"/>
                  </a:cubicBezTo>
                  <a:cubicBezTo>
                    <a:pt x="7694" y="2340"/>
                    <a:pt x="6577" y="2125"/>
                    <a:pt x="5464" y="2125"/>
                  </a:cubicBezTo>
                  <a:cubicBezTo>
                    <a:pt x="4222" y="2125"/>
                    <a:pt x="2985" y="2392"/>
                    <a:pt x="1694" y="2869"/>
                  </a:cubicBezTo>
                  <a:cubicBezTo>
                    <a:pt x="1681" y="2874"/>
                    <a:pt x="1668" y="2876"/>
                    <a:pt x="1655" y="2876"/>
                  </a:cubicBezTo>
                  <a:cubicBezTo>
                    <a:pt x="1555" y="2876"/>
                    <a:pt x="1510" y="2718"/>
                    <a:pt x="1604" y="2660"/>
                  </a:cubicBezTo>
                  <a:cubicBezTo>
                    <a:pt x="2771" y="1962"/>
                    <a:pt x="4110" y="1641"/>
                    <a:pt x="5456" y="1641"/>
                  </a:cubicBezTo>
                  <a:close/>
                  <a:moveTo>
                    <a:pt x="5095" y="3813"/>
                  </a:moveTo>
                  <a:cubicBezTo>
                    <a:pt x="6181" y="3813"/>
                    <a:pt x="7270" y="4050"/>
                    <a:pt x="8277" y="4517"/>
                  </a:cubicBezTo>
                  <a:cubicBezTo>
                    <a:pt x="8513" y="4627"/>
                    <a:pt x="8361" y="4933"/>
                    <a:pt x="8144" y="4933"/>
                  </a:cubicBezTo>
                  <a:cubicBezTo>
                    <a:pt x="8112" y="4933"/>
                    <a:pt x="8079" y="4927"/>
                    <a:pt x="8046" y="4913"/>
                  </a:cubicBezTo>
                  <a:cubicBezTo>
                    <a:pt x="7028" y="4480"/>
                    <a:pt x="6008" y="4270"/>
                    <a:pt x="4996" y="4270"/>
                  </a:cubicBezTo>
                  <a:cubicBezTo>
                    <a:pt x="3751" y="4270"/>
                    <a:pt x="2518" y="4587"/>
                    <a:pt x="1314" y="5196"/>
                  </a:cubicBezTo>
                  <a:cubicBezTo>
                    <a:pt x="1291" y="5208"/>
                    <a:pt x="1269" y="5213"/>
                    <a:pt x="1248" y="5213"/>
                  </a:cubicBezTo>
                  <a:cubicBezTo>
                    <a:pt x="1129" y="5213"/>
                    <a:pt x="1053" y="5044"/>
                    <a:pt x="1178" y="4962"/>
                  </a:cubicBezTo>
                  <a:cubicBezTo>
                    <a:pt x="2359" y="4191"/>
                    <a:pt x="3724" y="3813"/>
                    <a:pt x="5095" y="3813"/>
                  </a:cubicBezTo>
                  <a:close/>
                  <a:moveTo>
                    <a:pt x="5732" y="0"/>
                  </a:moveTo>
                  <a:cubicBezTo>
                    <a:pt x="4281" y="0"/>
                    <a:pt x="2867" y="369"/>
                    <a:pt x="1416" y="1048"/>
                  </a:cubicBezTo>
                  <a:cubicBezTo>
                    <a:pt x="1394" y="1058"/>
                    <a:pt x="1373" y="1062"/>
                    <a:pt x="1353" y="1062"/>
                  </a:cubicBezTo>
                  <a:cubicBezTo>
                    <a:pt x="1266" y="1062"/>
                    <a:pt x="1204" y="978"/>
                    <a:pt x="1224" y="902"/>
                  </a:cubicBezTo>
                  <a:lnTo>
                    <a:pt x="274" y="892"/>
                  </a:lnTo>
                  <a:cubicBezTo>
                    <a:pt x="245" y="2898"/>
                    <a:pt x="167" y="4904"/>
                    <a:pt x="1" y="6905"/>
                  </a:cubicBezTo>
                  <a:cubicBezTo>
                    <a:pt x="1051" y="6375"/>
                    <a:pt x="3148" y="5883"/>
                    <a:pt x="5131" y="5883"/>
                  </a:cubicBezTo>
                  <a:cubicBezTo>
                    <a:pt x="7100" y="5883"/>
                    <a:pt x="8956" y="6368"/>
                    <a:pt x="9565" y="7784"/>
                  </a:cubicBezTo>
                  <a:cubicBezTo>
                    <a:pt x="9621" y="5307"/>
                    <a:pt x="9743" y="2826"/>
                    <a:pt x="9864" y="351"/>
                  </a:cubicBezTo>
                  <a:lnTo>
                    <a:pt x="8989" y="307"/>
                  </a:lnTo>
                  <a:cubicBezTo>
                    <a:pt x="8989" y="418"/>
                    <a:pt x="8916" y="528"/>
                    <a:pt x="8796" y="528"/>
                  </a:cubicBezTo>
                  <a:cubicBezTo>
                    <a:pt x="8773" y="528"/>
                    <a:pt x="8747" y="524"/>
                    <a:pt x="8720" y="514"/>
                  </a:cubicBezTo>
                  <a:cubicBezTo>
                    <a:pt x="7693" y="166"/>
                    <a:pt x="6704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-1585925" y="251250"/>
              <a:ext cx="193350" cy="30950"/>
            </a:xfrm>
            <a:custGeom>
              <a:avLst/>
              <a:gdLst/>
              <a:ahLst/>
              <a:cxnLst/>
              <a:rect l="l" t="t" r="r" b="b"/>
              <a:pathLst>
                <a:path w="7734" h="1238" extrusionOk="0">
                  <a:moveTo>
                    <a:pt x="3948" y="1"/>
                  </a:moveTo>
                  <a:cubicBezTo>
                    <a:pt x="2602" y="1"/>
                    <a:pt x="1263" y="322"/>
                    <a:pt x="96" y="1020"/>
                  </a:cubicBezTo>
                  <a:cubicBezTo>
                    <a:pt x="0" y="1078"/>
                    <a:pt x="49" y="1238"/>
                    <a:pt x="149" y="1238"/>
                  </a:cubicBezTo>
                  <a:cubicBezTo>
                    <a:pt x="161" y="1238"/>
                    <a:pt x="173" y="1235"/>
                    <a:pt x="186" y="1231"/>
                  </a:cubicBezTo>
                  <a:cubicBezTo>
                    <a:pt x="1478" y="754"/>
                    <a:pt x="2716" y="485"/>
                    <a:pt x="3959" y="485"/>
                  </a:cubicBezTo>
                  <a:cubicBezTo>
                    <a:pt x="5072" y="485"/>
                    <a:pt x="6187" y="700"/>
                    <a:pt x="7348" y="1173"/>
                  </a:cubicBezTo>
                  <a:cubicBezTo>
                    <a:pt x="7373" y="1183"/>
                    <a:pt x="7398" y="1188"/>
                    <a:pt x="7421" y="1188"/>
                  </a:cubicBezTo>
                  <a:cubicBezTo>
                    <a:pt x="7618" y="1188"/>
                    <a:pt x="7733" y="853"/>
                    <a:pt x="7523" y="760"/>
                  </a:cubicBezTo>
                  <a:cubicBezTo>
                    <a:pt x="6410" y="268"/>
                    <a:pt x="5176" y="1"/>
                    <a:pt x="3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-1594400" y="98700"/>
              <a:ext cx="197675" cy="33350"/>
            </a:xfrm>
            <a:custGeom>
              <a:avLst/>
              <a:gdLst/>
              <a:ahLst/>
              <a:cxnLst/>
              <a:rect l="l" t="t" r="r" b="b"/>
              <a:pathLst>
                <a:path w="7907" h="1334" extrusionOk="0">
                  <a:moveTo>
                    <a:pt x="4081" y="1"/>
                  </a:moveTo>
                  <a:cubicBezTo>
                    <a:pt x="2712" y="1"/>
                    <a:pt x="1347" y="362"/>
                    <a:pt x="129" y="1088"/>
                  </a:cubicBezTo>
                  <a:cubicBezTo>
                    <a:pt x="1" y="1164"/>
                    <a:pt x="79" y="1333"/>
                    <a:pt x="200" y="1333"/>
                  </a:cubicBezTo>
                  <a:cubicBezTo>
                    <a:pt x="220" y="1333"/>
                    <a:pt x="241" y="1329"/>
                    <a:pt x="262" y="1319"/>
                  </a:cubicBezTo>
                  <a:cubicBezTo>
                    <a:pt x="1465" y="738"/>
                    <a:pt x="2701" y="445"/>
                    <a:pt x="3937" y="445"/>
                  </a:cubicBezTo>
                  <a:cubicBezTo>
                    <a:pt x="5123" y="445"/>
                    <a:pt x="6310" y="715"/>
                    <a:pt x="7470" y="1258"/>
                  </a:cubicBezTo>
                  <a:cubicBezTo>
                    <a:pt x="7504" y="1274"/>
                    <a:pt x="7537" y="1281"/>
                    <a:pt x="7569" y="1281"/>
                  </a:cubicBezTo>
                  <a:cubicBezTo>
                    <a:pt x="7771" y="1281"/>
                    <a:pt x="7906" y="995"/>
                    <a:pt x="7691" y="881"/>
                  </a:cubicBezTo>
                  <a:cubicBezTo>
                    <a:pt x="6555" y="295"/>
                    <a:pt x="5316" y="1"/>
                    <a:pt x="4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-1593525" y="197750"/>
              <a:ext cx="194625" cy="39050"/>
            </a:xfrm>
            <a:custGeom>
              <a:avLst/>
              <a:gdLst/>
              <a:ahLst/>
              <a:cxnLst/>
              <a:rect l="l" t="t" r="r" b="b"/>
              <a:pathLst>
                <a:path w="7785" h="1562" extrusionOk="0">
                  <a:moveTo>
                    <a:pt x="4504" y="1"/>
                  </a:moveTo>
                  <a:cubicBezTo>
                    <a:pt x="2938" y="1"/>
                    <a:pt x="1376" y="428"/>
                    <a:pt x="81" y="1320"/>
                  </a:cubicBezTo>
                  <a:cubicBezTo>
                    <a:pt x="45" y="1342"/>
                    <a:pt x="26" y="1369"/>
                    <a:pt x="20" y="1402"/>
                  </a:cubicBezTo>
                  <a:cubicBezTo>
                    <a:pt x="0" y="1478"/>
                    <a:pt x="62" y="1562"/>
                    <a:pt x="149" y="1562"/>
                  </a:cubicBezTo>
                  <a:cubicBezTo>
                    <a:pt x="169" y="1562"/>
                    <a:pt x="190" y="1558"/>
                    <a:pt x="212" y="1548"/>
                  </a:cubicBezTo>
                  <a:cubicBezTo>
                    <a:pt x="1663" y="869"/>
                    <a:pt x="3077" y="500"/>
                    <a:pt x="4528" y="500"/>
                  </a:cubicBezTo>
                  <a:cubicBezTo>
                    <a:pt x="5500" y="500"/>
                    <a:pt x="6489" y="666"/>
                    <a:pt x="7516" y="1014"/>
                  </a:cubicBezTo>
                  <a:cubicBezTo>
                    <a:pt x="7543" y="1024"/>
                    <a:pt x="7569" y="1028"/>
                    <a:pt x="7592" y="1028"/>
                  </a:cubicBezTo>
                  <a:cubicBezTo>
                    <a:pt x="7712" y="1028"/>
                    <a:pt x="7785" y="918"/>
                    <a:pt x="7785" y="807"/>
                  </a:cubicBezTo>
                  <a:cubicBezTo>
                    <a:pt x="7785" y="719"/>
                    <a:pt x="7737" y="627"/>
                    <a:pt x="7635" y="588"/>
                  </a:cubicBezTo>
                  <a:cubicBezTo>
                    <a:pt x="6646" y="200"/>
                    <a:pt x="5574" y="1"/>
                    <a:pt x="4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-1586925" y="148725"/>
              <a:ext cx="186350" cy="33775"/>
            </a:xfrm>
            <a:custGeom>
              <a:avLst/>
              <a:gdLst/>
              <a:ahLst/>
              <a:cxnLst/>
              <a:rect l="l" t="t" r="r" b="b"/>
              <a:pathLst>
                <a:path w="7454" h="1351" extrusionOk="0">
                  <a:moveTo>
                    <a:pt x="4306" y="1"/>
                  </a:moveTo>
                  <a:cubicBezTo>
                    <a:pt x="2867" y="1"/>
                    <a:pt x="1427" y="381"/>
                    <a:pt x="148" y="1080"/>
                  </a:cubicBezTo>
                  <a:cubicBezTo>
                    <a:pt x="0" y="1158"/>
                    <a:pt x="91" y="1351"/>
                    <a:pt x="230" y="1351"/>
                  </a:cubicBezTo>
                  <a:cubicBezTo>
                    <a:pt x="253" y="1351"/>
                    <a:pt x="277" y="1346"/>
                    <a:pt x="301" y="1334"/>
                  </a:cubicBezTo>
                  <a:cubicBezTo>
                    <a:pt x="1541" y="745"/>
                    <a:pt x="2781" y="472"/>
                    <a:pt x="4038" y="472"/>
                  </a:cubicBezTo>
                  <a:cubicBezTo>
                    <a:pt x="5050" y="472"/>
                    <a:pt x="6072" y="649"/>
                    <a:pt x="7115" y="979"/>
                  </a:cubicBezTo>
                  <a:cubicBezTo>
                    <a:pt x="7141" y="987"/>
                    <a:pt x="7165" y="991"/>
                    <a:pt x="7187" y="991"/>
                  </a:cubicBezTo>
                  <a:cubicBezTo>
                    <a:pt x="7399" y="991"/>
                    <a:pt x="7453" y="657"/>
                    <a:pt x="7229" y="563"/>
                  </a:cubicBezTo>
                  <a:cubicBezTo>
                    <a:pt x="6290" y="181"/>
                    <a:pt x="5298" y="1"/>
                    <a:pt x="4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-1624000" y="370275"/>
              <a:ext cx="236275" cy="83975"/>
            </a:xfrm>
            <a:custGeom>
              <a:avLst/>
              <a:gdLst/>
              <a:ahLst/>
              <a:cxnLst/>
              <a:rect l="l" t="t" r="r" b="b"/>
              <a:pathLst>
                <a:path w="9451" h="3359" extrusionOk="0">
                  <a:moveTo>
                    <a:pt x="5378" y="0"/>
                  </a:moveTo>
                  <a:cubicBezTo>
                    <a:pt x="3411" y="0"/>
                    <a:pt x="1244" y="550"/>
                    <a:pt x="146" y="953"/>
                  </a:cubicBezTo>
                  <a:cubicBezTo>
                    <a:pt x="123" y="962"/>
                    <a:pt x="99" y="966"/>
                    <a:pt x="77" y="966"/>
                  </a:cubicBezTo>
                  <a:cubicBezTo>
                    <a:pt x="49" y="966"/>
                    <a:pt x="24" y="960"/>
                    <a:pt x="0" y="948"/>
                  </a:cubicBezTo>
                  <a:lnTo>
                    <a:pt x="0" y="948"/>
                  </a:lnTo>
                  <a:cubicBezTo>
                    <a:pt x="126" y="1542"/>
                    <a:pt x="224" y="2300"/>
                    <a:pt x="498" y="2716"/>
                  </a:cubicBezTo>
                  <a:cubicBezTo>
                    <a:pt x="826" y="3219"/>
                    <a:pt x="1237" y="3359"/>
                    <a:pt x="1684" y="3359"/>
                  </a:cubicBezTo>
                  <a:cubicBezTo>
                    <a:pt x="2140" y="3359"/>
                    <a:pt x="2633" y="3213"/>
                    <a:pt x="3118" y="3158"/>
                  </a:cubicBezTo>
                  <a:cubicBezTo>
                    <a:pt x="4701" y="2973"/>
                    <a:pt x="6291" y="2852"/>
                    <a:pt x="7883" y="2784"/>
                  </a:cubicBezTo>
                  <a:cubicBezTo>
                    <a:pt x="8406" y="2760"/>
                    <a:pt x="8929" y="2745"/>
                    <a:pt x="9451" y="2738"/>
                  </a:cubicBezTo>
                  <a:cubicBezTo>
                    <a:pt x="9357" y="629"/>
                    <a:pt x="7481" y="0"/>
                    <a:pt x="5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-1597300" y="305575"/>
              <a:ext cx="186500" cy="35025"/>
            </a:xfrm>
            <a:custGeom>
              <a:avLst/>
              <a:gdLst/>
              <a:ahLst/>
              <a:cxnLst/>
              <a:rect l="l" t="t" r="r" b="b"/>
              <a:pathLst>
                <a:path w="7460" h="1401" extrusionOk="0">
                  <a:moveTo>
                    <a:pt x="4043" y="0"/>
                  </a:moveTo>
                  <a:cubicBezTo>
                    <a:pt x="2672" y="0"/>
                    <a:pt x="1307" y="379"/>
                    <a:pt x="125" y="1149"/>
                  </a:cubicBezTo>
                  <a:cubicBezTo>
                    <a:pt x="1" y="1231"/>
                    <a:pt x="75" y="1401"/>
                    <a:pt x="194" y="1401"/>
                  </a:cubicBezTo>
                  <a:cubicBezTo>
                    <a:pt x="215" y="1401"/>
                    <a:pt x="238" y="1395"/>
                    <a:pt x="261" y="1383"/>
                  </a:cubicBezTo>
                  <a:cubicBezTo>
                    <a:pt x="1465" y="774"/>
                    <a:pt x="2698" y="457"/>
                    <a:pt x="3943" y="457"/>
                  </a:cubicBezTo>
                  <a:cubicBezTo>
                    <a:pt x="4955" y="457"/>
                    <a:pt x="5975" y="667"/>
                    <a:pt x="6993" y="1100"/>
                  </a:cubicBezTo>
                  <a:cubicBezTo>
                    <a:pt x="7026" y="1114"/>
                    <a:pt x="7059" y="1120"/>
                    <a:pt x="7091" y="1120"/>
                  </a:cubicBezTo>
                  <a:cubicBezTo>
                    <a:pt x="7308" y="1120"/>
                    <a:pt x="7460" y="814"/>
                    <a:pt x="7224" y="704"/>
                  </a:cubicBezTo>
                  <a:cubicBezTo>
                    <a:pt x="6218" y="237"/>
                    <a:pt x="5129" y="0"/>
                    <a:pt x="4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778125" y="4272675"/>
            <a:ext cx="431175" cy="484500"/>
            <a:chOff x="284200" y="742700"/>
            <a:chExt cx="431175" cy="484500"/>
          </a:xfrm>
        </p:grpSpPr>
        <p:sp>
          <p:nvSpPr>
            <p:cNvPr id="594" name="Google Shape;594;p22"/>
            <p:cNvSpPr/>
            <p:nvPr/>
          </p:nvSpPr>
          <p:spPr>
            <a:xfrm>
              <a:off x="284200" y="742700"/>
              <a:ext cx="431125" cy="484500"/>
            </a:xfrm>
            <a:custGeom>
              <a:avLst/>
              <a:gdLst/>
              <a:ahLst/>
              <a:cxnLst/>
              <a:rect l="l" t="t" r="r" b="b"/>
              <a:pathLst>
                <a:path w="17245" h="19380" extrusionOk="0">
                  <a:moveTo>
                    <a:pt x="4527" y="380"/>
                  </a:moveTo>
                  <a:cubicBezTo>
                    <a:pt x="4898" y="380"/>
                    <a:pt x="5264" y="446"/>
                    <a:pt x="5639" y="584"/>
                  </a:cubicBezTo>
                  <a:cubicBezTo>
                    <a:pt x="5041" y="2079"/>
                    <a:pt x="3383" y="2108"/>
                    <a:pt x="2010" y="2303"/>
                  </a:cubicBezTo>
                  <a:cubicBezTo>
                    <a:pt x="2002" y="2259"/>
                    <a:pt x="1960" y="2218"/>
                    <a:pt x="1911" y="2218"/>
                  </a:cubicBezTo>
                  <a:cubicBezTo>
                    <a:pt x="1907" y="2218"/>
                    <a:pt x="1903" y="2218"/>
                    <a:pt x="1900" y="2219"/>
                  </a:cubicBezTo>
                  <a:cubicBezTo>
                    <a:pt x="1499" y="1719"/>
                    <a:pt x="1558" y="1374"/>
                    <a:pt x="2068" y="1186"/>
                  </a:cubicBezTo>
                  <a:cubicBezTo>
                    <a:pt x="2153" y="1135"/>
                    <a:pt x="2238" y="1087"/>
                    <a:pt x="2321" y="1040"/>
                  </a:cubicBezTo>
                  <a:cubicBezTo>
                    <a:pt x="2690" y="826"/>
                    <a:pt x="3085" y="657"/>
                    <a:pt x="3493" y="540"/>
                  </a:cubicBezTo>
                  <a:cubicBezTo>
                    <a:pt x="3847" y="435"/>
                    <a:pt x="4189" y="380"/>
                    <a:pt x="4527" y="380"/>
                  </a:cubicBezTo>
                  <a:close/>
                  <a:moveTo>
                    <a:pt x="5572" y="1527"/>
                  </a:moveTo>
                  <a:cubicBezTo>
                    <a:pt x="5914" y="3255"/>
                    <a:pt x="6534" y="4930"/>
                    <a:pt x="7232" y="6539"/>
                  </a:cubicBezTo>
                  <a:cubicBezTo>
                    <a:pt x="7268" y="6620"/>
                    <a:pt x="7340" y="6654"/>
                    <a:pt x="7415" y="6654"/>
                  </a:cubicBezTo>
                  <a:cubicBezTo>
                    <a:pt x="7479" y="6654"/>
                    <a:pt x="7545" y="6630"/>
                    <a:pt x="7596" y="6590"/>
                  </a:cubicBezTo>
                  <a:cubicBezTo>
                    <a:pt x="7621" y="6615"/>
                    <a:pt x="7655" y="6640"/>
                    <a:pt x="7703" y="6656"/>
                  </a:cubicBezTo>
                  <a:cubicBezTo>
                    <a:pt x="10146" y="7471"/>
                    <a:pt x="13275" y="8638"/>
                    <a:pt x="15133" y="10534"/>
                  </a:cubicBezTo>
                  <a:cubicBezTo>
                    <a:pt x="17245" y="12690"/>
                    <a:pt x="14554" y="13961"/>
                    <a:pt x="12820" y="14876"/>
                  </a:cubicBezTo>
                  <a:cubicBezTo>
                    <a:pt x="11625" y="15508"/>
                    <a:pt x="10406" y="16099"/>
                    <a:pt x="9172" y="16650"/>
                  </a:cubicBezTo>
                  <a:cubicBezTo>
                    <a:pt x="8153" y="17103"/>
                    <a:pt x="4906" y="18692"/>
                    <a:pt x="2789" y="18692"/>
                  </a:cubicBezTo>
                  <a:cubicBezTo>
                    <a:pt x="1434" y="18692"/>
                    <a:pt x="542" y="18041"/>
                    <a:pt x="993" y="16026"/>
                  </a:cubicBezTo>
                  <a:cubicBezTo>
                    <a:pt x="1602" y="13286"/>
                    <a:pt x="3000" y="10701"/>
                    <a:pt x="3780" y="7996"/>
                  </a:cubicBezTo>
                  <a:cubicBezTo>
                    <a:pt x="3794" y="7937"/>
                    <a:pt x="3772" y="7886"/>
                    <a:pt x="3736" y="7845"/>
                  </a:cubicBezTo>
                  <a:cubicBezTo>
                    <a:pt x="3780" y="7806"/>
                    <a:pt x="3813" y="7743"/>
                    <a:pt x="3799" y="7661"/>
                  </a:cubicBezTo>
                  <a:cubicBezTo>
                    <a:pt x="3537" y="5942"/>
                    <a:pt x="2934" y="4147"/>
                    <a:pt x="2153" y="2589"/>
                  </a:cubicBezTo>
                  <a:lnTo>
                    <a:pt x="2153" y="2589"/>
                  </a:lnTo>
                  <a:cubicBezTo>
                    <a:pt x="2309" y="2609"/>
                    <a:pt x="2476" y="2620"/>
                    <a:pt x="2651" y="2620"/>
                  </a:cubicBezTo>
                  <a:cubicBezTo>
                    <a:pt x="3664" y="2620"/>
                    <a:pt x="4917" y="2271"/>
                    <a:pt x="5572" y="1527"/>
                  </a:cubicBezTo>
                  <a:close/>
                  <a:moveTo>
                    <a:pt x="4507" y="0"/>
                  </a:moveTo>
                  <a:cubicBezTo>
                    <a:pt x="3480" y="0"/>
                    <a:pt x="2423" y="393"/>
                    <a:pt x="1638" y="1021"/>
                  </a:cubicBezTo>
                  <a:cubicBezTo>
                    <a:pt x="1331" y="1267"/>
                    <a:pt x="1011" y="1641"/>
                    <a:pt x="1176" y="2064"/>
                  </a:cubicBezTo>
                  <a:cubicBezTo>
                    <a:pt x="1278" y="2323"/>
                    <a:pt x="1467" y="2449"/>
                    <a:pt x="1684" y="2449"/>
                  </a:cubicBezTo>
                  <a:cubicBezTo>
                    <a:pt x="1732" y="2449"/>
                    <a:pt x="1780" y="2443"/>
                    <a:pt x="1830" y="2431"/>
                  </a:cubicBezTo>
                  <a:cubicBezTo>
                    <a:pt x="1833" y="2487"/>
                    <a:pt x="1862" y="2538"/>
                    <a:pt x="1917" y="2553"/>
                  </a:cubicBezTo>
                  <a:cubicBezTo>
                    <a:pt x="1913" y="2567"/>
                    <a:pt x="1910" y="2579"/>
                    <a:pt x="1910" y="2594"/>
                  </a:cubicBezTo>
                  <a:lnTo>
                    <a:pt x="1910" y="2611"/>
                  </a:lnTo>
                  <a:cubicBezTo>
                    <a:pt x="2425" y="4327"/>
                    <a:pt x="2909" y="6053"/>
                    <a:pt x="3420" y="7768"/>
                  </a:cubicBezTo>
                  <a:cubicBezTo>
                    <a:pt x="3434" y="7809"/>
                    <a:pt x="3456" y="7838"/>
                    <a:pt x="3481" y="7860"/>
                  </a:cubicBezTo>
                  <a:cubicBezTo>
                    <a:pt x="3478" y="7864"/>
                    <a:pt x="3478" y="7867"/>
                    <a:pt x="3474" y="7870"/>
                  </a:cubicBezTo>
                  <a:cubicBezTo>
                    <a:pt x="2552" y="9943"/>
                    <a:pt x="1837" y="12121"/>
                    <a:pt x="1066" y="14256"/>
                  </a:cubicBezTo>
                  <a:cubicBezTo>
                    <a:pt x="653" y="15391"/>
                    <a:pt x="0" y="16871"/>
                    <a:pt x="570" y="18075"/>
                  </a:cubicBezTo>
                  <a:cubicBezTo>
                    <a:pt x="1025" y="19037"/>
                    <a:pt x="1865" y="19379"/>
                    <a:pt x="2849" y="19379"/>
                  </a:cubicBezTo>
                  <a:cubicBezTo>
                    <a:pt x="4798" y="19379"/>
                    <a:pt x="7311" y="18037"/>
                    <a:pt x="8515" y="17525"/>
                  </a:cubicBezTo>
                  <a:cubicBezTo>
                    <a:pt x="10604" y="16636"/>
                    <a:pt x="12794" y="15702"/>
                    <a:pt x="14700" y="14457"/>
                  </a:cubicBezTo>
                  <a:cubicBezTo>
                    <a:pt x="15600" y="13869"/>
                    <a:pt x="17014" y="12787"/>
                    <a:pt x="16745" y="11530"/>
                  </a:cubicBezTo>
                  <a:cubicBezTo>
                    <a:pt x="16486" y="10325"/>
                    <a:pt x="14372" y="9248"/>
                    <a:pt x="13448" y="8676"/>
                  </a:cubicBezTo>
                  <a:cubicBezTo>
                    <a:pt x="11697" y="7582"/>
                    <a:pt x="9814" y="6748"/>
                    <a:pt x="7842" y="6141"/>
                  </a:cubicBezTo>
                  <a:cubicBezTo>
                    <a:pt x="7814" y="6132"/>
                    <a:pt x="7788" y="6128"/>
                    <a:pt x="7763" y="6128"/>
                  </a:cubicBezTo>
                  <a:cubicBezTo>
                    <a:pt x="7696" y="6128"/>
                    <a:pt x="7640" y="6157"/>
                    <a:pt x="7601" y="6201"/>
                  </a:cubicBezTo>
                  <a:cubicBezTo>
                    <a:pt x="6943" y="4558"/>
                    <a:pt x="6395" y="2886"/>
                    <a:pt x="5785" y="1230"/>
                  </a:cubicBezTo>
                  <a:cubicBezTo>
                    <a:pt x="5895" y="1043"/>
                    <a:pt x="5977" y="834"/>
                    <a:pt x="6002" y="603"/>
                  </a:cubicBezTo>
                  <a:cubicBezTo>
                    <a:pt x="6009" y="559"/>
                    <a:pt x="5999" y="521"/>
                    <a:pt x="5977" y="496"/>
                  </a:cubicBezTo>
                  <a:cubicBezTo>
                    <a:pt x="6006" y="411"/>
                    <a:pt x="5990" y="316"/>
                    <a:pt x="5900" y="275"/>
                  </a:cubicBezTo>
                  <a:cubicBezTo>
                    <a:pt x="5463" y="86"/>
                    <a:pt x="4988" y="0"/>
                    <a:pt x="4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300075" y="953375"/>
              <a:ext cx="387025" cy="249050"/>
            </a:xfrm>
            <a:custGeom>
              <a:avLst/>
              <a:gdLst/>
              <a:ahLst/>
              <a:cxnLst/>
              <a:rect l="l" t="t" r="r" b="b"/>
              <a:pathLst>
                <a:path w="15481" h="9962" extrusionOk="0">
                  <a:moveTo>
                    <a:pt x="10418" y="495"/>
                  </a:moveTo>
                  <a:cubicBezTo>
                    <a:pt x="11186" y="884"/>
                    <a:pt x="11938" y="1292"/>
                    <a:pt x="12659" y="1769"/>
                  </a:cubicBezTo>
                  <a:cubicBezTo>
                    <a:pt x="13144" y="2082"/>
                    <a:pt x="13610" y="2420"/>
                    <a:pt x="14055" y="2787"/>
                  </a:cubicBezTo>
                  <a:cubicBezTo>
                    <a:pt x="14165" y="4064"/>
                    <a:pt x="13746" y="4902"/>
                    <a:pt x="12791" y="5292"/>
                  </a:cubicBezTo>
                  <a:cubicBezTo>
                    <a:pt x="11520" y="6166"/>
                    <a:pt x="9912" y="6753"/>
                    <a:pt x="8505" y="7370"/>
                  </a:cubicBezTo>
                  <a:lnTo>
                    <a:pt x="8505" y="7372"/>
                  </a:lnTo>
                  <a:cubicBezTo>
                    <a:pt x="7163" y="7963"/>
                    <a:pt x="5011" y="9237"/>
                    <a:pt x="3490" y="9336"/>
                  </a:cubicBezTo>
                  <a:cubicBezTo>
                    <a:pt x="3393" y="9342"/>
                    <a:pt x="3301" y="9345"/>
                    <a:pt x="3213" y="9345"/>
                  </a:cubicBezTo>
                  <a:cubicBezTo>
                    <a:pt x="118" y="9345"/>
                    <a:pt x="2485" y="5450"/>
                    <a:pt x="3060" y="3988"/>
                  </a:cubicBezTo>
                  <a:cubicBezTo>
                    <a:pt x="3072" y="3959"/>
                    <a:pt x="3067" y="3937"/>
                    <a:pt x="3057" y="3915"/>
                  </a:cubicBezTo>
                  <a:lnTo>
                    <a:pt x="3057" y="3915"/>
                  </a:lnTo>
                  <a:cubicBezTo>
                    <a:pt x="3059" y="3915"/>
                    <a:pt x="3062" y="3916"/>
                    <a:pt x="3064" y="3918"/>
                  </a:cubicBezTo>
                  <a:cubicBezTo>
                    <a:pt x="3841" y="4170"/>
                    <a:pt x="4682" y="4393"/>
                    <a:pt x="5506" y="4393"/>
                  </a:cubicBezTo>
                  <a:cubicBezTo>
                    <a:pt x="6108" y="4393"/>
                    <a:pt x="6700" y="4274"/>
                    <a:pt x="7251" y="3962"/>
                  </a:cubicBezTo>
                  <a:cubicBezTo>
                    <a:pt x="7707" y="3706"/>
                    <a:pt x="8063" y="3356"/>
                    <a:pt x="8395" y="2955"/>
                  </a:cubicBezTo>
                  <a:cubicBezTo>
                    <a:pt x="8967" y="2253"/>
                    <a:pt x="9416" y="862"/>
                    <a:pt x="10333" y="546"/>
                  </a:cubicBezTo>
                  <a:cubicBezTo>
                    <a:pt x="10367" y="531"/>
                    <a:pt x="10396" y="512"/>
                    <a:pt x="10418" y="495"/>
                  </a:cubicBezTo>
                  <a:close/>
                  <a:moveTo>
                    <a:pt x="10493" y="0"/>
                  </a:moveTo>
                  <a:cubicBezTo>
                    <a:pt x="10427" y="0"/>
                    <a:pt x="10367" y="29"/>
                    <a:pt x="10319" y="72"/>
                  </a:cubicBezTo>
                  <a:cubicBezTo>
                    <a:pt x="10306" y="69"/>
                    <a:pt x="10292" y="68"/>
                    <a:pt x="10277" y="68"/>
                  </a:cubicBezTo>
                  <a:cubicBezTo>
                    <a:pt x="10255" y="68"/>
                    <a:pt x="10232" y="71"/>
                    <a:pt x="10205" y="80"/>
                  </a:cubicBezTo>
                  <a:cubicBezTo>
                    <a:pt x="9320" y="371"/>
                    <a:pt x="9018" y="1101"/>
                    <a:pt x="8553" y="1857"/>
                  </a:cubicBezTo>
                  <a:cubicBezTo>
                    <a:pt x="8045" y="2685"/>
                    <a:pt x="7402" y="3495"/>
                    <a:pt x="6439" y="3801"/>
                  </a:cubicBezTo>
                  <a:cubicBezTo>
                    <a:pt x="6095" y="3909"/>
                    <a:pt x="5740" y="3950"/>
                    <a:pt x="5381" y="3950"/>
                  </a:cubicBezTo>
                  <a:cubicBezTo>
                    <a:pt x="4628" y="3950"/>
                    <a:pt x="3857" y="3768"/>
                    <a:pt x="3142" y="3639"/>
                  </a:cubicBezTo>
                  <a:cubicBezTo>
                    <a:pt x="3130" y="3637"/>
                    <a:pt x="3120" y="3636"/>
                    <a:pt x="3109" y="3636"/>
                  </a:cubicBezTo>
                  <a:cubicBezTo>
                    <a:pt x="2991" y="3636"/>
                    <a:pt x="2932" y="3761"/>
                    <a:pt x="2975" y="3845"/>
                  </a:cubicBezTo>
                  <a:cubicBezTo>
                    <a:pt x="2965" y="3843"/>
                    <a:pt x="2953" y="3841"/>
                    <a:pt x="2942" y="3841"/>
                  </a:cubicBezTo>
                  <a:cubicBezTo>
                    <a:pt x="2903" y="3841"/>
                    <a:pt x="2864" y="3856"/>
                    <a:pt x="2845" y="3896"/>
                  </a:cubicBezTo>
                  <a:cubicBezTo>
                    <a:pt x="2153" y="5163"/>
                    <a:pt x="1" y="8235"/>
                    <a:pt x="1621" y="9616"/>
                  </a:cubicBezTo>
                  <a:cubicBezTo>
                    <a:pt x="1922" y="9874"/>
                    <a:pt x="2234" y="9961"/>
                    <a:pt x="2557" y="9961"/>
                  </a:cubicBezTo>
                  <a:cubicBezTo>
                    <a:pt x="2897" y="9961"/>
                    <a:pt x="3249" y="9864"/>
                    <a:pt x="3612" y="9767"/>
                  </a:cubicBezTo>
                  <a:cubicBezTo>
                    <a:pt x="5140" y="9354"/>
                    <a:pt x="6641" y="8690"/>
                    <a:pt x="8097" y="8077"/>
                  </a:cubicBezTo>
                  <a:cubicBezTo>
                    <a:pt x="9570" y="7452"/>
                    <a:pt x="11021" y="6775"/>
                    <a:pt x="12438" y="6035"/>
                  </a:cubicBezTo>
                  <a:cubicBezTo>
                    <a:pt x="13272" y="5596"/>
                    <a:pt x="14422" y="5122"/>
                    <a:pt x="14760" y="4139"/>
                  </a:cubicBezTo>
                  <a:cubicBezTo>
                    <a:pt x="15480" y="2049"/>
                    <a:pt x="11964" y="719"/>
                    <a:pt x="10605" y="28"/>
                  </a:cubicBezTo>
                  <a:cubicBezTo>
                    <a:pt x="10566" y="9"/>
                    <a:pt x="10529" y="0"/>
                    <a:pt x="10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297750" y="780875"/>
              <a:ext cx="417625" cy="429125"/>
            </a:xfrm>
            <a:custGeom>
              <a:avLst/>
              <a:gdLst/>
              <a:ahLst/>
              <a:cxnLst/>
              <a:rect l="l" t="t" r="r" b="b"/>
              <a:pathLst>
                <a:path w="16705" h="17165" extrusionOk="0">
                  <a:moveTo>
                    <a:pt x="5382" y="4727"/>
                  </a:moveTo>
                  <a:cubicBezTo>
                    <a:pt x="5460" y="4727"/>
                    <a:pt x="5541" y="4744"/>
                    <a:pt x="5618" y="4779"/>
                  </a:cubicBezTo>
                  <a:cubicBezTo>
                    <a:pt x="5652" y="4794"/>
                    <a:pt x="5659" y="4823"/>
                    <a:pt x="5652" y="4854"/>
                  </a:cubicBezTo>
                  <a:cubicBezTo>
                    <a:pt x="5909" y="4981"/>
                    <a:pt x="6029" y="5287"/>
                    <a:pt x="5956" y="5565"/>
                  </a:cubicBezTo>
                  <a:cubicBezTo>
                    <a:pt x="5887" y="5831"/>
                    <a:pt x="5657" y="5982"/>
                    <a:pt x="5406" y="5982"/>
                  </a:cubicBezTo>
                  <a:cubicBezTo>
                    <a:pt x="5338" y="5982"/>
                    <a:pt x="5269" y="5970"/>
                    <a:pt x="5200" y="5948"/>
                  </a:cubicBezTo>
                  <a:cubicBezTo>
                    <a:pt x="4862" y="5837"/>
                    <a:pt x="4645" y="5477"/>
                    <a:pt x="4793" y="5132"/>
                  </a:cubicBezTo>
                  <a:cubicBezTo>
                    <a:pt x="4896" y="4890"/>
                    <a:pt x="5132" y="4727"/>
                    <a:pt x="5382" y="4727"/>
                  </a:cubicBezTo>
                  <a:close/>
                  <a:moveTo>
                    <a:pt x="5068" y="7475"/>
                  </a:moveTo>
                  <a:cubicBezTo>
                    <a:pt x="5470" y="7475"/>
                    <a:pt x="5842" y="7772"/>
                    <a:pt x="5919" y="8199"/>
                  </a:cubicBezTo>
                  <a:cubicBezTo>
                    <a:pt x="6007" y="8703"/>
                    <a:pt x="5669" y="9146"/>
                    <a:pt x="5170" y="9216"/>
                  </a:cubicBezTo>
                  <a:cubicBezTo>
                    <a:pt x="5124" y="9223"/>
                    <a:pt x="5079" y="9226"/>
                    <a:pt x="5033" y="9226"/>
                  </a:cubicBezTo>
                  <a:cubicBezTo>
                    <a:pt x="4632" y="9226"/>
                    <a:pt x="4258" y="8968"/>
                    <a:pt x="4215" y="8542"/>
                  </a:cubicBezTo>
                  <a:cubicBezTo>
                    <a:pt x="4178" y="8182"/>
                    <a:pt x="4373" y="7835"/>
                    <a:pt x="4686" y="7689"/>
                  </a:cubicBezTo>
                  <a:cubicBezTo>
                    <a:pt x="4657" y="7641"/>
                    <a:pt x="4657" y="7578"/>
                    <a:pt x="4726" y="7550"/>
                  </a:cubicBezTo>
                  <a:cubicBezTo>
                    <a:pt x="4839" y="7498"/>
                    <a:pt x="4955" y="7475"/>
                    <a:pt x="5068" y="7475"/>
                  </a:cubicBezTo>
                  <a:close/>
                  <a:moveTo>
                    <a:pt x="10585" y="6900"/>
                  </a:moveTo>
                  <a:cubicBezTo>
                    <a:pt x="10621" y="6900"/>
                    <a:pt x="10659" y="6909"/>
                    <a:pt x="10698" y="6928"/>
                  </a:cubicBezTo>
                  <a:cubicBezTo>
                    <a:pt x="12057" y="7619"/>
                    <a:pt x="15573" y="8949"/>
                    <a:pt x="14853" y="11039"/>
                  </a:cubicBezTo>
                  <a:cubicBezTo>
                    <a:pt x="14515" y="12022"/>
                    <a:pt x="13365" y="12496"/>
                    <a:pt x="12531" y="12935"/>
                  </a:cubicBezTo>
                  <a:cubicBezTo>
                    <a:pt x="11114" y="13675"/>
                    <a:pt x="9663" y="14352"/>
                    <a:pt x="8190" y="14977"/>
                  </a:cubicBezTo>
                  <a:cubicBezTo>
                    <a:pt x="6734" y="15590"/>
                    <a:pt x="5233" y="16254"/>
                    <a:pt x="3705" y="16667"/>
                  </a:cubicBezTo>
                  <a:cubicBezTo>
                    <a:pt x="3342" y="16764"/>
                    <a:pt x="2990" y="16861"/>
                    <a:pt x="2650" y="16861"/>
                  </a:cubicBezTo>
                  <a:cubicBezTo>
                    <a:pt x="2327" y="16861"/>
                    <a:pt x="2014" y="16774"/>
                    <a:pt x="1713" y="16516"/>
                  </a:cubicBezTo>
                  <a:cubicBezTo>
                    <a:pt x="94" y="15135"/>
                    <a:pt x="2246" y="12063"/>
                    <a:pt x="2938" y="10796"/>
                  </a:cubicBezTo>
                  <a:cubicBezTo>
                    <a:pt x="2957" y="10756"/>
                    <a:pt x="2996" y="10741"/>
                    <a:pt x="3035" y="10741"/>
                  </a:cubicBezTo>
                  <a:cubicBezTo>
                    <a:pt x="3046" y="10741"/>
                    <a:pt x="3058" y="10743"/>
                    <a:pt x="3068" y="10745"/>
                  </a:cubicBezTo>
                  <a:cubicBezTo>
                    <a:pt x="3025" y="10661"/>
                    <a:pt x="3083" y="10536"/>
                    <a:pt x="3202" y="10536"/>
                  </a:cubicBezTo>
                  <a:cubicBezTo>
                    <a:pt x="3212" y="10536"/>
                    <a:pt x="3223" y="10537"/>
                    <a:pt x="3235" y="10539"/>
                  </a:cubicBezTo>
                  <a:cubicBezTo>
                    <a:pt x="3950" y="10668"/>
                    <a:pt x="4721" y="10850"/>
                    <a:pt x="5474" y="10850"/>
                  </a:cubicBezTo>
                  <a:cubicBezTo>
                    <a:pt x="5833" y="10850"/>
                    <a:pt x="6188" y="10809"/>
                    <a:pt x="6532" y="10701"/>
                  </a:cubicBezTo>
                  <a:cubicBezTo>
                    <a:pt x="7495" y="10395"/>
                    <a:pt x="8138" y="9585"/>
                    <a:pt x="8646" y="8757"/>
                  </a:cubicBezTo>
                  <a:cubicBezTo>
                    <a:pt x="9111" y="8001"/>
                    <a:pt x="9412" y="7269"/>
                    <a:pt x="10298" y="6980"/>
                  </a:cubicBezTo>
                  <a:cubicBezTo>
                    <a:pt x="10325" y="6971"/>
                    <a:pt x="10348" y="6968"/>
                    <a:pt x="10370" y="6968"/>
                  </a:cubicBezTo>
                  <a:cubicBezTo>
                    <a:pt x="10385" y="6968"/>
                    <a:pt x="10399" y="6969"/>
                    <a:pt x="10412" y="6972"/>
                  </a:cubicBezTo>
                  <a:cubicBezTo>
                    <a:pt x="10460" y="6929"/>
                    <a:pt x="10519" y="6900"/>
                    <a:pt x="10585" y="6900"/>
                  </a:cubicBezTo>
                  <a:close/>
                  <a:moveTo>
                    <a:pt x="5030" y="0"/>
                  </a:moveTo>
                  <a:cubicBezTo>
                    <a:pt x="4375" y="744"/>
                    <a:pt x="3122" y="1093"/>
                    <a:pt x="2109" y="1093"/>
                  </a:cubicBezTo>
                  <a:cubicBezTo>
                    <a:pt x="1934" y="1093"/>
                    <a:pt x="1767" y="1082"/>
                    <a:pt x="1611" y="1062"/>
                  </a:cubicBezTo>
                  <a:lnTo>
                    <a:pt x="1611" y="1062"/>
                  </a:lnTo>
                  <a:cubicBezTo>
                    <a:pt x="2392" y="2620"/>
                    <a:pt x="2995" y="4415"/>
                    <a:pt x="3257" y="6134"/>
                  </a:cubicBezTo>
                  <a:cubicBezTo>
                    <a:pt x="3271" y="6216"/>
                    <a:pt x="3238" y="6279"/>
                    <a:pt x="3194" y="6320"/>
                  </a:cubicBezTo>
                  <a:cubicBezTo>
                    <a:pt x="3231" y="6359"/>
                    <a:pt x="3254" y="6411"/>
                    <a:pt x="3238" y="6469"/>
                  </a:cubicBezTo>
                  <a:cubicBezTo>
                    <a:pt x="2460" y="9174"/>
                    <a:pt x="1060" y="11759"/>
                    <a:pt x="451" y="14499"/>
                  </a:cubicBezTo>
                  <a:cubicBezTo>
                    <a:pt x="0" y="16514"/>
                    <a:pt x="892" y="17165"/>
                    <a:pt x="2247" y="17165"/>
                  </a:cubicBezTo>
                  <a:cubicBezTo>
                    <a:pt x="4364" y="17165"/>
                    <a:pt x="7611" y="15576"/>
                    <a:pt x="8630" y="15125"/>
                  </a:cubicBezTo>
                  <a:cubicBezTo>
                    <a:pt x="9865" y="14572"/>
                    <a:pt x="11085" y="13981"/>
                    <a:pt x="12278" y="13349"/>
                  </a:cubicBezTo>
                  <a:cubicBezTo>
                    <a:pt x="14012" y="12435"/>
                    <a:pt x="16705" y="11165"/>
                    <a:pt x="14593" y="9007"/>
                  </a:cubicBezTo>
                  <a:cubicBezTo>
                    <a:pt x="12733" y="7113"/>
                    <a:pt x="9604" y="5944"/>
                    <a:pt x="7161" y="5129"/>
                  </a:cubicBezTo>
                  <a:cubicBezTo>
                    <a:pt x="7113" y="5113"/>
                    <a:pt x="7081" y="5088"/>
                    <a:pt x="7054" y="5063"/>
                  </a:cubicBezTo>
                  <a:cubicBezTo>
                    <a:pt x="7004" y="5103"/>
                    <a:pt x="6938" y="5127"/>
                    <a:pt x="6874" y="5127"/>
                  </a:cubicBezTo>
                  <a:cubicBezTo>
                    <a:pt x="6798" y="5127"/>
                    <a:pt x="6726" y="5093"/>
                    <a:pt x="6690" y="5012"/>
                  </a:cubicBezTo>
                  <a:cubicBezTo>
                    <a:pt x="5992" y="3403"/>
                    <a:pt x="5372" y="1728"/>
                    <a:pt x="5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303000" y="965725"/>
              <a:ext cx="351225" cy="221300"/>
            </a:xfrm>
            <a:custGeom>
              <a:avLst/>
              <a:gdLst/>
              <a:ahLst/>
              <a:cxnLst/>
              <a:rect l="l" t="t" r="r" b="b"/>
              <a:pathLst>
                <a:path w="14049" h="8852" extrusionOk="0">
                  <a:moveTo>
                    <a:pt x="10301" y="1"/>
                  </a:moveTo>
                  <a:cubicBezTo>
                    <a:pt x="10279" y="20"/>
                    <a:pt x="10250" y="37"/>
                    <a:pt x="10216" y="52"/>
                  </a:cubicBezTo>
                  <a:cubicBezTo>
                    <a:pt x="9299" y="368"/>
                    <a:pt x="8850" y="1761"/>
                    <a:pt x="8278" y="2463"/>
                  </a:cubicBezTo>
                  <a:cubicBezTo>
                    <a:pt x="7946" y="2862"/>
                    <a:pt x="7590" y="3212"/>
                    <a:pt x="7134" y="3468"/>
                  </a:cubicBezTo>
                  <a:cubicBezTo>
                    <a:pt x="6582" y="3780"/>
                    <a:pt x="5990" y="3899"/>
                    <a:pt x="5388" y="3899"/>
                  </a:cubicBezTo>
                  <a:cubicBezTo>
                    <a:pt x="4565" y="3899"/>
                    <a:pt x="3724" y="3676"/>
                    <a:pt x="2947" y="3424"/>
                  </a:cubicBezTo>
                  <a:cubicBezTo>
                    <a:pt x="2945" y="3422"/>
                    <a:pt x="2942" y="3421"/>
                    <a:pt x="2940" y="3421"/>
                  </a:cubicBezTo>
                  <a:lnTo>
                    <a:pt x="2940" y="3421"/>
                  </a:lnTo>
                  <a:cubicBezTo>
                    <a:pt x="2950" y="3443"/>
                    <a:pt x="2953" y="3465"/>
                    <a:pt x="2943" y="3494"/>
                  </a:cubicBezTo>
                  <a:cubicBezTo>
                    <a:pt x="2368" y="4956"/>
                    <a:pt x="1" y="8851"/>
                    <a:pt x="3096" y="8851"/>
                  </a:cubicBezTo>
                  <a:cubicBezTo>
                    <a:pt x="3184" y="8851"/>
                    <a:pt x="3276" y="8848"/>
                    <a:pt x="3373" y="8842"/>
                  </a:cubicBezTo>
                  <a:cubicBezTo>
                    <a:pt x="4894" y="8743"/>
                    <a:pt x="7046" y="7469"/>
                    <a:pt x="8386" y="6878"/>
                  </a:cubicBezTo>
                  <a:cubicBezTo>
                    <a:pt x="9795" y="6261"/>
                    <a:pt x="11403" y="5673"/>
                    <a:pt x="12674" y="4798"/>
                  </a:cubicBezTo>
                  <a:cubicBezTo>
                    <a:pt x="13629" y="4409"/>
                    <a:pt x="14048" y="3572"/>
                    <a:pt x="13938" y="2293"/>
                  </a:cubicBezTo>
                  <a:cubicBezTo>
                    <a:pt x="13493" y="1926"/>
                    <a:pt x="13026" y="1588"/>
                    <a:pt x="12542" y="1275"/>
                  </a:cubicBezTo>
                  <a:cubicBezTo>
                    <a:pt x="11821" y="798"/>
                    <a:pt x="11069" y="390"/>
                    <a:pt x="10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413850" y="899075"/>
              <a:ext cx="34650" cy="31350"/>
            </a:xfrm>
            <a:custGeom>
              <a:avLst/>
              <a:gdLst/>
              <a:ahLst/>
              <a:cxnLst/>
              <a:rect l="l" t="t" r="r" b="b"/>
              <a:pathLst>
                <a:path w="1386" h="1254" extrusionOk="0">
                  <a:moveTo>
                    <a:pt x="776" y="211"/>
                  </a:moveTo>
                  <a:cubicBezTo>
                    <a:pt x="776" y="258"/>
                    <a:pt x="801" y="309"/>
                    <a:pt x="860" y="331"/>
                  </a:cubicBezTo>
                  <a:cubicBezTo>
                    <a:pt x="1186" y="461"/>
                    <a:pt x="1084" y="975"/>
                    <a:pt x="763" y="975"/>
                  </a:cubicBezTo>
                  <a:cubicBezTo>
                    <a:pt x="722" y="975"/>
                    <a:pt x="677" y="966"/>
                    <a:pt x="629" y="948"/>
                  </a:cubicBezTo>
                  <a:cubicBezTo>
                    <a:pt x="446" y="878"/>
                    <a:pt x="327" y="688"/>
                    <a:pt x="405" y="496"/>
                  </a:cubicBezTo>
                  <a:cubicBezTo>
                    <a:pt x="466" y="341"/>
                    <a:pt x="614" y="243"/>
                    <a:pt x="776" y="211"/>
                  </a:cubicBezTo>
                  <a:close/>
                  <a:moveTo>
                    <a:pt x="736" y="0"/>
                  </a:moveTo>
                  <a:cubicBezTo>
                    <a:pt x="487" y="0"/>
                    <a:pt x="250" y="162"/>
                    <a:pt x="147" y="404"/>
                  </a:cubicBezTo>
                  <a:cubicBezTo>
                    <a:pt x="1" y="749"/>
                    <a:pt x="218" y="1109"/>
                    <a:pt x="555" y="1220"/>
                  </a:cubicBezTo>
                  <a:cubicBezTo>
                    <a:pt x="623" y="1242"/>
                    <a:pt x="693" y="1254"/>
                    <a:pt x="761" y="1254"/>
                  </a:cubicBezTo>
                  <a:cubicBezTo>
                    <a:pt x="1013" y="1254"/>
                    <a:pt x="1243" y="1103"/>
                    <a:pt x="1312" y="837"/>
                  </a:cubicBezTo>
                  <a:cubicBezTo>
                    <a:pt x="1385" y="559"/>
                    <a:pt x="1265" y="255"/>
                    <a:pt x="1007" y="126"/>
                  </a:cubicBezTo>
                  <a:cubicBezTo>
                    <a:pt x="1015" y="97"/>
                    <a:pt x="1007" y="66"/>
                    <a:pt x="974" y="53"/>
                  </a:cubicBezTo>
                  <a:cubicBezTo>
                    <a:pt x="896" y="17"/>
                    <a:pt x="815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402175" y="967725"/>
              <a:ext cx="45775" cy="43825"/>
            </a:xfrm>
            <a:custGeom>
              <a:avLst/>
              <a:gdLst/>
              <a:ahLst/>
              <a:cxnLst/>
              <a:rect l="l" t="t" r="r" b="b"/>
              <a:pathLst>
                <a:path w="1831" h="1753" extrusionOk="0">
                  <a:moveTo>
                    <a:pt x="828" y="278"/>
                  </a:moveTo>
                  <a:cubicBezTo>
                    <a:pt x="1163" y="307"/>
                    <a:pt x="1457" y="527"/>
                    <a:pt x="1448" y="905"/>
                  </a:cubicBezTo>
                  <a:cubicBezTo>
                    <a:pt x="1438" y="1224"/>
                    <a:pt x="1192" y="1438"/>
                    <a:pt x="882" y="1457"/>
                  </a:cubicBezTo>
                  <a:cubicBezTo>
                    <a:pt x="867" y="1458"/>
                    <a:pt x="852" y="1458"/>
                    <a:pt x="838" y="1458"/>
                  </a:cubicBezTo>
                  <a:cubicBezTo>
                    <a:pt x="180" y="1458"/>
                    <a:pt x="159" y="505"/>
                    <a:pt x="765" y="351"/>
                  </a:cubicBezTo>
                  <a:cubicBezTo>
                    <a:pt x="803" y="339"/>
                    <a:pt x="816" y="310"/>
                    <a:pt x="828" y="278"/>
                  </a:cubicBezTo>
                  <a:close/>
                  <a:moveTo>
                    <a:pt x="891" y="1"/>
                  </a:moveTo>
                  <a:cubicBezTo>
                    <a:pt x="778" y="1"/>
                    <a:pt x="662" y="24"/>
                    <a:pt x="549" y="76"/>
                  </a:cubicBezTo>
                  <a:cubicBezTo>
                    <a:pt x="478" y="104"/>
                    <a:pt x="478" y="167"/>
                    <a:pt x="509" y="215"/>
                  </a:cubicBezTo>
                  <a:cubicBezTo>
                    <a:pt x="196" y="361"/>
                    <a:pt x="1" y="708"/>
                    <a:pt x="38" y="1068"/>
                  </a:cubicBezTo>
                  <a:cubicBezTo>
                    <a:pt x="81" y="1492"/>
                    <a:pt x="456" y="1752"/>
                    <a:pt x="857" y="1752"/>
                  </a:cubicBezTo>
                  <a:cubicBezTo>
                    <a:pt x="902" y="1752"/>
                    <a:pt x="947" y="1749"/>
                    <a:pt x="993" y="1742"/>
                  </a:cubicBezTo>
                  <a:cubicBezTo>
                    <a:pt x="1492" y="1672"/>
                    <a:pt x="1830" y="1229"/>
                    <a:pt x="1742" y="725"/>
                  </a:cubicBezTo>
                  <a:cubicBezTo>
                    <a:pt x="1665" y="298"/>
                    <a:pt x="129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406125" y="974650"/>
              <a:ext cx="32475" cy="29550"/>
            </a:xfrm>
            <a:custGeom>
              <a:avLst/>
              <a:gdLst/>
              <a:ahLst/>
              <a:cxnLst/>
              <a:rect l="l" t="t" r="r" b="b"/>
              <a:pathLst>
                <a:path w="1299" h="1182" extrusionOk="0">
                  <a:moveTo>
                    <a:pt x="670" y="1"/>
                  </a:moveTo>
                  <a:cubicBezTo>
                    <a:pt x="658" y="33"/>
                    <a:pt x="645" y="62"/>
                    <a:pt x="607" y="74"/>
                  </a:cubicBezTo>
                  <a:cubicBezTo>
                    <a:pt x="1" y="228"/>
                    <a:pt x="22" y="1181"/>
                    <a:pt x="680" y="1181"/>
                  </a:cubicBezTo>
                  <a:cubicBezTo>
                    <a:pt x="694" y="1181"/>
                    <a:pt x="709" y="1181"/>
                    <a:pt x="724" y="1180"/>
                  </a:cubicBezTo>
                  <a:cubicBezTo>
                    <a:pt x="1034" y="1161"/>
                    <a:pt x="1280" y="949"/>
                    <a:pt x="1290" y="628"/>
                  </a:cubicBezTo>
                  <a:cubicBezTo>
                    <a:pt x="1299" y="250"/>
                    <a:pt x="1005" y="30"/>
                    <a:pt x="6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422025" y="904275"/>
              <a:ext cx="21475" cy="19175"/>
            </a:xfrm>
            <a:custGeom>
              <a:avLst/>
              <a:gdLst/>
              <a:ahLst/>
              <a:cxnLst/>
              <a:rect l="l" t="t" r="r" b="b"/>
              <a:pathLst>
                <a:path w="859" h="767" extrusionOk="0">
                  <a:moveTo>
                    <a:pt x="449" y="1"/>
                  </a:moveTo>
                  <a:cubicBezTo>
                    <a:pt x="287" y="35"/>
                    <a:pt x="141" y="133"/>
                    <a:pt x="78" y="288"/>
                  </a:cubicBezTo>
                  <a:cubicBezTo>
                    <a:pt x="0" y="480"/>
                    <a:pt x="119" y="670"/>
                    <a:pt x="302" y="740"/>
                  </a:cubicBezTo>
                  <a:cubicBezTo>
                    <a:pt x="350" y="758"/>
                    <a:pt x="395" y="767"/>
                    <a:pt x="436" y="767"/>
                  </a:cubicBezTo>
                  <a:cubicBezTo>
                    <a:pt x="757" y="767"/>
                    <a:pt x="859" y="253"/>
                    <a:pt x="533" y="123"/>
                  </a:cubicBezTo>
                  <a:cubicBezTo>
                    <a:pt x="474" y="101"/>
                    <a:pt x="449" y="50"/>
                    <a:pt x="4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346950" y="754175"/>
              <a:ext cx="72025" cy="31675"/>
            </a:xfrm>
            <a:custGeom>
              <a:avLst/>
              <a:gdLst/>
              <a:ahLst/>
              <a:cxnLst/>
              <a:rect l="l" t="t" r="r" b="b"/>
              <a:pathLst>
                <a:path w="2881" h="1267" extrusionOk="0">
                  <a:moveTo>
                    <a:pt x="2620" y="1"/>
                  </a:moveTo>
                  <a:cubicBezTo>
                    <a:pt x="2582" y="1"/>
                    <a:pt x="2544" y="13"/>
                    <a:pt x="2509" y="40"/>
                  </a:cubicBezTo>
                  <a:cubicBezTo>
                    <a:pt x="1773" y="621"/>
                    <a:pt x="1002" y="973"/>
                    <a:pt x="79" y="1128"/>
                  </a:cubicBezTo>
                  <a:cubicBezTo>
                    <a:pt x="1" y="1143"/>
                    <a:pt x="16" y="1267"/>
                    <a:pt x="95" y="1267"/>
                  </a:cubicBezTo>
                  <a:cubicBezTo>
                    <a:pt x="96" y="1267"/>
                    <a:pt x="97" y="1267"/>
                    <a:pt x="98" y="1267"/>
                  </a:cubicBezTo>
                  <a:cubicBezTo>
                    <a:pt x="1056" y="1229"/>
                    <a:pt x="2001" y="885"/>
                    <a:pt x="2747" y="275"/>
                  </a:cubicBezTo>
                  <a:cubicBezTo>
                    <a:pt x="2881" y="167"/>
                    <a:pt x="2759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321650" y="752175"/>
              <a:ext cx="103525" cy="48125"/>
            </a:xfrm>
            <a:custGeom>
              <a:avLst/>
              <a:gdLst/>
              <a:ahLst/>
              <a:cxnLst/>
              <a:rect l="l" t="t" r="r" b="b"/>
              <a:pathLst>
                <a:path w="4141" h="1925" extrusionOk="0">
                  <a:moveTo>
                    <a:pt x="3632" y="81"/>
                  </a:moveTo>
                  <a:cubicBezTo>
                    <a:pt x="3771" y="81"/>
                    <a:pt x="3893" y="247"/>
                    <a:pt x="3759" y="355"/>
                  </a:cubicBezTo>
                  <a:cubicBezTo>
                    <a:pt x="3013" y="965"/>
                    <a:pt x="2068" y="1311"/>
                    <a:pt x="1110" y="1347"/>
                  </a:cubicBezTo>
                  <a:cubicBezTo>
                    <a:pt x="1109" y="1347"/>
                    <a:pt x="1108" y="1347"/>
                    <a:pt x="1107" y="1347"/>
                  </a:cubicBezTo>
                  <a:cubicBezTo>
                    <a:pt x="1028" y="1347"/>
                    <a:pt x="1013" y="1223"/>
                    <a:pt x="1091" y="1208"/>
                  </a:cubicBezTo>
                  <a:cubicBezTo>
                    <a:pt x="2014" y="1053"/>
                    <a:pt x="2785" y="701"/>
                    <a:pt x="3521" y="120"/>
                  </a:cubicBezTo>
                  <a:cubicBezTo>
                    <a:pt x="3556" y="93"/>
                    <a:pt x="3594" y="81"/>
                    <a:pt x="3632" y="81"/>
                  </a:cubicBezTo>
                  <a:close/>
                  <a:moveTo>
                    <a:pt x="3029" y="1"/>
                  </a:moveTo>
                  <a:cubicBezTo>
                    <a:pt x="2691" y="1"/>
                    <a:pt x="2349" y="56"/>
                    <a:pt x="1995" y="161"/>
                  </a:cubicBezTo>
                  <a:cubicBezTo>
                    <a:pt x="1587" y="278"/>
                    <a:pt x="1190" y="447"/>
                    <a:pt x="823" y="661"/>
                  </a:cubicBezTo>
                  <a:cubicBezTo>
                    <a:pt x="740" y="708"/>
                    <a:pt x="655" y="756"/>
                    <a:pt x="570" y="807"/>
                  </a:cubicBezTo>
                  <a:cubicBezTo>
                    <a:pt x="60" y="995"/>
                    <a:pt x="1" y="1340"/>
                    <a:pt x="402" y="1840"/>
                  </a:cubicBezTo>
                  <a:cubicBezTo>
                    <a:pt x="405" y="1839"/>
                    <a:pt x="409" y="1839"/>
                    <a:pt x="413" y="1839"/>
                  </a:cubicBezTo>
                  <a:cubicBezTo>
                    <a:pt x="462" y="1839"/>
                    <a:pt x="504" y="1880"/>
                    <a:pt x="512" y="1924"/>
                  </a:cubicBezTo>
                  <a:cubicBezTo>
                    <a:pt x="1885" y="1729"/>
                    <a:pt x="3541" y="1700"/>
                    <a:pt x="4141" y="205"/>
                  </a:cubicBezTo>
                  <a:cubicBezTo>
                    <a:pt x="3766" y="67"/>
                    <a:pt x="3400" y="1"/>
                    <a:pt x="3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4" name="Google Shape;604;p22"/>
          <p:cNvSpPr/>
          <p:nvPr/>
        </p:nvSpPr>
        <p:spPr>
          <a:xfrm>
            <a:off x="5385281" y="5399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2"/>
          <p:cNvSpPr/>
          <p:nvPr/>
        </p:nvSpPr>
        <p:spPr>
          <a:xfrm rot="9196425">
            <a:off x="3571590" y="3136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2"/>
          <p:cNvSpPr/>
          <p:nvPr/>
        </p:nvSpPr>
        <p:spPr>
          <a:xfrm>
            <a:off x="1790331" y="3844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2"/>
          <p:cNvSpPr/>
          <p:nvPr/>
        </p:nvSpPr>
        <p:spPr>
          <a:xfrm rot="9196425">
            <a:off x="8385578" y="24680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8569106" y="15880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2"/>
          <p:cNvSpPr/>
          <p:nvPr/>
        </p:nvSpPr>
        <p:spPr>
          <a:xfrm>
            <a:off x="8537106" y="41376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215281" y="225552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2"/>
          <p:cNvSpPr/>
          <p:nvPr/>
        </p:nvSpPr>
        <p:spPr>
          <a:xfrm>
            <a:off x="3235531" y="46513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2"/>
          <p:cNvSpPr/>
          <p:nvPr/>
        </p:nvSpPr>
        <p:spPr>
          <a:xfrm rot="9196425">
            <a:off x="4467978" y="45105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" name="Google Shape;613;p22"/>
          <p:cNvGrpSpPr/>
          <p:nvPr/>
        </p:nvGrpSpPr>
        <p:grpSpPr>
          <a:xfrm rot="1968389">
            <a:off x="7471210" y="4468082"/>
            <a:ext cx="472722" cy="433297"/>
            <a:chOff x="1149725" y="1443925"/>
            <a:chExt cx="472725" cy="433300"/>
          </a:xfrm>
        </p:grpSpPr>
        <p:sp>
          <p:nvSpPr>
            <p:cNvPr id="614" name="Google Shape;614;p22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23"/>
          <p:cNvGrpSpPr/>
          <p:nvPr/>
        </p:nvGrpSpPr>
        <p:grpSpPr>
          <a:xfrm>
            <a:off x="5975" y="450"/>
            <a:ext cx="9144000" cy="5143500"/>
            <a:chOff x="5975" y="450"/>
            <a:chExt cx="9144000" cy="5143500"/>
          </a:xfrm>
        </p:grpSpPr>
        <p:grpSp>
          <p:nvGrpSpPr>
            <p:cNvPr id="621" name="Google Shape;621;p23"/>
            <p:cNvGrpSpPr/>
            <p:nvPr/>
          </p:nvGrpSpPr>
          <p:grpSpPr>
            <a:xfrm>
              <a:off x="5975" y="246425"/>
              <a:ext cx="9144000" cy="4650650"/>
              <a:chOff x="5975" y="246425"/>
              <a:chExt cx="9144000" cy="4650650"/>
            </a:xfrm>
          </p:grpSpPr>
          <p:cxnSp>
            <p:nvCxnSpPr>
              <p:cNvPr id="622" name="Google Shape;622;p23"/>
              <p:cNvCxnSpPr/>
              <p:nvPr/>
            </p:nvCxnSpPr>
            <p:spPr>
              <a:xfrm>
                <a:off x="5975" y="24642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5975" y="79356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5975" y="134069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5" name="Google Shape;625;p23"/>
              <p:cNvCxnSpPr/>
              <p:nvPr/>
            </p:nvCxnSpPr>
            <p:spPr>
              <a:xfrm>
                <a:off x="5975" y="188783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6" name="Google Shape;626;p23"/>
              <p:cNvCxnSpPr/>
              <p:nvPr/>
            </p:nvCxnSpPr>
            <p:spPr>
              <a:xfrm>
                <a:off x="5975" y="2434966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7" name="Google Shape;627;p23"/>
              <p:cNvCxnSpPr/>
              <p:nvPr/>
            </p:nvCxnSpPr>
            <p:spPr>
              <a:xfrm>
                <a:off x="5975" y="2982101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8" name="Google Shape;628;p23"/>
              <p:cNvCxnSpPr/>
              <p:nvPr/>
            </p:nvCxnSpPr>
            <p:spPr>
              <a:xfrm>
                <a:off x="5975" y="352923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23"/>
              <p:cNvCxnSpPr/>
              <p:nvPr/>
            </p:nvCxnSpPr>
            <p:spPr>
              <a:xfrm>
                <a:off x="5975" y="4076372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0" name="Google Shape;630;p23"/>
              <p:cNvCxnSpPr/>
              <p:nvPr/>
            </p:nvCxnSpPr>
            <p:spPr>
              <a:xfrm>
                <a:off x="5975" y="380280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1" name="Google Shape;631;p23"/>
              <p:cNvCxnSpPr/>
              <p:nvPr/>
            </p:nvCxnSpPr>
            <p:spPr>
              <a:xfrm>
                <a:off x="5975" y="325566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2" name="Google Shape;632;p23"/>
              <p:cNvCxnSpPr/>
              <p:nvPr/>
            </p:nvCxnSpPr>
            <p:spPr>
              <a:xfrm>
                <a:off x="5975" y="2708534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23"/>
              <p:cNvCxnSpPr/>
              <p:nvPr/>
            </p:nvCxnSpPr>
            <p:spPr>
              <a:xfrm>
                <a:off x="5975" y="2161399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23"/>
              <p:cNvCxnSpPr/>
              <p:nvPr/>
            </p:nvCxnSpPr>
            <p:spPr>
              <a:xfrm>
                <a:off x="5975" y="161426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23"/>
              <p:cNvCxnSpPr/>
              <p:nvPr/>
            </p:nvCxnSpPr>
            <p:spPr>
              <a:xfrm>
                <a:off x="5975" y="1067128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23"/>
              <p:cNvCxnSpPr/>
              <p:nvPr/>
            </p:nvCxnSpPr>
            <p:spPr>
              <a:xfrm>
                <a:off x="5975" y="519993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7" name="Google Shape;637;p23"/>
              <p:cNvCxnSpPr/>
              <p:nvPr/>
            </p:nvCxnSpPr>
            <p:spPr>
              <a:xfrm>
                <a:off x="5975" y="4349940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8" name="Google Shape;638;p23"/>
              <p:cNvCxnSpPr/>
              <p:nvPr/>
            </p:nvCxnSpPr>
            <p:spPr>
              <a:xfrm>
                <a:off x="5975" y="4623507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23"/>
              <p:cNvCxnSpPr/>
              <p:nvPr/>
            </p:nvCxnSpPr>
            <p:spPr>
              <a:xfrm>
                <a:off x="5975" y="4897075"/>
                <a:ext cx="914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40" name="Google Shape;640;p23"/>
            <p:cNvCxnSpPr/>
            <p:nvPr/>
          </p:nvCxnSpPr>
          <p:spPr>
            <a:xfrm>
              <a:off x="562525" y="450"/>
              <a:ext cx="0" cy="5143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1" name="Google Shape;641;p23"/>
          <p:cNvGrpSpPr/>
          <p:nvPr/>
        </p:nvGrpSpPr>
        <p:grpSpPr>
          <a:xfrm rot="1800044">
            <a:off x="1129372" y="204516"/>
            <a:ext cx="162395" cy="594983"/>
            <a:chOff x="-1233634" y="2866165"/>
            <a:chExt cx="162398" cy="594996"/>
          </a:xfrm>
        </p:grpSpPr>
        <p:sp>
          <p:nvSpPr>
            <p:cNvPr id="642" name="Google Shape;642;p23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23"/>
          <p:cNvSpPr/>
          <p:nvPr/>
        </p:nvSpPr>
        <p:spPr>
          <a:xfrm>
            <a:off x="2375556" y="3486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5183806" y="5066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7988531" y="3844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7" name="Google Shape;647;p23"/>
          <p:cNvGrpSpPr/>
          <p:nvPr/>
        </p:nvGrpSpPr>
        <p:grpSpPr>
          <a:xfrm>
            <a:off x="6068994" y="270479"/>
            <a:ext cx="290179" cy="294694"/>
            <a:chOff x="5015625" y="2751225"/>
            <a:chExt cx="404825" cy="411125"/>
          </a:xfrm>
        </p:grpSpPr>
        <p:sp>
          <p:nvSpPr>
            <p:cNvPr id="648" name="Google Shape;648;p23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1" name="Google Shape;661;p23"/>
          <p:cNvSpPr/>
          <p:nvPr/>
        </p:nvSpPr>
        <p:spPr>
          <a:xfrm rot="9196425">
            <a:off x="3571590" y="3136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2" name="Google Shape;662;p23"/>
          <p:cNvGrpSpPr/>
          <p:nvPr/>
        </p:nvGrpSpPr>
        <p:grpSpPr>
          <a:xfrm>
            <a:off x="8257425" y="4232338"/>
            <a:ext cx="400150" cy="590325"/>
            <a:chOff x="-3685000" y="236025"/>
            <a:chExt cx="400150" cy="590325"/>
          </a:xfrm>
        </p:grpSpPr>
        <p:sp>
          <p:nvSpPr>
            <p:cNvPr id="663" name="Google Shape;663;p23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3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3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9" name="Google Shape;669;p23"/>
          <p:cNvSpPr/>
          <p:nvPr/>
        </p:nvSpPr>
        <p:spPr>
          <a:xfrm>
            <a:off x="8088256" y="25717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3"/>
          <p:cNvSpPr/>
          <p:nvPr/>
        </p:nvSpPr>
        <p:spPr>
          <a:xfrm rot="9196425">
            <a:off x="8292503" y="15431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3"/>
          <p:cNvSpPr/>
          <p:nvPr/>
        </p:nvSpPr>
        <p:spPr>
          <a:xfrm rot="9196425">
            <a:off x="6548203" y="45340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1125206" y="47806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3"/>
          <p:cNvSpPr/>
          <p:nvPr/>
        </p:nvSpPr>
        <p:spPr>
          <a:xfrm>
            <a:off x="5183806" y="42850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4" name="Google Shape;674;p23"/>
          <p:cNvGrpSpPr/>
          <p:nvPr/>
        </p:nvGrpSpPr>
        <p:grpSpPr>
          <a:xfrm rot="3600079">
            <a:off x="2460816" y="4528145"/>
            <a:ext cx="290190" cy="294706"/>
            <a:chOff x="5015625" y="2751225"/>
            <a:chExt cx="404825" cy="411125"/>
          </a:xfrm>
        </p:grpSpPr>
        <p:sp>
          <p:nvSpPr>
            <p:cNvPr id="675" name="Google Shape;675;p23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3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3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3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3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8" name="Google Shape;688;p23"/>
          <p:cNvSpPr/>
          <p:nvPr/>
        </p:nvSpPr>
        <p:spPr>
          <a:xfrm>
            <a:off x="920206" y="21079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ango"/>
              <a:buNone/>
              <a:defRPr sz="35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●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fortaa"/>
              <a:buChar char="○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fortaa"/>
              <a:buChar char="■"/>
              <a:defRPr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5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6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7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32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3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0.xml"/><Relationship Id="rId11" Type="http://schemas.openxmlformats.org/officeDocument/2006/relationships/slide" Target="slide28.xml"/><Relationship Id="rId5" Type="http://schemas.openxmlformats.org/officeDocument/2006/relationships/slide" Target="slide9.xml"/><Relationship Id="rId10" Type="http://schemas.openxmlformats.org/officeDocument/2006/relationships/slide" Target="slide22.xml"/><Relationship Id="rId4" Type="http://schemas.openxmlformats.org/officeDocument/2006/relationships/slide" Target="slide8.xml"/><Relationship Id="rId9" Type="http://schemas.openxmlformats.org/officeDocument/2006/relationships/slide" Target="slide17.xml"/><Relationship Id="rId1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2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7.xml"/><Relationship Id="rId4" Type="http://schemas.openxmlformats.org/officeDocument/2006/relationships/slide" Target="slide8.xml"/><Relationship Id="rId9" Type="http://schemas.openxmlformats.org/officeDocument/2006/relationships/slide" Target="slide16.xml"/><Relationship Id="rId14" Type="http://schemas.openxmlformats.org/officeDocument/2006/relationships/slide" Target="slide3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2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7.xml"/><Relationship Id="rId4" Type="http://schemas.openxmlformats.org/officeDocument/2006/relationships/slide" Target="slide8.xml"/><Relationship Id="rId9" Type="http://schemas.openxmlformats.org/officeDocument/2006/relationships/slide" Target="slide16.xml"/><Relationship Id="rId14" Type="http://schemas.openxmlformats.org/officeDocument/2006/relationships/slide" Target="slide3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12" Type="http://schemas.openxmlformats.org/officeDocument/2006/relationships/slide" Target="slide2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7.xml"/><Relationship Id="rId4" Type="http://schemas.openxmlformats.org/officeDocument/2006/relationships/slide" Target="slide8.xml"/><Relationship Id="rId9" Type="http://schemas.openxmlformats.org/officeDocument/2006/relationships/slide" Target="slide16.xml"/><Relationship Id="rId14" Type="http://schemas.openxmlformats.org/officeDocument/2006/relationships/slide" Target="slide3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7.xml"/><Relationship Id="rId4" Type="http://schemas.openxmlformats.org/officeDocument/2006/relationships/slide" Target="slide8.xml"/><Relationship Id="rId9" Type="http://schemas.openxmlformats.org/officeDocument/2006/relationships/slide" Target="slide13.xml"/><Relationship Id="rId14" Type="http://schemas.openxmlformats.org/officeDocument/2006/relationships/slide" Target="slide3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3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3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3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3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22.xml"/><Relationship Id="rId5" Type="http://schemas.openxmlformats.org/officeDocument/2006/relationships/slide" Target="slide9.xml"/><Relationship Id="rId10" Type="http://schemas.openxmlformats.org/officeDocument/2006/relationships/slide" Target="slide13.xml"/><Relationship Id="rId4" Type="http://schemas.openxmlformats.org/officeDocument/2006/relationships/slide" Target="slide8.xml"/><Relationship Id="rId9" Type="http://schemas.openxmlformats.org/officeDocument/2006/relationships/slide" Target="slide12.xml"/><Relationship Id="rId14" Type="http://schemas.openxmlformats.org/officeDocument/2006/relationships/slide" Target="slide3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6" Type="http://schemas.openxmlformats.org/officeDocument/2006/relationships/slide" Target="slide10.xml"/><Relationship Id="rId11" Type="http://schemas.openxmlformats.org/officeDocument/2006/relationships/slide" Target="slide13.xml"/><Relationship Id="rId5" Type="http://schemas.openxmlformats.org/officeDocument/2006/relationships/slide" Target="slide9.xml"/><Relationship Id="rId10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13.xml"/><Relationship Id="rId5" Type="http://schemas.openxmlformats.org/officeDocument/2006/relationships/slide" Target="slide9.xml"/><Relationship Id="rId10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13.xml"/><Relationship Id="rId5" Type="http://schemas.openxmlformats.org/officeDocument/2006/relationships/slide" Target="slide9.xml"/><Relationship Id="rId10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13.xml"/><Relationship Id="rId5" Type="http://schemas.openxmlformats.org/officeDocument/2006/relationships/slide" Target="slide9.xml"/><Relationship Id="rId10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13.xml"/><Relationship Id="rId5" Type="http://schemas.openxmlformats.org/officeDocument/2006/relationships/slide" Target="slide9.xml"/><Relationship Id="rId10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28.xml"/><Relationship Id="rId3" Type="http://schemas.openxmlformats.org/officeDocument/2006/relationships/image" Target="../media/image1.jpg"/><Relationship Id="rId7" Type="http://schemas.openxmlformats.org/officeDocument/2006/relationships/slide" Target="slide10.xml"/><Relationship Id="rId12" Type="http://schemas.openxmlformats.org/officeDocument/2006/relationships/slide" Target="slide1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Relationship Id="rId6" Type="http://schemas.openxmlformats.org/officeDocument/2006/relationships/slide" Target="slide9.xml"/><Relationship Id="rId11" Type="http://schemas.openxmlformats.org/officeDocument/2006/relationships/slide" Target="slide12.xml"/><Relationship Id="rId5" Type="http://schemas.openxmlformats.org/officeDocument/2006/relationships/slide" Target="slide8.xml"/><Relationship Id="rId15" Type="http://schemas.openxmlformats.org/officeDocument/2006/relationships/slide" Target="slide32.xml"/><Relationship Id="rId10" Type="http://schemas.openxmlformats.org/officeDocument/2006/relationships/slide" Target="slide22.xml"/><Relationship Id="rId4" Type="http://schemas.openxmlformats.org/officeDocument/2006/relationships/slide" Target="slide4.xml"/><Relationship Id="rId9" Type="http://schemas.openxmlformats.org/officeDocument/2006/relationships/slide" Target="slide17.xml"/><Relationship Id="rId14" Type="http://schemas.openxmlformats.org/officeDocument/2006/relationships/slide" Target="slide3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1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0.xml"/><Relationship Id="rId11" Type="http://schemas.openxmlformats.org/officeDocument/2006/relationships/slide" Target="slide12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31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12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1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3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0.xml"/><Relationship Id="rId11" Type="http://schemas.openxmlformats.org/officeDocument/2006/relationships/slide" Target="slide31.xml"/><Relationship Id="rId5" Type="http://schemas.openxmlformats.org/officeDocument/2006/relationships/slide" Target="slide9.xml"/><Relationship Id="rId10" Type="http://schemas.openxmlformats.org/officeDocument/2006/relationships/slide" Target="slide28.xml"/><Relationship Id="rId4" Type="http://schemas.openxmlformats.org/officeDocument/2006/relationships/slide" Target="slide8.xml"/><Relationship Id="rId9" Type="http://schemas.openxmlformats.org/officeDocument/2006/relationships/slide" Target="slide22.xml"/><Relationship Id="rId14" Type="http://schemas.openxmlformats.org/officeDocument/2006/relationships/slide" Target="slide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back-school-chalkboard-background_896862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photo/medium-shot-smiley-man-wearing-post-its_24957783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reepik.com/free-vector/hand-drawn-back-school-sales-background_4749330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back-school-pattern-set_8852581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high-angle-people-working-together_24957780.htm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7"/>
          <p:cNvSpPr txBox="1">
            <a:spLocks noGrp="1"/>
          </p:cNvSpPr>
          <p:nvPr>
            <p:ph type="ctrTitle"/>
          </p:nvPr>
        </p:nvSpPr>
        <p:spPr>
          <a:xfrm>
            <a:off x="1040550" y="1092600"/>
            <a:ext cx="7062900" cy="22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chemeClr val="dk2"/>
                </a:highlight>
              </a:rPr>
              <a:t>Planificador </a:t>
            </a:r>
            <a:endParaRPr>
              <a:highlight>
                <a:schemeClr val="dk2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secundaria: Apuntes sobre libreta blanca</a:t>
            </a:r>
            <a:endParaRPr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700" name="Google Shape;700;p27"/>
          <p:cNvSpPr txBox="1">
            <a:spLocks noGrp="1"/>
          </p:cNvSpPr>
          <p:nvPr>
            <p:ph type="subTitle" idx="1"/>
          </p:nvPr>
        </p:nvSpPr>
        <p:spPr>
          <a:xfrm>
            <a:off x="1837500" y="3641406"/>
            <a:ext cx="546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es donde comienza tu presentación</a:t>
            </a:r>
            <a:endParaRPr/>
          </a:p>
        </p:txBody>
      </p:sp>
      <p:grpSp>
        <p:nvGrpSpPr>
          <p:cNvPr id="701" name="Google Shape;701;p27"/>
          <p:cNvGrpSpPr/>
          <p:nvPr/>
        </p:nvGrpSpPr>
        <p:grpSpPr>
          <a:xfrm rot="1800044">
            <a:off x="7736972" y="3764691"/>
            <a:ext cx="162395" cy="594983"/>
            <a:chOff x="-1233634" y="2866165"/>
            <a:chExt cx="162398" cy="594996"/>
          </a:xfrm>
        </p:grpSpPr>
        <p:sp>
          <p:nvSpPr>
            <p:cNvPr id="702" name="Google Shape;702;p27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704;p27"/>
          <p:cNvGrpSpPr/>
          <p:nvPr/>
        </p:nvGrpSpPr>
        <p:grpSpPr>
          <a:xfrm>
            <a:off x="7875700" y="2040725"/>
            <a:ext cx="472925" cy="482500"/>
            <a:chOff x="-1834575" y="1668825"/>
            <a:chExt cx="472925" cy="482500"/>
          </a:xfrm>
        </p:grpSpPr>
        <p:sp>
          <p:nvSpPr>
            <p:cNvPr id="705" name="Google Shape;705;p27"/>
            <p:cNvSpPr/>
            <p:nvPr/>
          </p:nvSpPr>
          <p:spPr>
            <a:xfrm>
              <a:off x="-1834575" y="1668825"/>
              <a:ext cx="472925" cy="482500"/>
            </a:xfrm>
            <a:custGeom>
              <a:avLst/>
              <a:gdLst/>
              <a:ahLst/>
              <a:cxnLst/>
              <a:rect l="l" t="t" r="r" b="b"/>
              <a:pathLst>
                <a:path w="18917" h="19300" extrusionOk="0">
                  <a:moveTo>
                    <a:pt x="15379" y="473"/>
                  </a:moveTo>
                  <a:cubicBezTo>
                    <a:pt x="15504" y="473"/>
                    <a:pt x="15628" y="512"/>
                    <a:pt x="15752" y="590"/>
                  </a:cubicBezTo>
                  <a:cubicBezTo>
                    <a:pt x="15888" y="659"/>
                    <a:pt x="16020" y="736"/>
                    <a:pt x="16149" y="814"/>
                  </a:cubicBezTo>
                  <a:cubicBezTo>
                    <a:pt x="16462" y="1002"/>
                    <a:pt x="16761" y="1216"/>
                    <a:pt x="17034" y="1451"/>
                  </a:cubicBezTo>
                  <a:cubicBezTo>
                    <a:pt x="17267" y="1651"/>
                    <a:pt x="18917" y="3498"/>
                    <a:pt x="17964" y="3748"/>
                  </a:cubicBezTo>
                  <a:cubicBezTo>
                    <a:pt x="17964" y="3748"/>
                    <a:pt x="17961" y="3750"/>
                    <a:pt x="17958" y="3750"/>
                  </a:cubicBezTo>
                  <a:cubicBezTo>
                    <a:pt x="17957" y="3750"/>
                    <a:pt x="17956" y="3750"/>
                    <a:pt x="17955" y="3749"/>
                  </a:cubicBezTo>
                  <a:cubicBezTo>
                    <a:pt x="17943" y="3750"/>
                    <a:pt x="17931" y="3750"/>
                    <a:pt x="17920" y="3750"/>
                  </a:cubicBezTo>
                  <a:cubicBezTo>
                    <a:pt x="16241" y="3750"/>
                    <a:pt x="15386" y="2318"/>
                    <a:pt x="14568" y="1045"/>
                  </a:cubicBezTo>
                  <a:lnTo>
                    <a:pt x="14564" y="1047"/>
                  </a:lnTo>
                  <a:cubicBezTo>
                    <a:pt x="14571" y="1030"/>
                    <a:pt x="14573" y="1011"/>
                    <a:pt x="14569" y="992"/>
                  </a:cubicBezTo>
                  <a:cubicBezTo>
                    <a:pt x="14845" y="646"/>
                    <a:pt x="15114" y="473"/>
                    <a:pt x="15379" y="473"/>
                  </a:cubicBezTo>
                  <a:close/>
                  <a:moveTo>
                    <a:pt x="14712" y="1935"/>
                  </a:moveTo>
                  <a:cubicBezTo>
                    <a:pt x="15276" y="2839"/>
                    <a:pt x="16020" y="3692"/>
                    <a:pt x="17000" y="4001"/>
                  </a:cubicBezTo>
                  <a:cubicBezTo>
                    <a:pt x="15799" y="5149"/>
                    <a:pt x="14710" y="6498"/>
                    <a:pt x="13689" y="7804"/>
                  </a:cubicBezTo>
                  <a:cubicBezTo>
                    <a:pt x="13594" y="7922"/>
                    <a:pt x="13647" y="8059"/>
                    <a:pt x="13742" y="8119"/>
                  </a:cubicBezTo>
                  <a:cubicBezTo>
                    <a:pt x="13588" y="8149"/>
                    <a:pt x="13464" y="8304"/>
                    <a:pt x="13589" y="8458"/>
                  </a:cubicBezTo>
                  <a:cubicBezTo>
                    <a:pt x="15942" y="11299"/>
                    <a:pt x="15714" y="15519"/>
                    <a:pt x="12570" y="17719"/>
                  </a:cubicBezTo>
                  <a:cubicBezTo>
                    <a:pt x="11481" y="18479"/>
                    <a:pt x="10239" y="18820"/>
                    <a:pt x="8990" y="18820"/>
                  </a:cubicBezTo>
                  <a:cubicBezTo>
                    <a:pt x="6933" y="18820"/>
                    <a:pt x="4856" y="17896"/>
                    <a:pt x="3408" y="16395"/>
                  </a:cubicBezTo>
                  <a:cubicBezTo>
                    <a:pt x="1210" y="14122"/>
                    <a:pt x="524" y="10601"/>
                    <a:pt x="2082" y="7774"/>
                  </a:cubicBezTo>
                  <a:cubicBezTo>
                    <a:pt x="3219" y="5718"/>
                    <a:pt x="5038" y="4885"/>
                    <a:pt x="6989" y="4885"/>
                  </a:cubicBezTo>
                  <a:cubicBezTo>
                    <a:pt x="8234" y="4885"/>
                    <a:pt x="9533" y="5224"/>
                    <a:pt x="10744" y="5802"/>
                  </a:cubicBezTo>
                  <a:cubicBezTo>
                    <a:pt x="10759" y="5809"/>
                    <a:pt x="10775" y="5812"/>
                    <a:pt x="10790" y="5812"/>
                  </a:cubicBezTo>
                  <a:cubicBezTo>
                    <a:pt x="10851" y="5812"/>
                    <a:pt x="10901" y="5757"/>
                    <a:pt x="10900" y="5698"/>
                  </a:cubicBezTo>
                  <a:lnTo>
                    <a:pt x="10900" y="5698"/>
                  </a:lnTo>
                  <a:cubicBezTo>
                    <a:pt x="10938" y="5732"/>
                    <a:pt x="10990" y="5754"/>
                    <a:pt x="11044" y="5754"/>
                  </a:cubicBezTo>
                  <a:cubicBezTo>
                    <a:pt x="11088" y="5754"/>
                    <a:pt x="11133" y="5740"/>
                    <a:pt x="11172" y="5706"/>
                  </a:cubicBezTo>
                  <a:cubicBezTo>
                    <a:pt x="12196" y="4835"/>
                    <a:pt x="13148" y="3861"/>
                    <a:pt x="14012" y="2829"/>
                  </a:cubicBezTo>
                  <a:cubicBezTo>
                    <a:pt x="14180" y="2630"/>
                    <a:pt x="14597" y="2271"/>
                    <a:pt x="14712" y="1935"/>
                  </a:cubicBezTo>
                  <a:close/>
                  <a:moveTo>
                    <a:pt x="15116" y="0"/>
                  </a:moveTo>
                  <a:cubicBezTo>
                    <a:pt x="15034" y="0"/>
                    <a:pt x="14952" y="9"/>
                    <a:pt x="14872" y="29"/>
                  </a:cubicBezTo>
                  <a:cubicBezTo>
                    <a:pt x="14401" y="146"/>
                    <a:pt x="14131" y="583"/>
                    <a:pt x="14320" y="1033"/>
                  </a:cubicBezTo>
                  <a:cubicBezTo>
                    <a:pt x="14279" y="1077"/>
                    <a:pt x="14262" y="1145"/>
                    <a:pt x="14299" y="1216"/>
                  </a:cubicBezTo>
                  <a:cubicBezTo>
                    <a:pt x="14357" y="1329"/>
                    <a:pt x="14418" y="1437"/>
                    <a:pt x="14481" y="1549"/>
                  </a:cubicBezTo>
                  <a:cubicBezTo>
                    <a:pt x="14464" y="1583"/>
                    <a:pt x="14452" y="1621"/>
                    <a:pt x="14474" y="1660"/>
                  </a:cubicBezTo>
                  <a:cubicBezTo>
                    <a:pt x="14595" y="1882"/>
                    <a:pt x="12976" y="3433"/>
                    <a:pt x="12747" y="3673"/>
                  </a:cubicBezTo>
                  <a:cubicBezTo>
                    <a:pt x="12152" y="4290"/>
                    <a:pt x="11525" y="4872"/>
                    <a:pt x="10897" y="5455"/>
                  </a:cubicBezTo>
                  <a:cubicBezTo>
                    <a:pt x="10844" y="5503"/>
                    <a:pt x="10830" y="5559"/>
                    <a:pt x="10844" y="5606"/>
                  </a:cubicBezTo>
                  <a:cubicBezTo>
                    <a:pt x="9847" y="4704"/>
                    <a:pt x="8588" y="4300"/>
                    <a:pt x="7309" y="4300"/>
                  </a:cubicBezTo>
                  <a:cubicBezTo>
                    <a:pt x="5237" y="4300"/>
                    <a:pt x="3113" y="5360"/>
                    <a:pt x="1968" y="7077"/>
                  </a:cubicBezTo>
                  <a:cubicBezTo>
                    <a:pt x="1" y="10032"/>
                    <a:pt x="563" y="14000"/>
                    <a:pt x="2900" y="16563"/>
                  </a:cubicBezTo>
                  <a:cubicBezTo>
                    <a:pt x="4459" y="18271"/>
                    <a:pt x="6735" y="19300"/>
                    <a:pt x="8984" y="19300"/>
                  </a:cubicBezTo>
                  <a:cubicBezTo>
                    <a:pt x="10498" y="19300"/>
                    <a:pt x="12001" y="18833"/>
                    <a:pt x="13263" y="17792"/>
                  </a:cubicBezTo>
                  <a:cubicBezTo>
                    <a:pt x="16224" y="15352"/>
                    <a:pt x="16419" y="11071"/>
                    <a:pt x="13985" y="8204"/>
                  </a:cubicBezTo>
                  <a:cubicBezTo>
                    <a:pt x="13963" y="8178"/>
                    <a:pt x="13939" y="8159"/>
                    <a:pt x="13912" y="8146"/>
                  </a:cubicBezTo>
                  <a:cubicBezTo>
                    <a:pt x="13944" y="8134"/>
                    <a:pt x="13973" y="8119"/>
                    <a:pt x="14002" y="8088"/>
                  </a:cubicBezTo>
                  <a:cubicBezTo>
                    <a:pt x="15149" y="6828"/>
                    <a:pt x="16328" y="5489"/>
                    <a:pt x="17272" y="4070"/>
                  </a:cubicBezTo>
                  <a:cubicBezTo>
                    <a:pt x="17448" y="4105"/>
                    <a:pt x="17630" y="4124"/>
                    <a:pt x="17819" y="4124"/>
                  </a:cubicBezTo>
                  <a:cubicBezTo>
                    <a:pt x="17889" y="4124"/>
                    <a:pt x="17959" y="4121"/>
                    <a:pt x="18030" y="4116"/>
                  </a:cubicBezTo>
                  <a:cubicBezTo>
                    <a:pt x="18071" y="4111"/>
                    <a:pt x="18100" y="4098"/>
                    <a:pt x="18127" y="4076"/>
                  </a:cubicBezTo>
                  <a:cubicBezTo>
                    <a:pt x="18633" y="3935"/>
                    <a:pt x="18621" y="3357"/>
                    <a:pt x="18497" y="2907"/>
                  </a:cubicBezTo>
                  <a:cubicBezTo>
                    <a:pt x="18249" y="2003"/>
                    <a:pt x="17517" y="1293"/>
                    <a:pt x="16769" y="775"/>
                  </a:cubicBezTo>
                  <a:cubicBezTo>
                    <a:pt x="16334" y="472"/>
                    <a:pt x="15708" y="0"/>
                    <a:pt x="15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-1821525" y="1717200"/>
              <a:ext cx="411975" cy="422125"/>
            </a:xfrm>
            <a:custGeom>
              <a:avLst/>
              <a:gdLst/>
              <a:ahLst/>
              <a:cxnLst/>
              <a:rect l="l" t="t" r="r" b="b"/>
              <a:pathLst>
                <a:path w="16479" h="16885" extrusionOk="0">
                  <a:moveTo>
                    <a:pt x="11092" y="4790"/>
                  </a:moveTo>
                  <a:cubicBezTo>
                    <a:pt x="11342" y="4790"/>
                    <a:pt x="11584" y="4945"/>
                    <a:pt x="11664" y="5193"/>
                  </a:cubicBezTo>
                  <a:cubicBezTo>
                    <a:pt x="11667" y="5214"/>
                    <a:pt x="11666" y="5232"/>
                    <a:pt x="11657" y="5246"/>
                  </a:cubicBezTo>
                  <a:cubicBezTo>
                    <a:pt x="11686" y="5258"/>
                    <a:pt x="11715" y="5275"/>
                    <a:pt x="11730" y="5312"/>
                  </a:cubicBezTo>
                  <a:cubicBezTo>
                    <a:pt x="11849" y="5611"/>
                    <a:pt x="11515" y="5927"/>
                    <a:pt x="11248" y="5988"/>
                  </a:cubicBezTo>
                  <a:cubicBezTo>
                    <a:pt x="11203" y="5999"/>
                    <a:pt x="11159" y="6004"/>
                    <a:pt x="11115" y="6004"/>
                  </a:cubicBezTo>
                  <a:cubicBezTo>
                    <a:pt x="10861" y="6004"/>
                    <a:pt x="10642" y="5833"/>
                    <a:pt x="10558" y="5581"/>
                  </a:cubicBezTo>
                  <a:cubicBezTo>
                    <a:pt x="10458" y="5283"/>
                    <a:pt x="10579" y="4933"/>
                    <a:pt x="10893" y="4825"/>
                  </a:cubicBezTo>
                  <a:cubicBezTo>
                    <a:pt x="10958" y="4801"/>
                    <a:pt x="11025" y="4790"/>
                    <a:pt x="11092" y="4790"/>
                  </a:cubicBezTo>
                  <a:close/>
                  <a:moveTo>
                    <a:pt x="10977" y="7771"/>
                  </a:moveTo>
                  <a:cubicBezTo>
                    <a:pt x="11202" y="7771"/>
                    <a:pt x="11422" y="7857"/>
                    <a:pt x="11584" y="8013"/>
                  </a:cubicBezTo>
                  <a:cubicBezTo>
                    <a:pt x="11599" y="8017"/>
                    <a:pt x="11615" y="8015"/>
                    <a:pt x="11630" y="8030"/>
                  </a:cubicBezTo>
                  <a:cubicBezTo>
                    <a:pt x="11997" y="8372"/>
                    <a:pt x="11842" y="9000"/>
                    <a:pt x="11475" y="9279"/>
                  </a:cubicBezTo>
                  <a:cubicBezTo>
                    <a:pt x="11339" y="9383"/>
                    <a:pt x="11186" y="9430"/>
                    <a:pt x="11035" y="9430"/>
                  </a:cubicBezTo>
                  <a:cubicBezTo>
                    <a:pt x="10754" y="9430"/>
                    <a:pt x="10478" y="9269"/>
                    <a:pt x="10319" y="9009"/>
                  </a:cubicBezTo>
                  <a:cubicBezTo>
                    <a:pt x="10079" y="8613"/>
                    <a:pt x="10152" y="8076"/>
                    <a:pt x="10594" y="7859"/>
                  </a:cubicBezTo>
                  <a:cubicBezTo>
                    <a:pt x="10716" y="7799"/>
                    <a:pt x="10848" y="7771"/>
                    <a:pt x="10977" y="7771"/>
                  </a:cubicBezTo>
                  <a:close/>
                  <a:moveTo>
                    <a:pt x="6983" y="7245"/>
                  </a:moveTo>
                  <a:cubicBezTo>
                    <a:pt x="7285" y="7245"/>
                    <a:pt x="7580" y="7433"/>
                    <a:pt x="7672" y="7714"/>
                  </a:cubicBezTo>
                  <a:cubicBezTo>
                    <a:pt x="8214" y="8013"/>
                    <a:pt x="8467" y="8727"/>
                    <a:pt x="7979" y="9206"/>
                  </a:cubicBezTo>
                  <a:cubicBezTo>
                    <a:pt x="7812" y="9371"/>
                    <a:pt x="7617" y="9440"/>
                    <a:pt x="7418" y="9440"/>
                  </a:cubicBezTo>
                  <a:cubicBezTo>
                    <a:pt x="7026" y="9440"/>
                    <a:pt x="6622" y="9170"/>
                    <a:pt x="6396" y="8839"/>
                  </a:cubicBezTo>
                  <a:cubicBezTo>
                    <a:pt x="6056" y="8351"/>
                    <a:pt x="6106" y="7533"/>
                    <a:pt x="6732" y="7291"/>
                  </a:cubicBezTo>
                  <a:cubicBezTo>
                    <a:pt x="6813" y="7260"/>
                    <a:pt x="6898" y="7245"/>
                    <a:pt x="6983" y="7245"/>
                  </a:cubicBezTo>
                  <a:close/>
                  <a:moveTo>
                    <a:pt x="2347" y="6385"/>
                  </a:moveTo>
                  <a:cubicBezTo>
                    <a:pt x="2389" y="6385"/>
                    <a:pt x="2428" y="6413"/>
                    <a:pt x="2441" y="6455"/>
                  </a:cubicBezTo>
                  <a:cubicBezTo>
                    <a:pt x="2456" y="6450"/>
                    <a:pt x="2472" y="6446"/>
                    <a:pt x="2488" y="6446"/>
                  </a:cubicBezTo>
                  <a:cubicBezTo>
                    <a:pt x="2531" y="6446"/>
                    <a:pt x="2575" y="6470"/>
                    <a:pt x="2596" y="6527"/>
                  </a:cubicBezTo>
                  <a:cubicBezTo>
                    <a:pt x="3325" y="8307"/>
                    <a:pt x="4082" y="10274"/>
                    <a:pt x="5910" y="11199"/>
                  </a:cubicBezTo>
                  <a:cubicBezTo>
                    <a:pt x="7103" y="11795"/>
                    <a:pt x="8440" y="11683"/>
                    <a:pt x="9721" y="11807"/>
                  </a:cubicBezTo>
                  <a:cubicBezTo>
                    <a:pt x="10714" y="11907"/>
                    <a:pt x="12632" y="12216"/>
                    <a:pt x="12398" y="13575"/>
                  </a:cubicBezTo>
                  <a:cubicBezTo>
                    <a:pt x="12473" y="13633"/>
                    <a:pt x="12517" y="13726"/>
                    <a:pt x="12457" y="13838"/>
                  </a:cubicBezTo>
                  <a:cubicBezTo>
                    <a:pt x="11582" y="15530"/>
                    <a:pt x="9990" y="16239"/>
                    <a:pt x="8314" y="16239"/>
                  </a:cubicBezTo>
                  <a:cubicBezTo>
                    <a:pt x="6995" y="16239"/>
                    <a:pt x="5624" y="15800"/>
                    <a:pt x="4507" y="15056"/>
                  </a:cubicBezTo>
                  <a:cubicBezTo>
                    <a:pt x="1701" y="13188"/>
                    <a:pt x="406" y="9405"/>
                    <a:pt x="2261" y="6435"/>
                  </a:cubicBezTo>
                  <a:cubicBezTo>
                    <a:pt x="2285" y="6400"/>
                    <a:pt x="2317" y="6385"/>
                    <a:pt x="2347" y="6385"/>
                  </a:cubicBezTo>
                  <a:close/>
                  <a:moveTo>
                    <a:pt x="14190" y="0"/>
                  </a:moveTo>
                  <a:cubicBezTo>
                    <a:pt x="14075" y="336"/>
                    <a:pt x="13658" y="695"/>
                    <a:pt x="13490" y="895"/>
                  </a:cubicBezTo>
                  <a:cubicBezTo>
                    <a:pt x="12624" y="1926"/>
                    <a:pt x="11674" y="2900"/>
                    <a:pt x="10650" y="3771"/>
                  </a:cubicBezTo>
                  <a:cubicBezTo>
                    <a:pt x="10611" y="3805"/>
                    <a:pt x="10566" y="3819"/>
                    <a:pt x="10522" y="3819"/>
                  </a:cubicBezTo>
                  <a:cubicBezTo>
                    <a:pt x="10468" y="3819"/>
                    <a:pt x="10415" y="3797"/>
                    <a:pt x="10376" y="3763"/>
                  </a:cubicBezTo>
                  <a:lnTo>
                    <a:pt x="10376" y="3763"/>
                  </a:lnTo>
                  <a:cubicBezTo>
                    <a:pt x="10379" y="3822"/>
                    <a:pt x="10329" y="3877"/>
                    <a:pt x="10268" y="3877"/>
                  </a:cubicBezTo>
                  <a:cubicBezTo>
                    <a:pt x="10253" y="3877"/>
                    <a:pt x="10237" y="3874"/>
                    <a:pt x="10222" y="3867"/>
                  </a:cubicBezTo>
                  <a:cubicBezTo>
                    <a:pt x="9011" y="3289"/>
                    <a:pt x="7712" y="2950"/>
                    <a:pt x="6467" y="2950"/>
                  </a:cubicBezTo>
                  <a:cubicBezTo>
                    <a:pt x="4516" y="2950"/>
                    <a:pt x="2697" y="3783"/>
                    <a:pt x="1560" y="5839"/>
                  </a:cubicBezTo>
                  <a:cubicBezTo>
                    <a:pt x="0" y="8664"/>
                    <a:pt x="688" y="12187"/>
                    <a:pt x="2885" y="14460"/>
                  </a:cubicBezTo>
                  <a:cubicBezTo>
                    <a:pt x="4332" y="15961"/>
                    <a:pt x="6410" y="16885"/>
                    <a:pt x="8467" y="16885"/>
                  </a:cubicBezTo>
                  <a:cubicBezTo>
                    <a:pt x="9717" y="16885"/>
                    <a:pt x="10959" y="16544"/>
                    <a:pt x="12048" y="15784"/>
                  </a:cubicBezTo>
                  <a:cubicBezTo>
                    <a:pt x="15192" y="13584"/>
                    <a:pt x="15420" y="9364"/>
                    <a:pt x="13067" y="6523"/>
                  </a:cubicBezTo>
                  <a:cubicBezTo>
                    <a:pt x="12942" y="6369"/>
                    <a:pt x="13066" y="6214"/>
                    <a:pt x="13220" y="6184"/>
                  </a:cubicBezTo>
                  <a:cubicBezTo>
                    <a:pt x="13125" y="6124"/>
                    <a:pt x="13072" y="5987"/>
                    <a:pt x="13167" y="5869"/>
                  </a:cubicBezTo>
                  <a:cubicBezTo>
                    <a:pt x="14187" y="4563"/>
                    <a:pt x="15276" y="3214"/>
                    <a:pt x="16478" y="2066"/>
                  </a:cubicBezTo>
                  <a:cubicBezTo>
                    <a:pt x="15498" y="1757"/>
                    <a:pt x="14752" y="904"/>
                    <a:pt x="14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-1811375" y="1876825"/>
              <a:ext cx="305675" cy="246350"/>
            </a:xfrm>
            <a:custGeom>
              <a:avLst/>
              <a:gdLst/>
              <a:ahLst/>
              <a:cxnLst/>
              <a:rect l="l" t="t" r="r" b="b"/>
              <a:pathLst>
                <a:path w="12227" h="9854" extrusionOk="0">
                  <a:moveTo>
                    <a:pt x="1981" y="285"/>
                  </a:moveTo>
                  <a:cubicBezTo>
                    <a:pt x="2402" y="2179"/>
                    <a:pt x="3308" y="4103"/>
                    <a:pt x="5040" y="5124"/>
                  </a:cubicBezTo>
                  <a:cubicBezTo>
                    <a:pt x="5781" y="5556"/>
                    <a:pt x="6549" y="5724"/>
                    <a:pt x="7400" y="5819"/>
                  </a:cubicBezTo>
                  <a:cubicBezTo>
                    <a:pt x="8265" y="5909"/>
                    <a:pt x="11718" y="5685"/>
                    <a:pt x="11542" y="7204"/>
                  </a:cubicBezTo>
                  <a:cubicBezTo>
                    <a:pt x="11535" y="7275"/>
                    <a:pt x="11552" y="7329"/>
                    <a:pt x="11586" y="7374"/>
                  </a:cubicBezTo>
                  <a:cubicBezTo>
                    <a:pt x="10654" y="8762"/>
                    <a:pt x="9247" y="9370"/>
                    <a:pt x="7784" y="9370"/>
                  </a:cubicBezTo>
                  <a:cubicBezTo>
                    <a:pt x="6336" y="9370"/>
                    <a:pt x="4833" y="8774"/>
                    <a:pt x="3680" y="7749"/>
                  </a:cubicBezTo>
                  <a:cubicBezTo>
                    <a:pt x="1476" y="5785"/>
                    <a:pt x="953" y="2974"/>
                    <a:pt x="1979" y="285"/>
                  </a:cubicBezTo>
                  <a:close/>
                  <a:moveTo>
                    <a:pt x="1941" y="0"/>
                  </a:moveTo>
                  <a:cubicBezTo>
                    <a:pt x="1911" y="0"/>
                    <a:pt x="1879" y="15"/>
                    <a:pt x="1855" y="50"/>
                  </a:cubicBezTo>
                  <a:cubicBezTo>
                    <a:pt x="0" y="3020"/>
                    <a:pt x="1295" y="6803"/>
                    <a:pt x="4101" y="8670"/>
                  </a:cubicBezTo>
                  <a:cubicBezTo>
                    <a:pt x="5218" y="9414"/>
                    <a:pt x="6590" y="9853"/>
                    <a:pt x="7909" y="9853"/>
                  </a:cubicBezTo>
                  <a:cubicBezTo>
                    <a:pt x="9585" y="9853"/>
                    <a:pt x="11176" y="9145"/>
                    <a:pt x="12051" y="7453"/>
                  </a:cubicBezTo>
                  <a:cubicBezTo>
                    <a:pt x="12111" y="7341"/>
                    <a:pt x="12067" y="7246"/>
                    <a:pt x="11992" y="7190"/>
                  </a:cubicBezTo>
                  <a:cubicBezTo>
                    <a:pt x="12226" y="5831"/>
                    <a:pt x="10308" y="5522"/>
                    <a:pt x="9315" y="5422"/>
                  </a:cubicBezTo>
                  <a:cubicBezTo>
                    <a:pt x="8034" y="5298"/>
                    <a:pt x="6697" y="5410"/>
                    <a:pt x="5504" y="4814"/>
                  </a:cubicBezTo>
                  <a:cubicBezTo>
                    <a:pt x="3676" y="3889"/>
                    <a:pt x="2919" y="1922"/>
                    <a:pt x="2190" y="142"/>
                  </a:cubicBezTo>
                  <a:cubicBezTo>
                    <a:pt x="2169" y="85"/>
                    <a:pt x="2125" y="61"/>
                    <a:pt x="2082" y="61"/>
                  </a:cubicBezTo>
                  <a:cubicBezTo>
                    <a:pt x="2066" y="61"/>
                    <a:pt x="2050" y="65"/>
                    <a:pt x="2035" y="70"/>
                  </a:cubicBezTo>
                  <a:cubicBezTo>
                    <a:pt x="2022" y="28"/>
                    <a:pt x="1983" y="0"/>
                    <a:pt x="1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-1787550" y="1883925"/>
              <a:ext cx="269150" cy="227150"/>
            </a:xfrm>
            <a:custGeom>
              <a:avLst/>
              <a:gdLst/>
              <a:ahLst/>
              <a:cxnLst/>
              <a:rect l="l" t="t" r="r" b="b"/>
              <a:pathLst>
                <a:path w="10766" h="9086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0" y="2690"/>
                    <a:pt x="523" y="5503"/>
                    <a:pt x="2727" y="7465"/>
                  </a:cubicBezTo>
                  <a:cubicBezTo>
                    <a:pt x="3880" y="8490"/>
                    <a:pt x="5384" y="9086"/>
                    <a:pt x="6832" y="9086"/>
                  </a:cubicBezTo>
                  <a:cubicBezTo>
                    <a:pt x="8295" y="9086"/>
                    <a:pt x="9701" y="8478"/>
                    <a:pt x="10633" y="7090"/>
                  </a:cubicBezTo>
                  <a:cubicBezTo>
                    <a:pt x="10599" y="7045"/>
                    <a:pt x="10582" y="6991"/>
                    <a:pt x="10589" y="6920"/>
                  </a:cubicBezTo>
                  <a:cubicBezTo>
                    <a:pt x="10765" y="5401"/>
                    <a:pt x="7312" y="5625"/>
                    <a:pt x="6447" y="5535"/>
                  </a:cubicBezTo>
                  <a:cubicBezTo>
                    <a:pt x="5596" y="5440"/>
                    <a:pt x="4828" y="5274"/>
                    <a:pt x="4089" y="4840"/>
                  </a:cubicBezTo>
                  <a:cubicBezTo>
                    <a:pt x="2355" y="3819"/>
                    <a:pt x="1449" y="1895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-1569550" y="1911450"/>
              <a:ext cx="47950" cy="41525"/>
            </a:xfrm>
            <a:custGeom>
              <a:avLst/>
              <a:gdLst/>
              <a:ahLst/>
              <a:cxnLst/>
              <a:rect l="l" t="t" r="r" b="b"/>
              <a:pathLst>
                <a:path w="1918" h="1661" extrusionOk="0">
                  <a:moveTo>
                    <a:pt x="945" y="264"/>
                  </a:moveTo>
                  <a:cubicBezTo>
                    <a:pt x="1091" y="264"/>
                    <a:pt x="1238" y="310"/>
                    <a:pt x="1354" y="396"/>
                  </a:cubicBezTo>
                  <a:cubicBezTo>
                    <a:pt x="1356" y="405"/>
                    <a:pt x="1354" y="415"/>
                    <a:pt x="1359" y="423"/>
                  </a:cubicBezTo>
                  <a:cubicBezTo>
                    <a:pt x="1514" y="714"/>
                    <a:pt x="1480" y="1093"/>
                    <a:pt x="1186" y="1290"/>
                  </a:cubicBezTo>
                  <a:cubicBezTo>
                    <a:pt x="1108" y="1341"/>
                    <a:pt x="1026" y="1364"/>
                    <a:pt x="946" y="1364"/>
                  </a:cubicBezTo>
                  <a:cubicBezTo>
                    <a:pt x="764" y="1364"/>
                    <a:pt x="590" y="1247"/>
                    <a:pt x="488" y="1079"/>
                  </a:cubicBezTo>
                  <a:cubicBezTo>
                    <a:pt x="336" y="836"/>
                    <a:pt x="352" y="513"/>
                    <a:pt x="615" y="352"/>
                  </a:cubicBezTo>
                  <a:cubicBezTo>
                    <a:pt x="715" y="292"/>
                    <a:pt x="830" y="264"/>
                    <a:pt x="945" y="264"/>
                  </a:cubicBezTo>
                  <a:close/>
                  <a:moveTo>
                    <a:pt x="898" y="1"/>
                  </a:moveTo>
                  <a:cubicBezTo>
                    <a:pt x="769" y="1"/>
                    <a:pt x="637" y="29"/>
                    <a:pt x="515" y="89"/>
                  </a:cubicBezTo>
                  <a:cubicBezTo>
                    <a:pt x="75" y="306"/>
                    <a:pt x="0" y="843"/>
                    <a:pt x="241" y="1239"/>
                  </a:cubicBezTo>
                  <a:cubicBezTo>
                    <a:pt x="400" y="1499"/>
                    <a:pt x="675" y="1660"/>
                    <a:pt x="956" y="1660"/>
                  </a:cubicBezTo>
                  <a:cubicBezTo>
                    <a:pt x="1107" y="1660"/>
                    <a:pt x="1260" y="1613"/>
                    <a:pt x="1396" y="1509"/>
                  </a:cubicBezTo>
                  <a:cubicBezTo>
                    <a:pt x="1763" y="1230"/>
                    <a:pt x="1918" y="602"/>
                    <a:pt x="1551" y="262"/>
                  </a:cubicBezTo>
                  <a:cubicBezTo>
                    <a:pt x="1536" y="245"/>
                    <a:pt x="1520" y="247"/>
                    <a:pt x="1505" y="243"/>
                  </a:cubicBezTo>
                  <a:cubicBezTo>
                    <a:pt x="1343" y="87"/>
                    <a:pt x="1123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-1561150" y="1918025"/>
              <a:ext cx="29450" cy="27550"/>
            </a:xfrm>
            <a:custGeom>
              <a:avLst/>
              <a:gdLst/>
              <a:ahLst/>
              <a:cxnLst/>
              <a:rect l="l" t="t" r="r" b="b"/>
              <a:pathLst>
                <a:path w="1178" h="1102" extrusionOk="0">
                  <a:moveTo>
                    <a:pt x="609" y="1"/>
                  </a:moveTo>
                  <a:cubicBezTo>
                    <a:pt x="494" y="1"/>
                    <a:pt x="379" y="29"/>
                    <a:pt x="279" y="89"/>
                  </a:cubicBezTo>
                  <a:cubicBezTo>
                    <a:pt x="14" y="250"/>
                    <a:pt x="0" y="573"/>
                    <a:pt x="152" y="816"/>
                  </a:cubicBezTo>
                  <a:cubicBezTo>
                    <a:pt x="254" y="984"/>
                    <a:pt x="427" y="1101"/>
                    <a:pt x="609" y="1101"/>
                  </a:cubicBezTo>
                  <a:cubicBezTo>
                    <a:pt x="689" y="1101"/>
                    <a:pt x="772" y="1078"/>
                    <a:pt x="850" y="1027"/>
                  </a:cubicBezTo>
                  <a:cubicBezTo>
                    <a:pt x="1144" y="830"/>
                    <a:pt x="1178" y="449"/>
                    <a:pt x="1023" y="160"/>
                  </a:cubicBezTo>
                  <a:cubicBezTo>
                    <a:pt x="1018" y="152"/>
                    <a:pt x="1020" y="142"/>
                    <a:pt x="1018" y="133"/>
                  </a:cubicBezTo>
                  <a:cubicBezTo>
                    <a:pt x="902" y="47"/>
                    <a:pt x="755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-1670125" y="1898300"/>
              <a:ext cx="60275" cy="54925"/>
            </a:xfrm>
            <a:custGeom>
              <a:avLst/>
              <a:gdLst/>
              <a:ahLst/>
              <a:cxnLst/>
              <a:rect l="l" t="t" r="r" b="b"/>
              <a:pathLst>
                <a:path w="2411" h="2197" extrusionOk="0">
                  <a:moveTo>
                    <a:pt x="974" y="308"/>
                  </a:moveTo>
                  <a:cubicBezTo>
                    <a:pt x="1203" y="308"/>
                    <a:pt x="1420" y="484"/>
                    <a:pt x="1482" y="744"/>
                  </a:cubicBezTo>
                  <a:cubicBezTo>
                    <a:pt x="1491" y="780"/>
                    <a:pt x="1523" y="797"/>
                    <a:pt x="1557" y="797"/>
                  </a:cubicBezTo>
                  <a:cubicBezTo>
                    <a:pt x="1586" y="797"/>
                    <a:pt x="1617" y="783"/>
                    <a:pt x="1631" y="757"/>
                  </a:cubicBezTo>
                  <a:cubicBezTo>
                    <a:pt x="1877" y="1019"/>
                    <a:pt x="1998" y="1403"/>
                    <a:pt x="1711" y="1705"/>
                  </a:cubicBezTo>
                  <a:cubicBezTo>
                    <a:pt x="1607" y="1814"/>
                    <a:pt x="1485" y="1858"/>
                    <a:pt x="1359" y="1858"/>
                  </a:cubicBezTo>
                  <a:cubicBezTo>
                    <a:pt x="1118" y="1858"/>
                    <a:pt x="864" y="1697"/>
                    <a:pt x="702" y="1520"/>
                  </a:cubicBezTo>
                  <a:cubicBezTo>
                    <a:pt x="442" y="1238"/>
                    <a:pt x="333" y="791"/>
                    <a:pt x="614" y="480"/>
                  </a:cubicBezTo>
                  <a:cubicBezTo>
                    <a:pt x="721" y="361"/>
                    <a:pt x="850" y="308"/>
                    <a:pt x="974" y="308"/>
                  </a:cubicBezTo>
                  <a:close/>
                  <a:moveTo>
                    <a:pt x="927" y="1"/>
                  </a:moveTo>
                  <a:cubicBezTo>
                    <a:pt x="842" y="1"/>
                    <a:pt x="757" y="16"/>
                    <a:pt x="676" y="47"/>
                  </a:cubicBezTo>
                  <a:cubicBezTo>
                    <a:pt x="50" y="289"/>
                    <a:pt x="0" y="1107"/>
                    <a:pt x="340" y="1595"/>
                  </a:cubicBezTo>
                  <a:cubicBezTo>
                    <a:pt x="567" y="1926"/>
                    <a:pt x="971" y="2196"/>
                    <a:pt x="1363" y="2196"/>
                  </a:cubicBezTo>
                  <a:cubicBezTo>
                    <a:pt x="1561" y="2196"/>
                    <a:pt x="1756" y="2127"/>
                    <a:pt x="1923" y="1962"/>
                  </a:cubicBezTo>
                  <a:cubicBezTo>
                    <a:pt x="2411" y="1483"/>
                    <a:pt x="2158" y="769"/>
                    <a:pt x="1616" y="470"/>
                  </a:cubicBezTo>
                  <a:cubicBezTo>
                    <a:pt x="1524" y="189"/>
                    <a:pt x="1229" y="1"/>
                    <a:pt x="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-1661800" y="1906000"/>
              <a:ext cx="41650" cy="38775"/>
            </a:xfrm>
            <a:custGeom>
              <a:avLst/>
              <a:gdLst/>
              <a:ahLst/>
              <a:cxnLst/>
              <a:rect l="l" t="t" r="r" b="b"/>
              <a:pathLst>
                <a:path w="1666" h="1551" extrusionOk="0">
                  <a:moveTo>
                    <a:pt x="641" y="0"/>
                  </a:moveTo>
                  <a:cubicBezTo>
                    <a:pt x="517" y="0"/>
                    <a:pt x="388" y="53"/>
                    <a:pt x="281" y="172"/>
                  </a:cubicBezTo>
                  <a:cubicBezTo>
                    <a:pt x="0" y="483"/>
                    <a:pt x="109" y="930"/>
                    <a:pt x="369" y="1212"/>
                  </a:cubicBezTo>
                  <a:cubicBezTo>
                    <a:pt x="531" y="1389"/>
                    <a:pt x="785" y="1551"/>
                    <a:pt x="1025" y="1551"/>
                  </a:cubicBezTo>
                  <a:cubicBezTo>
                    <a:pt x="1152" y="1551"/>
                    <a:pt x="1274" y="1506"/>
                    <a:pt x="1378" y="1397"/>
                  </a:cubicBezTo>
                  <a:cubicBezTo>
                    <a:pt x="1665" y="1097"/>
                    <a:pt x="1544" y="711"/>
                    <a:pt x="1298" y="449"/>
                  </a:cubicBezTo>
                  <a:cubicBezTo>
                    <a:pt x="1284" y="475"/>
                    <a:pt x="1253" y="489"/>
                    <a:pt x="1224" y="489"/>
                  </a:cubicBezTo>
                  <a:cubicBezTo>
                    <a:pt x="1190" y="489"/>
                    <a:pt x="1158" y="472"/>
                    <a:pt x="1149" y="436"/>
                  </a:cubicBezTo>
                  <a:cubicBezTo>
                    <a:pt x="1087" y="176"/>
                    <a:pt x="870" y="0"/>
                    <a:pt x="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-1560100" y="1836950"/>
              <a:ext cx="34825" cy="30350"/>
            </a:xfrm>
            <a:custGeom>
              <a:avLst/>
              <a:gdLst/>
              <a:ahLst/>
              <a:cxnLst/>
              <a:rect l="l" t="t" r="r" b="b"/>
              <a:pathLst>
                <a:path w="1393" h="1214" extrusionOk="0">
                  <a:moveTo>
                    <a:pt x="680" y="235"/>
                  </a:moveTo>
                  <a:cubicBezTo>
                    <a:pt x="837" y="235"/>
                    <a:pt x="996" y="326"/>
                    <a:pt x="1075" y="463"/>
                  </a:cubicBezTo>
                  <a:cubicBezTo>
                    <a:pt x="1076" y="475"/>
                    <a:pt x="1085" y="473"/>
                    <a:pt x="1088" y="480"/>
                  </a:cubicBezTo>
                  <a:cubicBezTo>
                    <a:pt x="1076" y="492"/>
                    <a:pt x="1059" y="507"/>
                    <a:pt x="1051" y="529"/>
                  </a:cubicBezTo>
                  <a:cubicBezTo>
                    <a:pt x="998" y="690"/>
                    <a:pt x="959" y="828"/>
                    <a:pt x="786" y="906"/>
                  </a:cubicBezTo>
                  <a:cubicBezTo>
                    <a:pt x="742" y="925"/>
                    <a:pt x="698" y="934"/>
                    <a:pt x="656" y="934"/>
                  </a:cubicBezTo>
                  <a:cubicBezTo>
                    <a:pt x="535" y="934"/>
                    <a:pt x="426" y="859"/>
                    <a:pt x="375" y="733"/>
                  </a:cubicBezTo>
                  <a:cubicBezTo>
                    <a:pt x="305" y="571"/>
                    <a:pt x="339" y="368"/>
                    <a:pt x="505" y="278"/>
                  </a:cubicBezTo>
                  <a:cubicBezTo>
                    <a:pt x="560" y="248"/>
                    <a:pt x="620" y="235"/>
                    <a:pt x="680" y="235"/>
                  </a:cubicBezTo>
                  <a:close/>
                  <a:moveTo>
                    <a:pt x="635" y="0"/>
                  </a:moveTo>
                  <a:cubicBezTo>
                    <a:pt x="568" y="0"/>
                    <a:pt x="501" y="11"/>
                    <a:pt x="436" y="35"/>
                  </a:cubicBezTo>
                  <a:cubicBezTo>
                    <a:pt x="122" y="143"/>
                    <a:pt x="1" y="493"/>
                    <a:pt x="101" y="791"/>
                  </a:cubicBezTo>
                  <a:cubicBezTo>
                    <a:pt x="185" y="1043"/>
                    <a:pt x="404" y="1214"/>
                    <a:pt x="658" y="1214"/>
                  </a:cubicBezTo>
                  <a:cubicBezTo>
                    <a:pt x="702" y="1214"/>
                    <a:pt x="746" y="1209"/>
                    <a:pt x="791" y="1198"/>
                  </a:cubicBezTo>
                  <a:cubicBezTo>
                    <a:pt x="1058" y="1137"/>
                    <a:pt x="1392" y="821"/>
                    <a:pt x="1273" y="522"/>
                  </a:cubicBezTo>
                  <a:cubicBezTo>
                    <a:pt x="1258" y="485"/>
                    <a:pt x="1229" y="468"/>
                    <a:pt x="1200" y="456"/>
                  </a:cubicBezTo>
                  <a:cubicBezTo>
                    <a:pt x="1209" y="442"/>
                    <a:pt x="1210" y="424"/>
                    <a:pt x="1207" y="403"/>
                  </a:cubicBezTo>
                  <a:cubicBezTo>
                    <a:pt x="1127" y="155"/>
                    <a:pt x="885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7"/>
            <p:cNvSpPr/>
            <p:nvPr/>
          </p:nvSpPr>
          <p:spPr>
            <a:xfrm>
              <a:off x="-1470475" y="1680625"/>
              <a:ext cx="108825" cy="81975"/>
            </a:xfrm>
            <a:custGeom>
              <a:avLst/>
              <a:gdLst/>
              <a:ahLst/>
              <a:cxnLst/>
              <a:rect l="l" t="t" r="r" b="b"/>
              <a:pathLst>
                <a:path w="4353" h="3279" extrusionOk="0">
                  <a:moveTo>
                    <a:pt x="946" y="389"/>
                  </a:moveTo>
                  <a:cubicBezTo>
                    <a:pt x="979" y="389"/>
                    <a:pt x="1011" y="403"/>
                    <a:pt x="1030" y="437"/>
                  </a:cubicBezTo>
                  <a:cubicBezTo>
                    <a:pt x="1507" y="1327"/>
                    <a:pt x="2200" y="1864"/>
                    <a:pt x="3097" y="2289"/>
                  </a:cubicBezTo>
                  <a:cubicBezTo>
                    <a:pt x="3249" y="2358"/>
                    <a:pt x="3179" y="2602"/>
                    <a:pt x="3032" y="2602"/>
                  </a:cubicBezTo>
                  <a:cubicBezTo>
                    <a:pt x="3017" y="2602"/>
                    <a:pt x="3002" y="2599"/>
                    <a:pt x="2987" y="2594"/>
                  </a:cubicBezTo>
                  <a:cubicBezTo>
                    <a:pt x="1996" y="2267"/>
                    <a:pt x="1244" y="1470"/>
                    <a:pt x="833" y="530"/>
                  </a:cubicBezTo>
                  <a:cubicBezTo>
                    <a:pt x="798" y="454"/>
                    <a:pt x="875" y="389"/>
                    <a:pt x="946" y="389"/>
                  </a:cubicBezTo>
                  <a:close/>
                  <a:moveTo>
                    <a:pt x="815" y="1"/>
                  </a:moveTo>
                  <a:cubicBezTo>
                    <a:pt x="550" y="1"/>
                    <a:pt x="281" y="174"/>
                    <a:pt x="5" y="520"/>
                  </a:cubicBezTo>
                  <a:cubicBezTo>
                    <a:pt x="9" y="539"/>
                    <a:pt x="7" y="558"/>
                    <a:pt x="0" y="575"/>
                  </a:cubicBezTo>
                  <a:lnTo>
                    <a:pt x="4" y="573"/>
                  </a:lnTo>
                  <a:cubicBezTo>
                    <a:pt x="822" y="1846"/>
                    <a:pt x="1677" y="3278"/>
                    <a:pt x="3356" y="3278"/>
                  </a:cubicBezTo>
                  <a:cubicBezTo>
                    <a:pt x="3367" y="3278"/>
                    <a:pt x="3379" y="3278"/>
                    <a:pt x="3391" y="3277"/>
                  </a:cubicBezTo>
                  <a:cubicBezTo>
                    <a:pt x="3393" y="3278"/>
                    <a:pt x="3394" y="3278"/>
                    <a:pt x="3396" y="3278"/>
                  </a:cubicBezTo>
                  <a:cubicBezTo>
                    <a:pt x="3398" y="3278"/>
                    <a:pt x="3400" y="3277"/>
                    <a:pt x="3400" y="3277"/>
                  </a:cubicBezTo>
                  <a:cubicBezTo>
                    <a:pt x="4353" y="3028"/>
                    <a:pt x="2703" y="1179"/>
                    <a:pt x="2470" y="979"/>
                  </a:cubicBezTo>
                  <a:cubicBezTo>
                    <a:pt x="2197" y="744"/>
                    <a:pt x="1898" y="530"/>
                    <a:pt x="1585" y="344"/>
                  </a:cubicBezTo>
                  <a:cubicBezTo>
                    <a:pt x="1456" y="264"/>
                    <a:pt x="1324" y="187"/>
                    <a:pt x="1188" y="118"/>
                  </a:cubicBezTo>
                  <a:cubicBezTo>
                    <a:pt x="1064" y="40"/>
                    <a:pt x="940" y="1"/>
                    <a:pt x="8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7"/>
            <p:cNvSpPr/>
            <p:nvPr/>
          </p:nvSpPr>
          <p:spPr>
            <a:xfrm>
              <a:off x="-1552500" y="1842825"/>
              <a:ext cx="19625" cy="17475"/>
            </a:xfrm>
            <a:custGeom>
              <a:avLst/>
              <a:gdLst/>
              <a:ahLst/>
              <a:cxnLst/>
              <a:rect l="l" t="t" r="r" b="b"/>
              <a:pathLst>
                <a:path w="785" h="699" extrusionOk="0">
                  <a:moveTo>
                    <a:pt x="376" y="0"/>
                  </a:moveTo>
                  <a:cubicBezTo>
                    <a:pt x="316" y="0"/>
                    <a:pt x="256" y="13"/>
                    <a:pt x="201" y="43"/>
                  </a:cubicBezTo>
                  <a:cubicBezTo>
                    <a:pt x="35" y="133"/>
                    <a:pt x="1" y="336"/>
                    <a:pt x="71" y="498"/>
                  </a:cubicBezTo>
                  <a:cubicBezTo>
                    <a:pt x="122" y="624"/>
                    <a:pt x="231" y="699"/>
                    <a:pt x="352" y="699"/>
                  </a:cubicBezTo>
                  <a:cubicBezTo>
                    <a:pt x="394" y="699"/>
                    <a:pt x="438" y="690"/>
                    <a:pt x="482" y="671"/>
                  </a:cubicBezTo>
                  <a:cubicBezTo>
                    <a:pt x="655" y="593"/>
                    <a:pt x="694" y="455"/>
                    <a:pt x="747" y="294"/>
                  </a:cubicBezTo>
                  <a:lnTo>
                    <a:pt x="747" y="296"/>
                  </a:lnTo>
                  <a:cubicBezTo>
                    <a:pt x="755" y="272"/>
                    <a:pt x="772" y="258"/>
                    <a:pt x="784" y="245"/>
                  </a:cubicBezTo>
                  <a:cubicBezTo>
                    <a:pt x="781" y="238"/>
                    <a:pt x="772" y="240"/>
                    <a:pt x="771" y="228"/>
                  </a:cubicBezTo>
                  <a:cubicBezTo>
                    <a:pt x="692" y="91"/>
                    <a:pt x="533" y="0"/>
                    <a:pt x="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7"/>
            <p:cNvSpPr/>
            <p:nvPr/>
          </p:nvSpPr>
          <p:spPr>
            <a:xfrm>
              <a:off x="-1450550" y="1690350"/>
              <a:ext cx="61325" cy="55325"/>
            </a:xfrm>
            <a:custGeom>
              <a:avLst/>
              <a:gdLst/>
              <a:ahLst/>
              <a:cxnLst/>
              <a:rect l="l" t="t" r="r" b="b"/>
              <a:pathLst>
                <a:path w="2453" h="2213" extrusionOk="0">
                  <a:moveTo>
                    <a:pt x="149" y="0"/>
                  </a:moveTo>
                  <a:cubicBezTo>
                    <a:pt x="77" y="0"/>
                    <a:pt x="0" y="65"/>
                    <a:pt x="34" y="141"/>
                  </a:cubicBezTo>
                  <a:cubicBezTo>
                    <a:pt x="447" y="1081"/>
                    <a:pt x="1198" y="1878"/>
                    <a:pt x="2190" y="2205"/>
                  </a:cubicBezTo>
                  <a:cubicBezTo>
                    <a:pt x="2205" y="2210"/>
                    <a:pt x="2220" y="2213"/>
                    <a:pt x="2235" y="2213"/>
                  </a:cubicBezTo>
                  <a:cubicBezTo>
                    <a:pt x="2382" y="2213"/>
                    <a:pt x="2452" y="1969"/>
                    <a:pt x="2300" y="1900"/>
                  </a:cubicBezTo>
                  <a:cubicBezTo>
                    <a:pt x="1403" y="1475"/>
                    <a:pt x="708" y="938"/>
                    <a:pt x="233" y="48"/>
                  </a:cubicBezTo>
                  <a:cubicBezTo>
                    <a:pt x="214" y="14"/>
                    <a:pt x="18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27"/>
          <p:cNvGrpSpPr/>
          <p:nvPr/>
        </p:nvGrpSpPr>
        <p:grpSpPr>
          <a:xfrm>
            <a:off x="1577700" y="4177500"/>
            <a:ext cx="431175" cy="484500"/>
            <a:chOff x="284200" y="742700"/>
            <a:chExt cx="431175" cy="484500"/>
          </a:xfrm>
        </p:grpSpPr>
        <p:sp>
          <p:nvSpPr>
            <p:cNvPr id="718" name="Google Shape;718;p27"/>
            <p:cNvSpPr/>
            <p:nvPr/>
          </p:nvSpPr>
          <p:spPr>
            <a:xfrm>
              <a:off x="284200" y="742700"/>
              <a:ext cx="431125" cy="484500"/>
            </a:xfrm>
            <a:custGeom>
              <a:avLst/>
              <a:gdLst/>
              <a:ahLst/>
              <a:cxnLst/>
              <a:rect l="l" t="t" r="r" b="b"/>
              <a:pathLst>
                <a:path w="17245" h="19380" extrusionOk="0">
                  <a:moveTo>
                    <a:pt x="4527" y="380"/>
                  </a:moveTo>
                  <a:cubicBezTo>
                    <a:pt x="4898" y="380"/>
                    <a:pt x="5264" y="446"/>
                    <a:pt x="5639" y="584"/>
                  </a:cubicBezTo>
                  <a:cubicBezTo>
                    <a:pt x="5041" y="2079"/>
                    <a:pt x="3383" y="2108"/>
                    <a:pt x="2010" y="2303"/>
                  </a:cubicBezTo>
                  <a:cubicBezTo>
                    <a:pt x="2002" y="2259"/>
                    <a:pt x="1960" y="2218"/>
                    <a:pt x="1911" y="2218"/>
                  </a:cubicBezTo>
                  <a:cubicBezTo>
                    <a:pt x="1907" y="2218"/>
                    <a:pt x="1903" y="2218"/>
                    <a:pt x="1900" y="2219"/>
                  </a:cubicBezTo>
                  <a:cubicBezTo>
                    <a:pt x="1499" y="1719"/>
                    <a:pt x="1558" y="1374"/>
                    <a:pt x="2068" y="1186"/>
                  </a:cubicBezTo>
                  <a:cubicBezTo>
                    <a:pt x="2153" y="1135"/>
                    <a:pt x="2238" y="1087"/>
                    <a:pt x="2321" y="1040"/>
                  </a:cubicBezTo>
                  <a:cubicBezTo>
                    <a:pt x="2690" y="826"/>
                    <a:pt x="3085" y="657"/>
                    <a:pt x="3493" y="540"/>
                  </a:cubicBezTo>
                  <a:cubicBezTo>
                    <a:pt x="3847" y="435"/>
                    <a:pt x="4189" y="380"/>
                    <a:pt x="4527" y="380"/>
                  </a:cubicBezTo>
                  <a:close/>
                  <a:moveTo>
                    <a:pt x="5572" y="1527"/>
                  </a:moveTo>
                  <a:cubicBezTo>
                    <a:pt x="5914" y="3255"/>
                    <a:pt x="6534" y="4930"/>
                    <a:pt x="7232" y="6539"/>
                  </a:cubicBezTo>
                  <a:cubicBezTo>
                    <a:pt x="7268" y="6620"/>
                    <a:pt x="7340" y="6654"/>
                    <a:pt x="7415" y="6654"/>
                  </a:cubicBezTo>
                  <a:cubicBezTo>
                    <a:pt x="7479" y="6654"/>
                    <a:pt x="7545" y="6630"/>
                    <a:pt x="7596" y="6590"/>
                  </a:cubicBezTo>
                  <a:cubicBezTo>
                    <a:pt x="7621" y="6615"/>
                    <a:pt x="7655" y="6640"/>
                    <a:pt x="7703" y="6656"/>
                  </a:cubicBezTo>
                  <a:cubicBezTo>
                    <a:pt x="10146" y="7471"/>
                    <a:pt x="13275" y="8638"/>
                    <a:pt x="15133" y="10534"/>
                  </a:cubicBezTo>
                  <a:cubicBezTo>
                    <a:pt x="17245" y="12690"/>
                    <a:pt x="14554" y="13961"/>
                    <a:pt x="12820" y="14876"/>
                  </a:cubicBezTo>
                  <a:cubicBezTo>
                    <a:pt x="11625" y="15508"/>
                    <a:pt x="10406" y="16099"/>
                    <a:pt x="9172" y="16650"/>
                  </a:cubicBezTo>
                  <a:cubicBezTo>
                    <a:pt x="8153" y="17103"/>
                    <a:pt x="4906" y="18692"/>
                    <a:pt x="2789" y="18692"/>
                  </a:cubicBezTo>
                  <a:cubicBezTo>
                    <a:pt x="1434" y="18692"/>
                    <a:pt x="542" y="18041"/>
                    <a:pt x="993" y="16026"/>
                  </a:cubicBezTo>
                  <a:cubicBezTo>
                    <a:pt x="1602" y="13286"/>
                    <a:pt x="3000" y="10701"/>
                    <a:pt x="3780" y="7996"/>
                  </a:cubicBezTo>
                  <a:cubicBezTo>
                    <a:pt x="3794" y="7937"/>
                    <a:pt x="3772" y="7886"/>
                    <a:pt x="3736" y="7845"/>
                  </a:cubicBezTo>
                  <a:cubicBezTo>
                    <a:pt x="3780" y="7806"/>
                    <a:pt x="3813" y="7743"/>
                    <a:pt x="3799" y="7661"/>
                  </a:cubicBezTo>
                  <a:cubicBezTo>
                    <a:pt x="3537" y="5942"/>
                    <a:pt x="2934" y="4147"/>
                    <a:pt x="2153" y="2589"/>
                  </a:cubicBezTo>
                  <a:lnTo>
                    <a:pt x="2153" y="2589"/>
                  </a:lnTo>
                  <a:cubicBezTo>
                    <a:pt x="2309" y="2609"/>
                    <a:pt x="2476" y="2620"/>
                    <a:pt x="2651" y="2620"/>
                  </a:cubicBezTo>
                  <a:cubicBezTo>
                    <a:pt x="3664" y="2620"/>
                    <a:pt x="4917" y="2271"/>
                    <a:pt x="5572" y="1527"/>
                  </a:cubicBezTo>
                  <a:close/>
                  <a:moveTo>
                    <a:pt x="4507" y="0"/>
                  </a:moveTo>
                  <a:cubicBezTo>
                    <a:pt x="3480" y="0"/>
                    <a:pt x="2423" y="393"/>
                    <a:pt x="1638" y="1021"/>
                  </a:cubicBezTo>
                  <a:cubicBezTo>
                    <a:pt x="1331" y="1267"/>
                    <a:pt x="1011" y="1641"/>
                    <a:pt x="1176" y="2064"/>
                  </a:cubicBezTo>
                  <a:cubicBezTo>
                    <a:pt x="1278" y="2323"/>
                    <a:pt x="1467" y="2449"/>
                    <a:pt x="1684" y="2449"/>
                  </a:cubicBezTo>
                  <a:cubicBezTo>
                    <a:pt x="1732" y="2449"/>
                    <a:pt x="1780" y="2443"/>
                    <a:pt x="1830" y="2431"/>
                  </a:cubicBezTo>
                  <a:cubicBezTo>
                    <a:pt x="1833" y="2487"/>
                    <a:pt x="1862" y="2538"/>
                    <a:pt x="1917" y="2553"/>
                  </a:cubicBezTo>
                  <a:cubicBezTo>
                    <a:pt x="1913" y="2567"/>
                    <a:pt x="1910" y="2579"/>
                    <a:pt x="1910" y="2594"/>
                  </a:cubicBezTo>
                  <a:lnTo>
                    <a:pt x="1910" y="2611"/>
                  </a:lnTo>
                  <a:cubicBezTo>
                    <a:pt x="2425" y="4327"/>
                    <a:pt x="2909" y="6053"/>
                    <a:pt x="3420" y="7768"/>
                  </a:cubicBezTo>
                  <a:cubicBezTo>
                    <a:pt x="3434" y="7809"/>
                    <a:pt x="3456" y="7838"/>
                    <a:pt x="3481" y="7860"/>
                  </a:cubicBezTo>
                  <a:cubicBezTo>
                    <a:pt x="3478" y="7864"/>
                    <a:pt x="3478" y="7867"/>
                    <a:pt x="3474" y="7870"/>
                  </a:cubicBezTo>
                  <a:cubicBezTo>
                    <a:pt x="2552" y="9943"/>
                    <a:pt x="1837" y="12121"/>
                    <a:pt x="1066" y="14256"/>
                  </a:cubicBezTo>
                  <a:cubicBezTo>
                    <a:pt x="653" y="15391"/>
                    <a:pt x="0" y="16871"/>
                    <a:pt x="570" y="18075"/>
                  </a:cubicBezTo>
                  <a:cubicBezTo>
                    <a:pt x="1025" y="19037"/>
                    <a:pt x="1865" y="19379"/>
                    <a:pt x="2849" y="19379"/>
                  </a:cubicBezTo>
                  <a:cubicBezTo>
                    <a:pt x="4798" y="19379"/>
                    <a:pt x="7311" y="18037"/>
                    <a:pt x="8515" y="17525"/>
                  </a:cubicBezTo>
                  <a:cubicBezTo>
                    <a:pt x="10604" y="16636"/>
                    <a:pt x="12794" y="15702"/>
                    <a:pt x="14700" y="14457"/>
                  </a:cubicBezTo>
                  <a:cubicBezTo>
                    <a:pt x="15600" y="13869"/>
                    <a:pt x="17014" y="12787"/>
                    <a:pt x="16745" y="11530"/>
                  </a:cubicBezTo>
                  <a:cubicBezTo>
                    <a:pt x="16486" y="10325"/>
                    <a:pt x="14372" y="9248"/>
                    <a:pt x="13448" y="8676"/>
                  </a:cubicBezTo>
                  <a:cubicBezTo>
                    <a:pt x="11697" y="7582"/>
                    <a:pt x="9814" y="6748"/>
                    <a:pt x="7842" y="6141"/>
                  </a:cubicBezTo>
                  <a:cubicBezTo>
                    <a:pt x="7814" y="6132"/>
                    <a:pt x="7788" y="6128"/>
                    <a:pt x="7763" y="6128"/>
                  </a:cubicBezTo>
                  <a:cubicBezTo>
                    <a:pt x="7696" y="6128"/>
                    <a:pt x="7640" y="6157"/>
                    <a:pt x="7601" y="6201"/>
                  </a:cubicBezTo>
                  <a:cubicBezTo>
                    <a:pt x="6943" y="4558"/>
                    <a:pt x="6395" y="2886"/>
                    <a:pt x="5785" y="1230"/>
                  </a:cubicBezTo>
                  <a:cubicBezTo>
                    <a:pt x="5895" y="1043"/>
                    <a:pt x="5977" y="834"/>
                    <a:pt x="6002" y="603"/>
                  </a:cubicBezTo>
                  <a:cubicBezTo>
                    <a:pt x="6009" y="559"/>
                    <a:pt x="5999" y="521"/>
                    <a:pt x="5977" y="496"/>
                  </a:cubicBezTo>
                  <a:cubicBezTo>
                    <a:pt x="6006" y="411"/>
                    <a:pt x="5990" y="316"/>
                    <a:pt x="5900" y="275"/>
                  </a:cubicBezTo>
                  <a:cubicBezTo>
                    <a:pt x="5463" y="86"/>
                    <a:pt x="4988" y="0"/>
                    <a:pt x="4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7"/>
            <p:cNvSpPr/>
            <p:nvPr/>
          </p:nvSpPr>
          <p:spPr>
            <a:xfrm>
              <a:off x="300075" y="953375"/>
              <a:ext cx="387025" cy="249050"/>
            </a:xfrm>
            <a:custGeom>
              <a:avLst/>
              <a:gdLst/>
              <a:ahLst/>
              <a:cxnLst/>
              <a:rect l="l" t="t" r="r" b="b"/>
              <a:pathLst>
                <a:path w="15481" h="9962" extrusionOk="0">
                  <a:moveTo>
                    <a:pt x="10418" y="495"/>
                  </a:moveTo>
                  <a:cubicBezTo>
                    <a:pt x="11186" y="884"/>
                    <a:pt x="11938" y="1292"/>
                    <a:pt x="12659" y="1769"/>
                  </a:cubicBezTo>
                  <a:cubicBezTo>
                    <a:pt x="13144" y="2082"/>
                    <a:pt x="13610" y="2420"/>
                    <a:pt x="14055" y="2787"/>
                  </a:cubicBezTo>
                  <a:cubicBezTo>
                    <a:pt x="14165" y="4064"/>
                    <a:pt x="13746" y="4902"/>
                    <a:pt x="12791" y="5292"/>
                  </a:cubicBezTo>
                  <a:cubicBezTo>
                    <a:pt x="11520" y="6166"/>
                    <a:pt x="9912" y="6753"/>
                    <a:pt x="8505" y="7370"/>
                  </a:cubicBezTo>
                  <a:lnTo>
                    <a:pt x="8505" y="7372"/>
                  </a:lnTo>
                  <a:cubicBezTo>
                    <a:pt x="7163" y="7963"/>
                    <a:pt x="5011" y="9237"/>
                    <a:pt x="3490" y="9336"/>
                  </a:cubicBezTo>
                  <a:cubicBezTo>
                    <a:pt x="3393" y="9342"/>
                    <a:pt x="3301" y="9345"/>
                    <a:pt x="3213" y="9345"/>
                  </a:cubicBezTo>
                  <a:cubicBezTo>
                    <a:pt x="118" y="9345"/>
                    <a:pt x="2485" y="5450"/>
                    <a:pt x="3060" y="3988"/>
                  </a:cubicBezTo>
                  <a:cubicBezTo>
                    <a:pt x="3072" y="3959"/>
                    <a:pt x="3067" y="3937"/>
                    <a:pt x="3057" y="3915"/>
                  </a:cubicBezTo>
                  <a:lnTo>
                    <a:pt x="3057" y="3915"/>
                  </a:lnTo>
                  <a:cubicBezTo>
                    <a:pt x="3059" y="3915"/>
                    <a:pt x="3062" y="3916"/>
                    <a:pt x="3064" y="3918"/>
                  </a:cubicBezTo>
                  <a:cubicBezTo>
                    <a:pt x="3841" y="4170"/>
                    <a:pt x="4682" y="4393"/>
                    <a:pt x="5506" y="4393"/>
                  </a:cubicBezTo>
                  <a:cubicBezTo>
                    <a:pt x="6108" y="4393"/>
                    <a:pt x="6700" y="4274"/>
                    <a:pt x="7251" y="3962"/>
                  </a:cubicBezTo>
                  <a:cubicBezTo>
                    <a:pt x="7707" y="3706"/>
                    <a:pt x="8063" y="3356"/>
                    <a:pt x="8395" y="2955"/>
                  </a:cubicBezTo>
                  <a:cubicBezTo>
                    <a:pt x="8967" y="2253"/>
                    <a:pt x="9416" y="862"/>
                    <a:pt x="10333" y="546"/>
                  </a:cubicBezTo>
                  <a:cubicBezTo>
                    <a:pt x="10367" y="531"/>
                    <a:pt x="10396" y="512"/>
                    <a:pt x="10418" y="495"/>
                  </a:cubicBezTo>
                  <a:close/>
                  <a:moveTo>
                    <a:pt x="10493" y="0"/>
                  </a:moveTo>
                  <a:cubicBezTo>
                    <a:pt x="10427" y="0"/>
                    <a:pt x="10367" y="29"/>
                    <a:pt x="10319" y="72"/>
                  </a:cubicBezTo>
                  <a:cubicBezTo>
                    <a:pt x="10306" y="69"/>
                    <a:pt x="10292" y="68"/>
                    <a:pt x="10277" y="68"/>
                  </a:cubicBezTo>
                  <a:cubicBezTo>
                    <a:pt x="10255" y="68"/>
                    <a:pt x="10232" y="71"/>
                    <a:pt x="10205" y="80"/>
                  </a:cubicBezTo>
                  <a:cubicBezTo>
                    <a:pt x="9320" y="371"/>
                    <a:pt x="9018" y="1101"/>
                    <a:pt x="8553" y="1857"/>
                  </a:cubicBezTo>
                  <a:cubicBezTo>
                    <a:pt x="8045" y="2685"/>
                    <a:pt x="7402" y="3495"/>
                    <a:pt x="6439" y="3801"/>
                  </a:cubicBezTo>
                  <a:cubicBezTo>
                    <a:pt x="6095" y="3909"/>
                    <a:pt x="5740" y="3950"/>
                    <a:pt x="5381" y="3950"/>
                  </a:cubicBezTo>
                  <a:cubicBezTo>
                    <a:pt x="4628" y="3950"/>
                    <a:pt x="3857" y="3768"/>
                    <a:pt x="3142" y="3639"/>
                  </a:cubicBezTo>
                  <a:cubicBezTo>
                    <a:pt x="3130" y="3637"/>
                    <a:pt x="3120" y="3636"/>
                    <a:pt x="3109" y="3636"/>
                  </a:cubicBezTo>
                  <a:cubicBezTo>
                    <a:pt x="2991" y="3636"/>
                    <a:pt x="2932" y="3761"/>
                    <a:pt x="2975" y="3845"/>
                  </a:cubicBezTo>
                  <a:cubicBezTo>
                    <a:pt x="2965" y="3843"/>
                    <a:pt x="2953" y="3841"/>
                    <a:pt x="2942" y="3841"/>
                  </a:cubicBezTo>
                  <a:cubicBezTo>
                    <a:pt x="2903" y="3841"/>
                    <a:pt x="2864" y="3856"/>
                    <a:pt x="2845" y="3896"/>
                  </a:cubicBezTo>
                  <a:cubicBezTo>
                    <a:pt x="2153" y="5163"/>
                    <a:pt x="1" y="8235"/>
                    <a:pt x="1621" y="9616"/>
                  </a:cubicBezTo>
                  <a:cubicBezTo>
                    <a:pt x="1922" y="9874"/>
                    <a:pt x="2234" y="9961"/>
                    <a:pt x="2557" y="9961"/>
                  </a:cubicBezTo>
                  <a:cubicBezTo>
                    <a:pt x="2897" y="9961"/>
                    <a:pt x="3249" y="9864"/>
                    <a:pt x="3612" y="9767"/>
                  </a:cubicBezTo>
                  <a:cubicBezTo>
                    <a:pt x="5140" y="9354"/>
                    <a:pt x="6641" y="8690"/>
                    <a:pt x="8097" y="8077"/>
                  </a:cubicBezTo>
                  <a:cubicBezTo>
                    <a:pt x="9570" y="7452"/>
                    <a:pt x="11021" y="6775"/>
                    <a:pt x="12438" y="6035"/>
                  </a:cubicBezTo>
                  <a:cubicBezTo>
                    <a:pt x="13272" y="5596"/>
                    <a:pt x="14422" y="5122"/>
                    <a:pt x="14760" y="4139"/>
                  </a:cubicBezTo>
                  <a:cubicBezTo>
                    <a:pt x="15480" y="2049"/>
                    <a:pt x="11964" y="719"/>
                    <a:pt x="10605" y="28"/>
                  </a:cubicBezTo>
                  <a:cubicBezTo>
                    <a:pt x="10566" y="9"/>
                    <a:pt x="10529" y="0"/>
                    <a:pt x="10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297750" y="780875"/>
              <a:ext cx="417625" cy="429125"/>
            </a:xfrm>
            <a:custGeom>
              <a:avLst/>
              <a:gdLst/>
              <a:ahLst/>
              <a:cxnLst/>
              <a:rect l="l" t="t" r="r" b="b"/>
              <a:pathLst>
                <a:path w="16705" h="17165" extrusionOk="0">
                  <a:moveTo>
                    <a:pt x="5382" y="4727"/>
                  </a:moveTo>
                  <a:cubicBezTo>
                    <a:pt x="5460" y="4727"/>
                    <a:pt x="5541" y="4744"/>
                    <a:pt x="5618" y="4779"/>
                  </a:cubicBezTo>
                  <a:cubicBezTo>
                    <a:pt x="5652" y="4794"/>
                    <a:pt x="5659" y="4823"/>
                    <a:pt x="5652" y="4854"/>
                  </a:cubicBezTo>
                  <a:cubicBezTo>
                    <a:pt x="5909" y="4981"/>
                    <a:pt x="6029" y="5287"/>
                    <a:pt x="5956" y="5565"/>
                  </a:cubicBezTo>
                  <a:cubicBezTo>
                    <a:pt x="5887" y="5831"/>
                    <a:pt x="5657" y="5982"/>
                    <a:pt x="5406" y="5982"/>
                  </a:cubicBezTo>
                  <a:cubicBezTo>
                    <a:pt x="5338" y="5982"/>
                    <a:pt x="5269" y="5970"/>
                    <a:pt x="5200" y="5948"/>
                  </a:cubicBezTo>
                  <a:cubicBezTo>
                    <a:pt x="4862" y="5837"/>
                    <a:pt x="4645" y="5477"/>
                    <a:pt x="4793" y="5132"/>
                  </a:cubicBezTo>
                  <a:cubicBezTo>
                    <a:pt x="4896" y="4890"/>
                    <a:pt x="5132" y="4727"/>
                    <a:pt x="5382" y="4727"/>
                  </a:cubicBezTo>
                  <a:close/>
                  <a:moveTo>
                    <a:pt x="5068" y="7475"/>
                  </a:moveTo>
                  <a:cubicBezTo>
                    <a:pt x="5470" y="7475"/>
                    <a:pt x="5842" y="7772"/>
                    <a:pt x="5919" y="8199"/>
                  </a:cubicBezTo>
                  <a:cubicBezTo>
                    <a:pt x="6007" y="8703"/>
                    <a:pt x="5669" y="9146"/>
                    <a:pt x="5170" y="9216"/>
                  </a:cubicBezTo>
                  <a:cubicBezTo>
                    <a:pt x="5124" y="9223"/>
                    <a:pt x="5079" y="9226"/>
                    <a:pt x="5033" y="9226"/>
                  </a:cubicBezTo>
                  <a:cubicBezTo>
                    <a:pt x="4632" y="9226"/>
                    <a:pt x="4258" y="8968"/>
                    <a:pt x="4215" y="8542"/>
                  </a:cubicBezTo>
                  <a:cubicBezTo>
                    <a:pt x="4178" y="8182"/>
                    <a:pt x="4373" y="7835"/>
                    <a:pt x="4686" y="7689"/>
                  </a:cubicBezTo>
                  <a:cubicBezTo>
                    <a:pt x="4657" y="7641"/>
                    <a:pt x="4657" y="7578"/>
                    <a:pt x="4726" y="7550"/>
                  </a:cubicBezTo>
                  <a:cubicBezTo>
                    <a:pt x="4839" y="7498"/>
                    <a:pt x="4955" y="7475"/>
                    <a:pt x="5068" y="7475"/>
                  </a:cubicBezTo>
                  <a:close/>
                  <a:moveTo>
                    <a:pt x="10585" y="6900"/>
                  </a:moveTo>
                  <a:cubicBezTo>
                    <a:pt x="10621" y="6900"/>
                    <a:pt x="10659" y="6909"/>
                    <a:pt x="10698" y="6928"/>
                  </a:cubicBezTo>
                  <a:cubicBezTo>
                    <a:pt x="12057" y="7619"/>
                    <a:pt x="15573" y="8949"/>
                    <a:pt x="14853" y="11039"/>
                  </a:cubicBezTo>
                  <a:cubicBezTo>
                    <a:pt x="14515" y="12022"/>
                    <a:pt x="13365" y="12496"/>
                    <a:pt x="12531" y="12935"/>
                  </a:cubicBezTo>
                  <a:cubicBezTo>
                    <a:pt x="11114" y="13675"/>
                    <a:pt x="9663" y="14352"/>
                    <a:pt x="8190" y="14977"/>
                  </a:cubicBezTo>
                  <a:cubicBezTo>
                    <a:pt x="6734" y="15590"/>
                    <a:pt x="5233" y="16254"/>
                    <a:pt x="3705" y="16667"/>
                  </a:cubicBezTo>
                  <a:cubicBezTo>
                    <a:pt x="3342" y="16764"/>
                    <a:pt x="2990" y="16861"/>
                    <a:pt x="2650" y="16861"/>
                  </a:cubicBezTo>
                  <a:cubicBezTo>
                    <a:pt x="2327" y="16861"/>
                    <a:pt x="2014" y="16774"/>
                    <a:pt x="1713" y="16516"/>
                  </a:cubicBezTo>
                  <a:cubicBezTo>
                    <a:pt x="94" y="15135"/>
                    <a:pt x="2246" y="12063"/>
                    <a:pt x="2938" y="10796"/>
                  </a:cubicBezTo>
                  <a:cubicBezTo>
                    <a:pt x="2957" y="10756"/>
                    <a:pt x="2996" y="10741"/>
                    <a:pt x="3035" y="10741"/>
                  </a:cubicBezTo>
                  <a:cubicBezTo>
                    <a:pt x="3046" y="10741"/>
                    <a:pt x="3058" y="10743"/>
                    <a:pt x="3068" y="10745"/>
                  </a:cubicBezTo>
                  <a:cubicBezTo>
                    <a:pt x="3025" y="10661"/>
                    <a:pt x="3083" y="10536"/>
                    <a:pt x="3202" y="10536"/>
                  </a:cubicBezTo>
                  <a:cubicBezTo>
                    <a:pt x="3212" y="10536"/>
                    <a:pt x="3223" y="10537"/>
                    <a:pt x="3235" y="10539"/>
                  </a:cubicBezTo>
                  <a:cubicBezTo>
                    <a:pt x="3950" y="10668"/>
                    <a:pt x="4721" y="10850"/>
                    <a:pt x="5474" y="10850"/>
                  </a:cubicBezTo>
                  <a:cubicBezTo>
                    <a:pt x="5833" y="10850"/>
                    <a:pt x="6188" y="10809"/>
                    <a:pt x="6532" y="10701"/>
                  </a:cubicBezTo>
                  <a:cubicBezTo>
                    <a:pt x="7495" y="10395"/>
                    <a:pt x="8138" y="9585"/>
                    <a:pt x="8646" y="8757"/>
                  </a:cubicBezTo>
                  <a:cubicBezTo>
                    <a:pt x="9111" y="8001"/>
                    <a:pt x="9412" y="7269"/>
                    <a:pt x="10298" y="6980"/>
                  </a:cubicBezTo>
                  <a:cubicBezTo>
                    <a:pt x="10325" y="6971"/>
                    <a:pt x="10348" y="6968"/>
                    <a:pt x="10370" y="6968"/>
                  </a:cubicBezTo>
                  <a:cubicBezTo>
                    <a:pt x="10385" y="6968"/>
                    <a:pt x="10399" y="6969"/>
                    <a:pt x="10412" y="6972"/>
                  </a:cubicBezTo>
                  <a:cubicBezTo>
                    <a:pt x="10460" y="6929"/>
                    <a:pt x="10519" y="6900"/>
                    <a:pt x="10585" y="6900"/>
                  </a:cubicBezTo>
                  <a:close/>
                  <a:moveTo>
                    <a:pt x="5030" y="0"/>
                  </a:moveTo>
                  <a:cubicBezTo>
                    <a:pt x="4375" y="744"/>
                    <a:pt x="3122" y="1093"/>
                    <a:pt x="2109" y="1093"/>
                  </a:cubicBezTo>
                  <a:cubicBezTo>
                    <a:pt x="1934" y="1093"/>
                    <a:pt x="1767" y="1082"/>
                    <a:pt x="1611" y="1062"/>
                  </a:cubicBezTo>
                  <a:lnTo>
                    <a:pt x="1611" y="1062"/>
                  </a:lnTo>
                  <a:cubicBezTo>
                    <a:pt x="2392" y="2620"/>
                    <a:pt x="2995" y="4415"/>
                    <a:pt x="3257" y="6134"/>
                  </a:cubicBezTo>
                  <a:cubicBezTo>
                    <a:pt x="3271" y="6216"/>
                    <a:pt x="3238" y="6279"/>
                    <a:pt x="3194" y="6320"/>
                  </a:cubicBezTo>
                  <a:cubicBezTo>
                    <a:pt x="3231" y="6359"/>
                    <a:pt x="3254" y="6411"/>
                    <a:pt x="3238" y="6469"/>
                  </a:cubicBezTo>
                  <a:cubicBezTo>
                    <a:pt x="2460" y="9174"/>
                    <a:pt x="1060" y="11759"/>
                    <a:pt x="451" y="14499"/>
                  </a:cubicBezTo>
                  <a:cubicBezTo>
                    <a:pt x="0" y="16514"/>
                    <a:pt x="892" y="17165"/>
                    <a:pt x="2247" y="17165"/>
                  </a:cubicBezTo>
                  <a:cubicBezTo>
                    <a:pt x="4364" y="17165"/>
                    <a:pt x="7611" y="15576"/>
                    <a:pt x="8630" y="15125"/>
                  </a:cubicBezTo>
                  <a:cubicBezTo>
                    <a:pt x="9865" y="14572"/>
                    <a:pt x="11085" y="13981"/>
                    <a:pt x="12278" y="13349"/>
                  </a:cubicBezTo>
                  <a:cubicBezTo>
                    <a:pt x="14012" y="12435"/>
                    <a:pt x="16705" y="11165"/>
                    <a:pt x="14593" y="9007"/>
                  </a:cubicBezTo>
                  <a:cubicBezTo>
                    <a:pt x="12733" y="7113"/>
                    <a:pt x="9604" y="5944"/>
                    <a:pt x="7161" y="5129"/>
                  </a:cubicBezTo>
                  <a:cubicBezTo>
                    <a:pt x="7113" y="5113"/>
                    <a:pt x="7081" y="5088"/>
                    <a:pt x="7054" y="5063"/>
                  </a:cubicBezTo>
                  <a:cubicBezTo>
                    <a:pt x="7004" y="5103"/>
                    <a:pt x="6938" y="5127"/>
                    <a:pt x="6874" y="5127"/>
                  </a:cubicBezTo>
                  <a:cubicBezTo>
                    <a:pt x="6798" y="5127"/>
                    <a:pt x="6726" y="5093"/>
                    <a:pt x="6690" y="5012"/>
                  </a:cubicBezTo>
                  <a:cubicBezTo>
                    <a:pt x="5992" y="3403"/>
                    <a:pt x="5372" y="1728"/>
                    <a:pt x="5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303000" y="965725"/>
              <a:ext cx="351225" cy="221300"/>
            </a:xfrm>
            <a:custGeom>
              <a:avLst/>
              <a:gdLst/>
              <a:ahLst/>
              <a:cxnLst/>
              <a:rect l="l" t="t" r="r" b="b"/>
              <a:pathLst>
                <a:path w="14049" h="8852" extrusionOk="0">
                  <a:moveTo>
                    <a:pt x="10301" y="1"/>
                  </a:moveTo>
                  <a:cubicBezTo>
                    <a:pt x="10279" y="20"/>
                    <a:pt x="10250" y="37"/>
                    <a:pt x="10216" y="52"/>
                  </a:cubicBezTo>
                  <a:cubicBezTo>
                    <a:pt x="9299" y="368"/>
                    <a:pt x="8850" y="1761"/>
                    <a:pt x="8278" y="2463"/>
                  </a:cubicBezTo>
                  <a:cubicBezTo>
                    <a:pt x="7946" y="2862"/>
                    <a:pt x="7590" y="3212"/>
                    <a:pt x="7134" y="3468"/>
                  </a:cubicBezTo>
                  <a:cubicBezTo>
                    <a:pt x="6582" y="3780"/>
                    <a:pt x="5990" y="3899"/>
                    <a:pt x="5388" y="3899"/>
                  </a:cubicBezTo>
                  <a:cubicBezTo>
                    <a:pt x="4565" y="3899"/>
                    <a:pt x="3724" y="3676"/>
                    <a:pt x="2947" y="3424"/>
                  </a:cubicBezTo>
                  <a:cubicBezTo>
                    <a:pt x="2945" y="3422"/>
                    <a:pt x="2942" y="3421"/>
                    <a:pt x="2940" y="3421"/>
                  </a:cubicBezTo>
                  <a:lnTo>
                    <a:pt x="2940" y="3421"/>
                  </a:lnTo>
                  <a:cubicBezTo>
                    <a:pt x="2950" y="3443"/>
                    <a:pt x="2953" y="3465"/>
                    <a:pt x="2943" y="3494"/>
                  </a:cubicBezTo>
                  <a:cubicBezTo>
                    <a:pt x="2368" y="4956"/>
                    <a:pt x="1" y="8851"/>
                    <a:pt x="3096" y="8851"/>
                  </a:cubicBezTo>
                  <a:cubicBezTo>
                    <a:pt x="3184" y="8851"/>
                    <a:pt x="3276" y="8848"/>
                    <a:pt x="3373" y="8842"/>
                  </a:cubicBezTo>
                  <a:cubicBezTo>
                    <a:pt x="4894" y="8743"/>
                    <a:pt x="7046" y="7469"/>
                    <a:pt x="8386" y="6878"/>
                  </a:cubicBezTo>
                  <a:cubicBezTo>
                    <a:pt x="9795" y="6261"/>
                    <a:pt x="11403" y="5673"/>
                    <a:pt x="12674" y="4798"/>
                  </a:cubicBezTo>
                  <a:cubicBezTo>
                    <a:pt x="13629" y="4409"/>
                    <a:pt x="14048" y="3572"/>
                    <a:pt x="13938" y="2293"/>
                  </a:cubicBezTo>
                  <a:cubicBezTo>
                    <a:pt x="13493" y="1926"/>
                    <a:pt x="13026" y="1588"/>
                    <a:pt x="12542" y="1275"/>
                  </a:cubicBezTo>
                  <a:cubicBezTo>
                    <a:pt x="11821" y="798"/>
                    <a:pt x="11069" y="390"/>
                    <a:pt x="10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413850" y="899075"/>
              <a:ext cx="34650" cy="31350"/>
            </a:xfrm>
            <a:custGeom>
              <a:avLst/>
              <a:gdLst/>
              <a:ahLst/>
              <a:cxnLst/>
              <a:rect l="l" t="t" r="r" b="b"/>
              <a:pathLst>
                <a:path w="1386" h="1254" extrusionOk="0">
                  <a:moveTo>
                    <a:pt x="776" y="211"/>
                  </a:moveTo>
                  <a:cubicBezTo>
                    <a:pt x="776" y="258"/>
                    <a:pt x="801" y="309"/>
                    <a:pt x="860" y="331"/>
                  </a:cubicBezTo>
                  <a:cubicBezTo>
                    <a:pt x="1186" y="461"/>
                    <a:pt x="1084" y="975"/>
                    <a:pt x="763" y="975"/>
                  </a:cubicBezTo>
                  <a:cubicBezTo>
                    <a:pt x="722" y="975"/>
                    <a:pt x="677" y="966"/>
                    <a:pt x="629" y="948"/>
                  </a:cubicBezTo>
                  <a:cubicBezTo>
                    <a:pt x="446" y="878"/>
                    <a:pt x="327" y="688"/>
                    <a:pt x="405" y="496"/>
                  </a:cubicBezTo>
                  <a:cubicBezTo>
                    <a:pt x="466" y="341"/>
                    <a:pt x="614" y="243"/>
                    <a:pt x="776" y="211"/>
                  </a:cubicBezTo>
                  <a:close/>
                  <a:moveTo>
                    <a:pt x="736" y="0"/>
                  </a:moveTo>
                  <a:cubicBezTo>
                    <a:pt x="487" y="0"/>
                    <a:pt x="250" y="162"/>
                    <a:pt x="147" y="404"/>
                  </a:cubicBezTo>
                  <a:cubicBezTo>
                    <a:pt x="1" y="749"/>
                    <a:pt x="218" y="1109"/>
                    <a:pt x="555" y="1220"/>
                  </a:cubicBezTo>
                  <a:cubicBezTo>
                    <a:pt x="623" y="1242"/>
                    <a:pt x="693" y="1254"/>
                    <a:pt x="761" y="1254"/>
                  </a:cubicBezTo>
                  <a:cubicBezTo>
                    <a:pt x="1013" y="1254"/>
                    <a:pt x="1243" y="1103"/>
                    <a:pt x="1312" y="837"/>
                  </a:cubicBezTo>
                  <a:cubicBezTo>
                    <a:pt x="1385" y="559"/>
                    <a:pt x="1265" y="255"/>
                    <a:pt x="1007" y="126"/>
                  </a:cubicBezTo>
                  <a:cubicBezTo>
                    <a:pt x="1015" y="97"/>
                    <a:pt x="1007" y="66"/>
                    <a:pt x="974" y="53"/>
                  </a:cubicBezTo>
                  <a:cubicBezTo>
                    <a:pt x="896" y="17"/>
                    <a:pt x="815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402175" y="967725"/>
              <a:ext cx="45775" cy="43825"/>
            </a:xfrm>
            <a:custGeom>
              <a:avLst/>
              <a:gdLst/>
              <a:ahLst/>
              <a:cxnLst/>
              <a:rect l="l" t="t" r="r" b="b"/>
              <a:pathLst>
                <a:path w="1831" h="1753" extrusionOk="0">
                  <a:moveTo>
                    <a:pt x="828" y="278"/>
                  </a:moveTo>
                  <a:cubicBezTo>
                    <a:pt x="1163" y="307"/>
                    <a:pt x="1457" y="527"/>
                    <a:pt x="1448" y="905"/>
                  </a:cubicBezTo>
                  <a:cubicBezTo>
                    <a:pt x="1438" y="1224"/>
                    <a:pt x="1192" y="1438"/>
                    <a:pt x="882" y="1457"/>
                  </a:cubicBezTo>
                  <a:cubicBezTo>
                    <a:pt x="867" y="1458"/>
                    <a:pt x="852" y="1458"/>
                    <a:pt x="838" y="1458"/>
                  </a:cubicBezTo>
                  <a:cubicBezTo>
                    <a:pt x="180" y="1458"/>
                    <a:pt x="159" y="505"/>
                    <a:pt x="765" y="351"/>
                  </a:cubicBezTo>
                  <a:cubicBezTo>
                    <a:pt x="803" y="339"/>
                    <a:pt x="816" y="310"/>
                    <a:pt x="828" y="278"/>
                  </a:cubicBezTo>
                  <a:close/>
                  <a:moveTo>
                    <a:pt x="891" y="1"/>
                  </a:moveTo>
                  <a:cubicBezTo>
                    <a:pt x="778" y="1"/>
                    <a:pt x="662" y="24"/>
                    <a:pt x="549" y="76"/>
                  </a:cubicBezTo>
                  <a:cubicBezTo>
                    <a:pt x="478" y="104"/>
                    <a:pt x="478" y="167"/>
                    <a:pt x="509" y="215"/>
                  </a:cubicBezTo>
                  <a:cubicBezTo>
                    <a:pt x="196" y="361"/>
                    <a:pt x="1" y="708"/>
                    <a:pt x="38" y="1068"/>
                  </a:cubicBezTo>
                  <a:cubicBezTo>
                    <a:pt x="81" y="1492"/>
                    <a:pt x="456" y="1752"/>
                    <a:pt x="857" y="1752"/>
                  </a:cubicBezTo>
                  <a:cubicBezTo>
                    <a:pt x="902" y="1752"/>
                    <a:pt x="947" y="1749"/>
                    <a:pt x="993" y="1742"/>
                  </a:cubicBezTo>
                  <a:cubicBezTo>
                    <a:pt x="1492" y="1672"/>
                    <a:pt x="1830" y="1229"/>
                    <a:pt x="1742" y="725"/>
                  </a:cubicBezTo>
                  <a:cubicBezTo>
                    <a:pt x="1665" y="298"/>
                    <a:pt x="129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406125" y="974650"/>
              <a:ext cx="32475" cy="29550"/>
            </a:xfrm>
            <a:custGeom>
              <a:avLst/>
              <a:gdLst/>
              <a:ahLst/>
              <a:cxnLst/>
              <a:rect l="l" t="t" r="r" b="b"/>
              <a:pathLst>
                <a:path w="1299" h="1182" extrusionOk="0">
                  <a:moveTo>
                    <a:pt x="670" y="1"/>
                  </a:moveTo>
                  <a:cubicBezTo>
                    <a:pt x="658" y="33"/>
                    <a:pt x="645" y="62"/>
                    <a:pt x="607" y="74"/>
                  </a:cubicBezTo>
                  <a:cubicBezTo>
                    <a:pt x="1" y="228"/>
                    <a:pt x="22" y="1181"/>
                    <a:pt x="680" y="1181"/>
                  </a:cubicBezTo>
                  <a:cubicBezTo>
                    <a:pt x="694" y="1181"/>
                    <a:pt x="709" y="1181"/>
                    <a:pt x="724" y="1180"/>
                  </a:cubicBezTo>
                  <a:cubicBezTo>
                    <a:pt x="1034" y="1161"/>
                    <a:pt x="1280" y="949"/>
                    <a:pt x="1290" y="628"/>
                  </a:cubicBezTo>
                  <a:cubicBezTo>
                    <a:pt x="1299" y="250"/>
                    <a:pt x="1005" y="30"/>
                    <a:pt x="6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422025" y="904275"/>
              <a:ext cx="21475" cy="19175"/>
            </a:xfrm>
            <a:custGeom>
              <a:avLst/>
              <a:gdLst/>
              <a:ahLst/>
              <a:cxnLst/>
              <a:rect l="l" t="t" r="r" b="b"/>
              <a:pathLst>
                <a:path w="859" h="767" extrusionOk="0">
                  <a:moveTo>
                    <a:pt x="449" y="1"/>
                  </a:moveTo>
                  <a:cubicBezTo>
                    <a:pt x="287" y="35"/>
                    <a:pt x="141" y="133"/>
                    <a:pt x="78" y="288"/>
                  </a:cubicBezTo>
                  <a:cubicBezTo>
                    <a:pt x="0" y="480"/>
                    <a:pt x="119" y="670"/>
                    <a:pt x="302" y="740"/>
                  </a:cubicBezTo>
                  <a:cubicBezTo>
                    <a:pt x="350" y="758"/>
                    <a:pt x="395" y="767"/>
                    <a:pt x="436" y="767"/>
                  </a:cubicBezTo>
                  <a:cubicBezTo>
                    <a:pt x="757" y="767"/>
                    <a:pt x="859" y="253"/>
                    <a:pt x="533" y="123"/>
                  </a:cubicBezTo>
                  <a:cubicBezTo>
                    <a:pt x="474" y="101"/>
                    <a:pt x="449" y="50"/>
                    <a:pt x="4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346950" y="754175"/>
              <a:ext cx="72025" cy="31675"/>
            </a:xfrm>
            <a:custGeom>
              <a:avLst/>
              <a:gdLst/>
              <a:ahLst/>
              <a:cxnLst/>
              <a:rect l="l" t="t" r="r" b="b"/>
              <a:pathLst>
                <a:path w="2881" h="1267" extrusionOk="0">
                  <a:moveTo>
                    <a:pt x="2620" y="1"/>
                  </a:moveTo>
                  <a:cubicBezTo>
                    <a:pt x="2582" y="1"/>
                    <a:pt x="2544" y="13"/>
                    <a:pt x="2509" y="40"/>
                  </a:cubicBezTo>
                  <a:cubicBezTo>
                    <a:pt x="1773" y="621"/>
                    <a:pt x="1002" y="973"/>
                    <a:pt x="79" y="1128"/>
                  </a:cubicBezTo>
                  <a:cubicBezTo>
                    <a:pt x="1" y="1143"/>
                    <a:pt x="16" y="1267"/>
                    <a:pt x="95" y="1267"/>
                  </a:cubicBezTo>
                  <a:cubicBezTo>
                    <a:pt x="96" y="1267"/>
                    <a:pt x="97" y="1267"/>
                    <a:pt x="98" y="1267"/>
                  </a:cubicBezTo>
                  <a:cubicBezTo>
                    <a:pt x="1056" y="1229"/>
                    <a:pt x="2001" y="885"/>
                    <a:pt x="2747" y="275"/>
                  </a:cubicBezTo>
                  <a:cubicBezTo>
                    <a:pt x="2881" y="167"/>
                    <a:pt x="2759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7"/>
            <p:cNvSpPr/>
            <p:nvPr/>
          </p:nvSpPr>
          <p:spPr>
            <a:xfrm>
              <a:off x="321650" y="752175"/>
              <a:ext cx="103525" cy="48125"/>
            </a:xfrm>
            <a:custGeom>
              <a:avLst/>
              <a:gdLst/>
              <a:ahLst/>
              <a:cxnLst/>
              <a:rect l="l" t="t" r="r" b="b"/>
              <a:pathLst>
                <a:path w="4141" h="1925" extrusionOk="0">
                  <a:moveTo>
                    <a:pt x="3632" y="81"/>
                  </a:moveTo>
                  <a:cubicBezTo>
                    <a:pt x="3771" y="81"/>
                    <a:pt x="3893" y="247"/>
                    <a:pt x="3759" y="355"/>
                  </a:cubicBezTo>
                  <a:cubicBezTo>
                    <a:pt x="3013" y="965"/>
                    <a:pt x="2068" y="1311"/>
                    <a:pt x="1110" y="1347"/>
                  </a:cubicBezTo>
                  <a:cubicBezTo>
                    <a:pt x="1109" y="1347"/>
                    <a:pt x="1108" y="1347"/>
                    <a:pt x="1107" y="1347"/>
                  </a:cubicBezTo>
                  <a:cubicBezTo>
                    <a:pt x="1028" y="1347"/>
                    <a:pt x="1013" y="1223"/>
                    <a:pt x="1091" y="1208"/>
                  </a:cubicBezTo>
                  <a:cubicBezTo>
                    <a:pt x="2014" y="1053"/>
                    <a:pt x="2785" y="701"/>
                    <a:pt x="3521" y="120"/>
                  </a:cubicBezTo>
                  <a:cubicBezTo>
                    <a:pt x="3556" y="93"/>
                    <a:pt x="3594" y="81"/>
                    <a:pt x="3632" y="81"/>
                  </a:cubicBezTo>
                  <a:close/>
                  <a:moveTo>
                    <a:pt x="3029" y="1"/>
                  </a:moveTo>
                  <a:cubicBezTo>
                    <a:pt x="2691" y="1"/>
                    <a:pt x="2349" y="56"/>
                    <a:pt x="1995" y="161"/>
                  </a:cubicBezTo>
                  <a:cubicBezTo>
                    <a:pt x="1587" y="278"/>
                    <a:pt x="1190" y="447"/>
                    <a:pt x="823" y="661"/>
                  </a:cubicBezTo>
                  <a:cubicBezTo>
                    <a:pt x="740" y="708"/>
                    <a:pt x="655" y="756"/>
                    <a:pt x="570" y="807"/>
                  </a:cubicBezTo>
                  <a:cubicBezTo>
                    <a:pt x="60" y="995"/>
                    <a:pt x="1" y="1340"/>
                    <a:pt x="402" y="1840"/>
                  </a:cubicBezTo>
                  <a:cubicBezTo>
                    <a:pt x="405" y="1839"/>
                    <a:pt x="409" y="1839"/>
                    <a:pt x="413" y="1839"/>
                  </a:cubicBezTo>
                  <a:cubicBezTo>
                    <a:pt x="462" y="1839"/>
                    <a:pt x="504" y="1880"/>
                    <a:pt x="512" y="1924"/>
                  </a:cubicBezTo>
                  <a:cubicBezTo>
                    <a:pt x="1885" y="1729"/>
                    <a:pt x="3541" y="1700"/>
                    <a:pt x="4141" y="205"/>
                  </a:cubicBezTo>
                  <a:cubicBezTo>
                    <a:pt x="3766" y="67"/>
                    <a:pt x="3400" y="1"/>
                    <a:pt x="3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8" name="Google Shape;728;p27"/>
          <p:cNvGrpSpPr/>
          <p:nvPr/>
        </p:nvGrpSpPr>
        <p:grpSpPr>
          <a:xfrm>
            <a:off x="820725" y="568638"/>
            <a:ext cx="446975" cy="455625"/>
            <a:chOff x="-980375" y="1066250"/>
            <a:chExt cx="446975" cy="455625"/>
          </a:xfrm>
        </p:grpSpPr>
        <p:sp>
          <p:nvSpPr>
            <p:cNvPr id="729" name="Google Shape;729;p27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7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7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7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7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7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5" name="Google Shape;735;p27"/>
          <p:cNvGrpSpPr/>
          <p:nvPr/>
        </p:nvGrpSpPr>
        <p:grpSpPr>
          <a:xfrm>
            <a:off x="7126363" y="540000"/>
            <a:ext cx="472725" cy="433300"/>
            <a:chOff x="1149725" y="1443925"/>
            <a:chExt cx="472725" cy="433300"/>
          </a:xfrm>
        </p:grpSpPr>
        <p:sp>
          <p:nvSpPr>
            <p:cNvPr id="736" name="Google Shape;736;p27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27"/>
          <p:cNvGrpSpPr/>
          <p:nvPr/>
        </p:nvGrpSpPr>
        <p:grpSpPr>
          <a:xfrm>
            <a:off x="936975" y="3471050"/>
            <a:ext cx="296850" cy="390925"/>
            <a:chOff x="-2421200" y="-205225"/>
            <a:chExt cx="296850" cy="390925"/>
          </a:xfrm>
        </p:grpSpPr>
        <p:sp>
          <p:nvSpPr>
            <p:cNvPr id="742" name="Google Shape;742;p27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7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7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7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7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7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2" name="Google Shape;752;p27"/>
          <p:cNvSpPr/>
          <p:nvPr/>
        </p:nvSpPr>
        <p:spPr>
          <a:xfrm rot="9196425">
            <a:off x="8322765" y="28561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7"/>
          <p:cNvSpPr/>
          <p:nvPr/>
        </p:nvSpPr>
        <p:spPr>
          <a:xfrm rot="9196425">
            <a:off x="4851165" y="43493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7"/>
          <p:cNvSpPr/>
          <p:nvPr/>
        </p:nvSpPr>
        <p:spPr>
          <a:xfrm rot="9196425">
            <a:off x="1487665" y="11069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5" name="Google Shape;755;p27"/>
          <p:cNvGrpSpPr/>
          <p:nvPr/>
        </p:nvGrpSpPr>
        <p:grpSpPr>
          <a:xfrm>
            <a:off x="7747044" y="4124329"/>
            <a:ext cx="290179" cy="294694"/>
            <a:chOff x="5015625" y="2751225"/>
            <a:chExt cx="404825" cy="411125"/>
          </a:xfrm>
        </p:grpSpPr>
        <p:sp>
          <p:nvSpPr>
            <p:cNvPr id="756" name="Google Shape;756;p27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7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7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7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7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7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7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7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7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9" name="Google Shape;769;p27"/>
          <p:cNvSpPr/>
          <p:nvPr/>
        </p:nvSpPr>
        <p:spPr>
          <a:xfrm>
            <a:off x="8388356" y="1177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7"/>
          <p:cNvSpPr/>
          <p:nvPr/>
        </p:nvSpPr>
        <p:spPr>
          <a:xfrm>
            <a:off x="935256" y="2086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4744781" y="6334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7"/>
          <p:cNvSpPr/>
          <p:nvPr/>
        </p:nvSpPr>
        <p:spPr>
          <a:xfrm rot="9196425">
            <a:off x="855815" y="42232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7"/>
          <p:cNvSpPr/>
          <p:nvPr/>
        </p:nvSpPr>
        <p:spPr>
          <a:xfrm>
            <a:off x="230406" y="3134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9"/>
          <p:cNvSpPr txBox="1">
            <a:spLocks noGrp="1"/>
          </p:cNvSpPr>
          <p:nvPr>
            <p:ph type="title"/>
          </p:nvPr>
        </p:nvSpPr>
        <p:spPr>
          <a:xfrm>
            <a:off x="1922300" y="15604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mensual</a:t>
            </a:r>
            <a:endParaRPr/>
          </a:p>
        </p:txBody>
      </p:sp>
      <p:sp>
        <p:nvSpPr>
          <p:cNvPr id="823" name="Google Shape;823;p29"/>
          <p:cNvSpPr txBox="1">
            <a:spLocks noGrp="1"/>
          </p:cNvSpPr>
          <p:nvPr>
            <p:ph type="title" idx="2"/>
          </p:nvPr>
        </p:nvSpPr>
        <p:spPr>
          <a:xfrm>
            <a:off x="758838" y="1672525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824" name="Google Shape;824;p29"/>
          <p:cNvSpPr txBox="1">
            <a:spLocks noGrp="1"/>
          </p:cNvSpPr>
          <p:nvPr>
            <p:ph type="subTitle" idx="1"/>
          </p:nvPr>
        </p:nvSpPr>
        <p:spPr>
          <a:xfrm>
            <a:off x="1922288" y="2309275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describir en qué consiste la sección aquí</a:t>
            </a:r>
            <a:endParaRPr/>
          </a:p>
        </p:txBody>
      </p:sp>
      <p:sp>
        <p:nvSpPr>
          <p:cNvPr id="825" name="Google Shape;825;p29"/>
          <p:cNvSpPr txBox="1">
            <a:spLocks noGrp="1"/>
          </p:cNvSpPr>
          <p:nvPr>
            <p:ph type="title" idx="3"/>
          </p:nvPr>
        </p:nvSpPr>
        <p:spPr>
          <a:xfrm>
            <a:off x="5896959" y="15604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semanal</a:t>
            </a:r>
            <a:endParaRPr/>
          </a:p>
        </p:txBody>
      </p:sp>
      <p:sp>
        <p:nvSpPr>
          <p:cNvPr id="826" name="Google Shape;826;p29"/>
          <p:cNvSpPr txBox="1">
            <a:spLocks noGrp="1"/>
          </p:cNvSpPr>
          <p:nvPr>
            <p:ph type="title" idx="4"/>
          </p:nvPr>
        </p:nvSpPr>
        <p:spPr>
          <a:xfrm>
            <a:off x="4733500" y="1672525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827" name="Google Shape;827;p29"/>
          <p:cNvSpPr txBox="1">
            <a:spLocks noGrp="1"/>
          </p:cNvSpPr>
          <p:nvPr>
            <p:ph type="subTitle" idx="5"/>
          </p:nvPr>
        </p:nvSpPr>
        <p:spPr>
          <a:xfrm>
            <a:off x="5896962" y="2309275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describir en qué consiste la sección aquí</a:t>
            </a:r>
            <a:endParaRPr/>
          </a:p>
        </p:txBody>
      </p:sp>
      <p:sp>
        <p:nvSpPr>
          <p:cNvPr id="828" name="Google Shape;828;p29"/>
          <p:cNvSpPr txBox="1">
            <a:spLocks noGrp="1"/>
          </p:cNvSpPr>
          <p:nvPr>
            <p:ph type="title" idx="6"/>
          </p:nvPr>
        </p:nvSpPr>
        <p:spPr>
          <a:xfrm>
            <a:off x="1922300" y="31019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diaria</a:t>
            </a:r>
            <a:endParaRPr/>
          </a:p>
        </p:txBody>
      </p:sp>
      <p:sp>
        <p:nvSpPr>
          <p:cNvPr id="829" name="Google Shape;829;p29"/>
          <p:cNvSpPr txBox="1">
            <a:spLocks noGrp="1"/>
          </p:cNvSpPr>
          <p:nvPr>
            <p:ph type="title" idx="7"/>
          </p:nvPr>
        </p:nvSpPr>
        <p:spPr>
          <a:xfrm>
            <a:off x="758838" y="3214000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</a:t>
            </a:r>
            <a:endParaRPr/>
          </a:p>
        </p:txBody>
      </p:sp>
      <p:sp>
        <p:nvSpPr>
          <p:cNvPr id="830" name="Google Shape;830;p29"/>
          <p:cNvSpPr txBox="1">
            <a:spLocks noGrp="1"/>
          </p:cNvSpPr>
          <p:nvPr>
            <p:ph type="subTitle" idx="8"/>
          </p:nvPr>
        </p:nvSpPr>
        <p:spPr>
          <a:xfrm>
            <a:off x="1922288" y="3850750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describir en qué consiste la sección aquí</a:t>
            </a:r>
            <a:endParaRPr/>
          </a:p>
        </p:txBody>
      </p:sp>
      <p:sp>
        <p:nvSpPr>
          <p:cNvPr id="831" name="Google Shape;831;p29"/>
          <p:cNvSpPr txBox="1">
            <a:spLocks noGrp="1"/>
          </p:cNvSpPr>
          <p:nvPr>
            <p:ph type="title" idx="9"/>
          </p:nvPr>
        </p:nvSpPr>
        <p:spPr>
          <a:xfrm>
            <a:off x="5896959" y="3101950"/>
            <a:ext cx="2488200" cy="82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Revisión de metas</a:t>
            </a:r>
            <a:endParaRPr/>
          </a:p>
        </p:txBody>
      </p:sp>
      <p:sp>
        <p:nvSpPr>
          <p:cNvPr id="832" name="Google Shape;832;p29"/>
          <p:cNvSpPr txBox="1">
            <a:spLocks noGrp="1"/>
          </p:cNvSpPr>
          <p:nvPr>
            <p:ph type="title" idx="13"/>
          </p:nvPr>
        </p:nvSpPr>
        <p:spPr>
          <a:xfrm>
            <a:off x="4733500" y="3214000"/>
            <a:ext cx="1134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833" name="Google Shape;833;p29"/>
          <p:cNvSpPr txBox="1">
            <a:spLocks noGrp="1"/>
          </p:cNvSpPr>
          <p:nvPr>
            <p:ph type="subTitle" idx="14"/>
          </p:nvPr>
        </p:nvSpPr>
        <p:spPr>
          <a:xfrm>
            <a:off x="5896962" y="3850750"/>
            <a:ext cx="2488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describir en qué consiste la sección aquí</a:t>
            </a:r>
            <a:endParaRPr/>
          </a:p>
        </p:txBody>
      </p:sp>
      <p:sp>
        <p:nvSpPr>
          <p:cNvPr id="834" name="Google Shape;834;p29"/>
          <p:cNvSpPr txBox="1">
            <a:spLocks noGrp="1"/>
          </p:cNvSpPr>
          <p:nvPr>
            <p:ph type="title" idx="15"/>
          </p:nvPr>
        </p:nvSpPr>
        <p:spPr>
          <a:xfrm>
            <a:off x="720000" y="616205"/>
            <a:ext cx="77040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</a:t>
            </a:r>
            <a:endParaRPr/>
          </a:p>
        </p:txBody>
      </p:sp>
      <p:grpSp>
        <p:nvGrpSpPr>
          <p:cNvPr id="835" name="Google Shape;835;p29"/>
          <p:cNvGrpSpPr/>
          <p:nvPr/>
        </p:nvGrpSpPr>
        <p:grpSpPr>
          <a:xfrm rot="3460693">
            <a:off x="7766930" y="573194"/>
            <a:ext cx="472748" cy="433321"/>
            <a:chOff x="1149725" y="1443925"/>
            <a:chExt cx="472725" cy="433300"/>
          </a:xfrm>
        </p:grpSpPr>
        <p:sp>
          <p:nvSpPr>
            <p:cNvPr id="836" name="Google Shape;836;p29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1" name="Google Shape;841;p29"/>
          <p:cNvSpPr/>
          <p:nvPr/>
        </p:nvSpPr>
        <p:spPr>
          <a:xfrm rot="9196425">
            <a:off x="7241165" y="47409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>
            <a:off x="2002070" y="4697674"/>
            <a:ext cx="472898" cy="294855"/>
            <a:chOff x="-1725525" y="2389300"/>
            <a:chExt cx="658174" cy="410319"/>
          </a:xfrm>
        </p:grpSpPr>
        <p:sp>
          <p:nvSpPr>
            <p:cNvPr id="843" name="Google Shape;843;p29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" name="Google Shape;848;p29"/>
          <p:cNvSpPr/>
          <p:nvPr/>
        </p:nvSpPr>
        <p:spPr>
          <a:xfrm rot="9196425">
            <a:off x="3867003" y="1806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9" name="Google Shape;849;p29"/>
          <p:cNvGrpSpPr/>
          <p:nvPr/>
        </p:nvGrpSpPr>
        <p:grpSpPr>
          <a:xfrm>
            <a:off x="406425" y="465988"/>
            <a:ext cx="609700" cy="647700"/>
            <a:chOff x="-765675" y="35575"/>
            <a:chExt cx="609700" cy="647700"/>
          </a:xfrm>
        </p:grpSpPr>
        <p:sp>
          <p:nvSpPr>
            <p:cNvPr id="850" name="Google Shape;850;p29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5" name="Google Shape;865;p29"/>
          <p:cNvSpPr/>
          <p:nvPr/>
        </p:nvSpPr>
        <p:spPr>
          <a:xfrm>
            <a:off x="1930781" y="3215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9"/>
          <p:cNvSpPr/>
          <p:nvPr/>
        </p:nvSpPr>
        <p:spPr>
          <a:xfrm>
            <a:off x="6584156" y="1189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9"/>
          <p:cNvSpPr/>
          <p:nvPr/>
        </p:nvSpPr>
        <p:spPr>
          <a:xfrm>
            <a:off x="8545656" y="22330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9"/>
          <p:cNvSpPr/>
          <p:nvPr/>
        </p:nvSpPr>
        <p:spPr>
          <a:xfrm>
            <a:off x="8545656" y="42064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9"/>
          <p:cNvSpPr/>
          <p:nvPr/>
        </p:nvSpPr>
        <p:spPr>
          <a:xfrm>
            <a:off x="4612556" y="44829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9"/>
          <p:cNvSpPr/>
          <p:nvPr/>
        </p:nvSpPr>
        <p:spPr>
          <a:xfrm>
            <a:off x="1079931" y="45368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30"/>
          <p:cNvSpPr txBox="1">
            <a:spLocks noGrp="1"/>
          </p:cNvSpPr>
          <p:nvPr>
            <p:ph type="title"/>
          </p:nvPr>
        </p:nvSpPr>
        <p:spPr>
          <a:xfrm>
            <a:off x="720000" y="1182151"/>
            <a:ext cx="7704000" cy="14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¡Hola! Mi nombre 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 González</a:t>
            </a:r>
            <a:endParaRPr/>
          </a:p>
        </p:txBody>
      </p:sp>
      <p:sp>
        <p:nvSpPr>
          <p:cNvPr id="876" name="Google Shape;876;p30"/>
          <p:cNvSpPr txBox="1">
            <a:spLocks noGrp="1"/>
          </p:cNvSpPr>
          <p:nvPr>
            <p:ph type="subTitle" idx="1"/>
          </p:nvPr>
        </p:nvSpPr>
        <p:spPr>
          <a:xfrm>
            <a:off x="2391900" y="2675388"/>
            <a:ext cx="4360200" cy="12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Puedes contactarme cuando quieras.</a:t>
            </a:r>
            <a:endParaRPr/>
          </a:p>
          <a:p>
            <a:pPr marL="0" marR="3810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¡Encantado de conocerte!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+34 864 934 237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tuemaill@freepik.com</a:t>
            </a:r>
            <a:endParaRPr/>
          </a:p>
        </p:txBody>
      </p:sp>
      <p:grpSp>
        <p:nvGrpSpPr>
          <p:cNvPr id="877" name="Google Shape;877;p30"/>
          <p:cNvGrpSpPr/>
          <p:nvPr/>
        </p:nvGrpSpPr>
        <p:grpSpPr>
          <a:xfrm rot="3460693">
            <a:off x="1117805" y="499169"/>
            <a:ext cx="472748" cy="433321"/>
            <a:chOff x="1149725" y="1443925"/>
            <a:chExt cx="472725" cy="433300"/>
          </a:xfrm>
        </p:grpSpPr>
        <p:sp>
          <p:nvSpPr>
            <p:cNvPr id="878" name="Google Shape;878;p30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3" name="Google Shape;883;p30"/>
          <p:cNvSpPr/>
          <p:nvPr/>
        </p:nvSpPr>
        <p:spPr>
          <a:xfrm rot="9196425">
            <a:off x="4836615" y="42373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4" name="Google Shape;884;p30"/>
          <p:cNvGrpSpPr/>
          <p:nvPr/>
        </p:nvGrpSpPr>
        <p:grpSpPr>
          <a:xfrm>
            <a:off x="8058794" y="4144654"/>
            <a:ext cx="290179" cy="294694"/>
            <a:chOff x="5015625" y="2751225"/>
            <a:chExt cx="404825" cy="411125"/>
          </a:xfrm>
        </p:grpSpPr>
        <p:sp>
          <p:nvSpPr>
            <p:cNvPr id="885" name="Google Shape;885;p30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8" name="Google Shape;898;p30"/>
          <p:cNvSpPr/>
          <p:nvPr/>
        </p:nvSpPr>
        <p:spPr>
          <a:xfrm>
            <a:off x="3254431" y="46593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9" name="Google Shape;899;p30"/>
          <p:cNvGrpSpPr/>
          <p:nvPr/>
        </p:nvGrpSpPr>
        <p:grpSpPr>
          <a:xfrm>
            <a:off x="3325720" y="392574"/>
            <a:ext cx="472898" cy="294855"/>
            <a:chOff x="-1725525" y="2389300"/>
            <a:chExt cx="658174" cy="410319"/>
          </a:xfrm>
        </p:grpSpPr>
        <p:sp>
          <p:nvSpPr>
            <p:cNvPr id="900" name="Google Shape;900;p30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30"/>
          <p:cNvGrpSpPr/>
          <p:nvPr/>
        </p:nvGrpSpPr>
        <p:grpSpPr>
          <a:xfrm>
            <a:off x="1537575" y="3969175"/>
            <a:ext cx="296850" cy="390925"/>
            <a:chOff x="-2421200" y="-205225"/>
            <a:chExt cx="296850" cy="390925"/>
          </a:xfrm>
        </p:grpSpPr>
        <p:sp>
          <p:nvSpPr>
            <p:cNvPr id="906" name="Google Shape;906;p30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30"/>
          <p:cNvSpPr/>
          <p:nvPr/>
        </p:nvSpPr>
        <p:spPr>
          <a:xfrm>
            <a:off x="763681" y="2902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30"/>
          <p:cNvSpPr/>
          <p:nvPr/>
        </p:nvSpPr>
        <p:spPr>
          <a:xfrm>
            <a:off x="6932881" y="47807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0"/>
          <p:cNvSpPr/>
          <p:nvPr/>
        </p:nvSpPr>
        <p:spPr>
          <a:xfrm>
            <a:off x="5351318" y="6824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0"/>
          <p:cNvSpPr/>
          <p:nvPr/>
        </p:nvSpPr>
        <p:spPr>
          <a:xfrm rot="9196425">
            <a:off x="1786015" y="30135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0"/>
          <p:cNvSpPr/>
          <p:nvPr/>
        </p:nvSpPr>
        <p:spPr>
          <a:xfrm rot="9196425">
            <a:off x="8538490" y="21211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0"/>
          <p:cNvSpPr/>
          <p:nvPr/>
        </p:nvSpPr>
        <p:spPr>
          <a:xfrm rot="9196425">
            <a:off x="7484178" y="4358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" name="Google Shape;922;p30"/>
          <p:cNvGrpSpPr/>
          <p:nvPr/>
        </p:nvGrpSpPr>
        <p:grpSpPr>
          <a:xfrm>
            <a:off x="7449100" y="2952288"/>
            <a:ext cx="609700" cy="647700"/>
            <a:chOff x="-765675" y="35575"/>
            <a:chExt cx="609700" cy="647700"/>
          </a:xfrm>
        </p:grpSpPr>
        <p:sp>
          <p:nvSpPr>
            <p:cNvPr id="923" name="Google Shape;923;p30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1"/>
          <p:cNvSpPr txBox="1">
            <a:spLocks noGrp="1"/>
          </p:cNvSpPr>
          <p:nvPr>
            <p:ph type="title" idx="2"/>
          </p:nvPr>
        </p:nvSpPr>
        <p:spPr>
          <a:xfrm>
            <a:off x="807450" y="2655000"/>
            <a:ext cx="75291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mensual</a:t>
            </a:r>
            <a:endParaRPr sz="4000"/>
          </a:p>
        </p:txBody>
      </p:sp>
      <p:sp>
        <p:nvSpPr>
          <p:cNvPr id="943" name="Google Shape;943;p31"/>
          <p:cNvSpPr txBox="1">
            <a:spLocks noGrp="1"/>
          </p:cNvSpPr>
          <p:nvPr>
            <p:ph type="subTitle" idx="1"/>
          </p:nvPr>
        </p:nvSpPr>
        <p:spPr>
          <a:xfrm>
            <a:off x="807450" y="3385075"/>
            <a:ext cx="7529100" cy="4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Utiliza los planificadores mensuales para organizar tu mes</a:t>
            </a:r>
            <a:endParaRPr/>
          </a:p>
        </p:txBody>
      </p:sp>
      <p:sp>
        <p:nvSpPr>
          <p:cNvPr id="944" name="Google Shape;944;p31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45" name="Google Shape;945;p31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46" name="Google Shape;946;p31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47" name="Google Shape;947;p31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48" name="Google Shape;948;p31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49" name="Google Shape;949;p31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50" name="Google Shape;950;p31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51" name="Google Shape;951;p31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52" name="Google Shape;952;p31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53" name="Google Shape;953;p31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954" name="Google Shape;954;p31"/>
          <p:cNvSpPr txBox="1">
            <a:spLocks noGrp="1"/>
          </p:cNvSpPr>
          <p:nvPr>
            <p:ph type="title"/>
          </p:nvPr>
        </p:nvSpPr>
        <p:spPr>
          <a:xfrm>
            <a:off x="3657600" y="1494725"/>
            <a:ext cx="1828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955" name="Google Shape;955;p31"/>
          <p:cNvSpPr/>
          <p:nvPr/>
        </p:nvSpPr>
        <p:spPr>
          <a:xfrm rot="9196425">
            <a:off x="4805390" y="41134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31"/>
          <p:cNvGrpSpPr/>
          <p:nvPr/>
        </p:nvGrpSpPr>
        <p:grpSpPr>
          <a:xfrm>
            <a:off x="7510895" y="1523436"/>
            <a:ext cx="472898" cy="294855"/>
            <a:chOff x="-1725525" y="2389300"/>
            <a:chExt cx="658174" cy="410319"/>
          </a:xfrm>
        </p:grpSpPr>
        <p:sp>
          <p:nvSpPr>
            <p:cNvPr id="957" name="Google Shape;957;p31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1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1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31"/>
          <p:cNvGrpSpPr/>
          <p:nvPr/>
        </p:nvGrpSpPr>
        <p:grpSpPr>
          <a:xfrm>
            <a:off x="1714750" y="4335150"/>
            <a:ext cx="296850" cy="390925"/>
            <a:chOff x="-2421200" y="-205225"/>
            <a:chExt cx="296850" cy="390925"/>
          </a:xfrm>
        </p:grpSpPr>
        <p:sp>
          <p:nvSpPr>
            <p:cNvPr id="963" name="Google Shape;963;p31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1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1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1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1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1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1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3" name="Google Shape;973;p31"/>
          <p:cNvSpPr/>
          <p:nvPr/>
        </p:nvSpPr>
        <p:spPr>
          <a:xfrm>
            <a:off x="220756" y="23365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1"/>
          <p:cNvSpPr/>
          <p:nvPr/>
        </p:nvSpPr>
        <p:spPr>
          <a:xfrm>
            <a:off x="4699018" y="7843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1"/>
          <p:cNvSpPr/>
          <p:nvPr/>
        </p:nvSpPr>
        <p:spPr>
          <a:xfrm rot="9196425">
            <a:off x="798765" y="39115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1"/>
          <p:cNvSpPr/>
          <p:nvPr/>
        </p:nvSpPr>
        <p:spPr>
          <a:xfrm rot="9196425">
            <a:off x="8538490" y="21211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1"/>
          <p:cNvSpPr/>
          <p:nvPr/>
        </p:nvSpPr>
        <p:spPr>
          <a:xfrm rot="9196425">
            <a:off x="6677778" y="12389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8" name="Google Shape;978;p31"/>
          <p:cNvGrpSpPr/>
          <p:nvPr/>
        </p:nvGrpSpPr>
        <p:grpSpPr>
          <a:xfrm>
            <a:off x="1688775" y="1167450"/>
            <a:ext cx="609700" cy="647700"/>
            <a:chOff x="-765675" y="35575"/>
            <a:chExt cx="609700" cy="647700"/>
          </a:xfrm>
        </p:grpSpPr>
        <p:sp>
          <p:nvSpPr>
            <p:cNvPr id="979" name="Google Shape;979;p31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1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1"/>
          <p:cNvGrpSpPr/>
          <p:nvPr/>
        </p:nvGrpSpPr>
        <p:grpSpPr>
          <a:xfrm>
            <a:off x="7711038" y="3882350"/>
            <a:ext cx="488825" cy="479950"/>
            <a:chOff x="-2539750" y="716850"/>
            <a:chExt cx="488825" cy="479950"/>
          </a:xfrm>
        </p:grpSpPr>
        <p:sp>
          <p:nvSpPr>
            <p:cNvPr id="995" name="Google Shape;995;p31"/>
            <p:cNvSpPr/>
            <p:nvPr/>
          </p:nvSpPr>
          <p:spPr>
            <a:xfrm>
              <a:off x="-2539750" y="716850"/>
              <a:ext cx="488825" cy="479950"/>
            </a:xfrm>
            <a:custGeom>
              <a:avLst/>
              <a:gdLst/>
              <a:ahLst/>
              <a:cxnLst/>
              <a:rect l="l" t="t" r="r" b="b"/>
              <a:pathLst>
                <a:path w="19553" h="19198" extrusionOk="0">
                  <a:moveTo>
                    <a:pt x="11099" y="690"/>
                  </a:moveTo>
                  <a:lnTo>
                    <a:pt x="11099" y="690"/>
                  </a:lnTo>
                  <a:cubicBezTo>
                    <a:pt x="12845" y="932"/>
                    <a:pt x="14522" y="1711"/>
                    <a:pt x="15845" y="2878"/>
                  </a:cubicBezTo>
                  <a:cubicBezTo>
                    <a:pt x="14226" y="3974"/>
                    <a:pt x="12937" y="5427"/>
                    <a:pt x="11711" y="6928"/>
                  </a:cubicBezTo>
                  <a:cubicBezTo>
                    <a:pt x="11678" y="6899"/>
                    <a:pt x="11646" y="6871"/>
                    <a:pt x="11617" y="6843"/>
                  </a:cubicBezTo>
                  <a:cubicBezTo>
                    <a:pt x="9942" y="5066"/>
                    <a:pt x="10112" y="2719"/>
                    <a:pt x="11099" y="690"/>
                  </a:cubicBezTo>
                  <a:close/>
                  <a:moveTo>
                    <a:pt x="9934" y="614"/>
                  </a:moveTo>
                  <a:cubicBezTo>
                    <a:pt x="10186" y="614"/>
                    <a:pt x="10439" y="626"/>
                    <a:pt x="10690" y="648"/>
                  </a:cubicBezTo>
                  <a:cubicBezTo>
                    <a:pt x="9280" y="2472"/>
                    <a:pt x="9643" y="5394"/>
                    <a:pt x="11102" y="7085"/>
                  </a:cubicBezTo>
                  <a:cubicBezTo>
                    <a:pt x="11184" y="7180"/>
                    <a:pt x="11272" y="7266"/>
                    <a:pt x="11362" y="7355"/>
                  </a:cubicBezTo>
                  <a:cubicBezTo>
                    <a:pt x="10953" y="7863"/>
                    <a:pt x="10547" y="8372"/>
                    <a:pt x="10134" y="8877"/>
                  </a:cubicBezTo>
                  <a:cubicBezTo>
                    <a:pt x="10109" y="8906"/>
                    <a:pt x="10083" y="8938"/>
                    <a:pt x="10059" y="8967"/>
                  </a:cubicBezTo>
                  <a:cubicBezTo>
                    <a:pt x="8145" y="6938"/>
                    <a:pt x="6201" y="4939"/>
                    <a:pt x="4231" y="2975"/>
                  </a:cubicBezTo>
                  <a:cubicBezTo>
                    <a:pt x="5209" y="2046"/>
                    <a:pt x="6390" y="1331"/>
                    <a:pt x="7703" y="937"/>
                  </a:cubicBezTo>
                  <a:cubicBezTo>
                    <a:pt x="8433" y="715"/>
                    <a:pt x="9184" y="614"/>
                    <a:pt x="9934" y="614"/>
                  </a:cubicBezTo>
                  <a:close/>
                  <a:moveTo>
                    <a:pt x="3961" y="3238"/>
                  </a:moveTo>
                  <a:cubicBezTo>
                    <a:pt x="5872" y="5294"/>
                    <a:pt x="7786" y="7344"/>
                    <a:pt x="9696" y="9397"/>
                  </a:cubicBezTo>
                  <a:cubicBezTo>
                    <a:pt x="9166" y="10027"/>
                    <a:pt x="8619" y="10638"/>
                    <a:pt x="8060" y="11240"/>
                  </a:cubicBezTo>
                  <a:cubicBezTo>
                    <a:pt x="7045" y="10569"/>
                    <a:pt x="5885" y="10311"/>
                    <a:pt x="4694" y="10311"/>
                  </a:cubicBezTo>
                  <a:cubicBezTo>
                    <a:pt x="3612" y="10311"/>
                    <a:pt x="2504" y="10524"/>
                    <a:pt x="1458" y="10834"/>
                  </a:cubicBezTo>
                  <a:cubicBezTo>
                    <a:pt x="986" y="8056"/>
                    <a:pt x="2033" y="5219"/>
                    <a:pt x="3961" y="3238"/>
                  </a:cubicBezTo>
                  <a:close/>
                  <a:moveTo>
                    <a:pt x="4533" y="10752"/>
                  </a:moveTo>
                  <a:cubicBezTo>
                    <a:pt x="5617" y="10752"/>
                    <a:pt x="6683" y="10973"/>
                    <a:pt x="7647" y="11574"/>
                  </a:cubicBezTo>
                  <a:cubicBezTo>
                    <a:pt x="7667" y="11590"/>
                    <a:pt x="7683" y="11603"/>
                    <a:pt x="7703" y="11614"/>
                  </a:cubicBezTo>
                  <a:cubicBezTo>
                    <a:pt x="6444" y="12952"/>
                    <a:pt x="5131" y="14233"/>
                    <a:pt x="3779" y="15489"/>
                  </a:cubicBezTo>
                  <a:cubicBezTo>
                    <a:pt x="2676" y="14279"/>
                    <a:pt x="1880" y="12791"/>
                    <a:pt x="1530" y="11194"/>
                  </a:cubicBezTo>
                  <a:cubicBezTo>
                    <a:pt x="2503" y="10942"/>
                    <a:pt x="3526" y="10752"/>
                    <a:pt x="4533" y="10752"/>
                  </a:cubicBezTo>
                  <a:close/>
                  <a:moveTo>
                    <a:pt x="16219" y="3227"/>
                  </a:moveTo>
                  <a:cubicBezTo>
                    <a:pt x="17058" y="4056"/>
                    <a:pt x="17731" y="5056"/>
                    <a:pt x="18147" y="6174"/>
                  </a:cubicBezTo>
                  <a:cubicBezTo>
                    <a:pt x="18326" y="6655"/>
                    <a:pt x="18485" y="7170"/>
                    <a:pt x="18609" y="7706"/>
                  </a:cubicBezTo>
                  <a:cubicBezTo>
                    <a:pt x="19146" y="9998"/>
                    <a:pt x="19126" y="12657"/>
                    <a:pt x="17859" y="14539"/>
                  </a:cubicBezTo>
                  <a:cubicBezTo>
                    <a:pt x="17488" y="15091"/>
                    <a:pt x="17048" y="15589"/>
                    <a:pt x="16561" y="16034"/>
                  </a:cubicBezTo>
                  <a:cubicBezTo>
                    <a:pt x="14536" y="13785"/>
                    <a:pt x="12490" y="11551"/>
                    <a:pt x="10414" y="9344"/>
                  </a:cubicBezTo>
                  <a:cubicBezTo>
                    <a:pt x="10871" y="8799"/>
                    <a:pt x="11318" y="8255"/>
                    <a:pt x="11770" y="7718"/>
                  </a:cubicBezTo>
                  <a:cubicBezTo>
                    <a:pt x="12771" y="8512"/>
                    <a:pt x="14069" y="8928"/>
                    <a:pt x="15358" y="8928"/>
                  </a:cubicBezTo>
                  <a:cubicBezTo>
                    <a:pt x="16473" y="8928"/>
                    <a:pt x="17581" y="8617"/>
                    <a:pt x="18485" y="7971"/>
                  </a:cubicBezTo>
                  <a:cubicBezTo>
                    <a:pt x="18584" y="7900"/>
                    <a:pt x="18613" y="7800"/>
                    <a:pt x="18599" y="7711"/>
                  </a:cubicBezTo>
                  <a:cubicBezTo>
                    <a:pt x="18577" y="7599"/>
                    <a:pt x="18483" y="7503"/>
                    <a:pt x="18360" y="7503"/>
                  </a:cubicBezTo>
                  <a:cubicBezTo>
                    <a:pt x="18320" y="7503"/>
                    <a:pt x="18277" y="7513"/>
                    <a:pt x="18232" y="7536"/>
                  </a:cubicBezTo>
                  <a:cubicBezTo>
                    <a:pt x="17267" y="8032"/>
                    <a:pt x="16199" y="8323"/>
                    <a:pt x="15152" y="8323"/>
                  </a:cubicBezTo>
                  <a:cubicBezTo>
                    <a:pt x="14073" y="8323"/>
                    <a:pt x="13017" y="8014"/>
                    <a:pt x="12123" y="7302"/>
                  </a:cubicBezTo>
                  <a:cubicBezTo>
                    <a:pt x="13346" y="5856"/>
                    <a:pt x="14617" y="4468"/>
                    <a:pt x="16158" y="3295"/>
                  </a:cubicBezTo>
                  <a:cubicBezTo>
                    <a:pt x="16183" y="3274"/>
                    <a:pt x="16200" y="3252"/>
                    <a:pt x="16219" y="3227"/>
                  </a:cubicBezTo>
                  <a:close/>
                  <a:moveTo>
                    <a:pt x="8119" y="11916"/>
                  </a:moveTo>
                  <a:cubicBezTo>
                    <a:pt x="10027" y="13457"/>
                    <a:pt x="10297" y="16136"/>
                    <a:pt x="9208" y="18285"/>
                  </a:cubicBezTo>
                  <a:cubicBezTo>
                    <a:pt x="9195" y="18314"/>
                    <a:pt x="9188" y="18342"/>
                    <a:pt x="9184" y="18371"/>
                  </a:cubicBezTo>
                  <a:cubicBezTo>
                    <a:pt x="7521" y="18054"/>
                    <a:pt x="5967" y="17488"/>
                    <a:pt x="4594" y="16295"/>
                  </a:cubicBezTo>
                  <a:cubicBezTo>
                    <a:pt x="4384" y="16115"/>
                    <a:pt x="4185" y="15923"/>
                    <a:pt x="3990" y="15723"/>
                  </a:cubicBezTo>
                  <a:cubicBezTo>
                    <a:pt x="5450" y="14556"/>
                    <a:pt x="6825" y="13272"/>
                    <a:pt x="8119" y="11916"/>
                  </a:cubicBezTo>
                  <a:close/>
                  <a:moveTo>
                    <a:pt x="10049" y="9777"/>
                  </a:moveTo>
                  <a:cubicBezTo>
                    <a:pt x="12094" y="11970"/>
                    <a:pt x="14133" y="14169"/>
                    <a:pt x="16158" y="16382"/>
                  </a:cubicBezTo>
                  <a:cubicBezTo>
                    <a:pt x="14855" y="17439"/>
                    <a:pt x="13268" y="18161"/>
                    <a:pt x="11671" y="18580"/>
                  </a:cubicBezTo>
                  <a:cubicBezTo>
                    <a:pt x="11604" y="18599"/>
                    <a:pt x="11558" y="18638"/>
                    <a:pt x="11529" y="18687"/>
                  </a:cubicBezTo>
                  <a:cubicBezTo>
                    <a:pt x="10924" y="18628"/>
                    <a:pt x="10326" y="18560"/>
                    <a:pt x="9742" y="18467"/>
                  </a:cubicBezTo>
                  <a:cubicBezTo>
                    <a:pt x="10931" y="16282"/>
                    <a:pt x="10639" y="13589"/>
                    <a:pt x="8804" y="11831"/>
                  </a:cubicBezTo>
                  <a:cubicBezTo>
                    <a:pt x="8697" y="11727"/>
                    <a:pt x="8583" y="11636"/>
                    <a:pt x="8473" y="11542"/>
                  </a:cubicBezTo>
                  <a:cubicBezTo>
                    <a:pt x="9013" y="10966"/>
                    <a:pt x="9539" y="10375"/>
                    <a:pt x="10049" y="9777"/>
                  </a:cubicBezTo>
                  <a:close/>
                  <a:moveTo>
                    <a:pt x="10184" y="1"/>
                  </a:moveTo>
                  <a:cubicBezTo>
                    <a:pt x="7792" y="1"/>
                    <a:pt x="5529" y="979"/>
                    <a:pt x="3815" y="2556"/>
                  </a:cubicBezTo>
                  <a:lnTo>
                    <a:pt x="3730" y="2469"/>
                  </a:lnTo>
                  <a:cubicBezTo>
                    <a:pt x="3692" y="2431"/>
                    <a:pt x="3650" y="2415"/>
                    <a:pt x="3609" y="2415"/>
                  </a:cubicBezTo>
                  <a:cubicBezTo>
                    <a:pt x="3475" y="2415"/>
                    <a:pt x="3359" y="2589"/>
                    <a:pt x="3476" y="2719"/>
                  </a:cubicBezTo>
                  <a:cubicBezTo>
                    <a:pt x="3505" y="2748"/>
                    <a:pt x="3531" y="2775"/>
                    <a:pt x="3558" y="2804"/>
                  </a:cubicBezTo>
                  <a:cubicBezTo>
                    <a:pt x="1203" y="5131"/>
                    <a:pt x="1" y="8622"/>
                    <a:pt x="1161" y="12198"/>
                  </a:cubicBezTo>
                  <a:cubicBezTo>
                    <a:pt x="2741" y="17080"/>
                    <a:pt x="7078" y="19054"/>
                    <a:pt x="11889" y="19197"/>
                  </a:cubicBezTo>
                  <a:cubicBezTo>
                    <a:pt x="11893" y="19197"/>
                    <a:pt x="11898" y="19197"/>
                    <a:pt x="11902" y="19197"/>
                  </a:cubicBezTo>
                  <a:cubicBezTo>
                    <a:pt x="12046" y="19197"/>
                    <a:pt x="12117" y="19087"/>
                    <a:pt x="12117" y="18973"/>
                  </a:cubicBezTo>
                  <a:cubicBezTo>
                    <a:pt x="15998" y="18072"/>
                    <a:pt x="19542" y="15076"/>
                    <a:pt x="19545" y="10875"/>
                  </a:cubicBezTo>
                  <a:cubicBezTo>
                    <a:pt x="19552" y="6544"/>
                    <a:pt x="17898" y="2552"/>
                    <a:pt x="13746" y="751"/>
                  </a:cubicBezTo>
                  <a:cubicBezTo>
                    <a:pt x="12561" y="236"/>
                    <a:pt x="11357" y="1"/>
                    <a:pt x="10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-2279400" y="909500"/>
              <a:ext cx="218325" cy="208200"/>
            </a:xfrm>
            <a:custGeom>
              <a:avLst/>
              <a:gdLst/>
              <a:ahLst/>
              <a:cxnLst/>
              <a:rect l="l" t="t" r="r" b="b"/>
              <a:pathLst>
                <a:path w="8733" h="8328" extrusionOk="0">
                  <a:moveTo>
                    <a:pt x="8195" y="0"/>
                  </a:moveTo>
                  <a:lnTo>
                    <a:pt x="8195" y="2"/>
                  </a:lnTo>
                  <a:lnTo>
                    <a:pt x="8185" y="5"/>
                  </a:lnTo>
                  <a:cubicBezTo>
                    <a:pt x="8199" y="94"/>
                    <a:pt x="8170" y="194"/>
                    <a:pt x="8071" y="265"/>
                  </a:cubicBezTo>
                  <a:cubicBezTo>
                    <a:pt x="7167" y="912"/>
                    <a:pt x="6060" y="1222"/>
                    <a:pt x="4945" y="1222"/>
                  </a:cubicBezTo>
                  <a:cubicBezTo>
                    <a:pt x="3655" y="1222"/>
                    <a:pt x="2357" y="806"/>
                    <a:pt x="1356" y="12"/>
                  </a:cubicBezTo>
                  <a:cubicBezTo>
                    <a:pt x="904" y="549"/>
                    <a:pt x="457" y="1094"/>
                    <a:pt x="0" y="1638"/>
                  </a:cubicBezTo>
                  <a:cubicBezTo>
                    <a:pt x="2076" y="3845"/>
                    <a:pt x="4122" y="6079"/>
                    <a:pt x="6147" y="8328"/>
                  </a:cubicBezTo>
                  <a:cubicBezTo>
                    <a:pt x="6634" y="7883"/>
                    <a:pt x="7074" y="7385"/>
                    <a:pt x="7445" y="6833"/>
                  </a:cubicBezTo>
                  <a:cubicBezTo>
                    <a:pt x="8712" y="4951"/>
                    <a:pt x="8732" y="2292"/>
                    <a:pt x="8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-2236675" y="797500"/>
              <a:ext cx="162175" cy="127425"/>
            </a:xfrm>
            <a:custGeom>
              <a:avLst/>
              <a:gdLst/>
              <a:ahLst/>
              <a:cxnLst/>
              <a:rect l="l" t="t" r="r" b="b"/>
              <a:pathLst>
                <a:path w="6487" h="5097" extrusionOk="0">
                  <a:moveTo>
                    <a:pt x="4096" y="1"/>
                  </a:moveTo>
                  <a:cubicBezTo>
                    <a:pt x="4077" y="26"/>
                    <a:pt x="4060" y="48"/>
                    <a:pt x="4035" y="69"/>
                  </a:cubicBezTo>
                  <a:cubicBezTo>
                    <a:pt x="2494" y="1242"/>
                    <a:pt x="1223" y="2630"/>
                    <a:pt x="0" y="4076"/>
                  </a:cubicBezTo>
                  <a:cubicBezTo>
                    <a:pt x="895" y="4788"/>
                    <a:pt x="1951" y="5097"/>
                    <a:pt x="3030" y="5097"/>
                  </a:cubicBezTo>
                  <a:cubicBezTo>
                    <a:pt x="4076" y="5097"/>
                    <a:pt x="5144" y="4806"/>
                    <a:pt x="6109" y="4310"/>
                  </a:cubicBezTo>
                  <a:cubicBezTo>
                    <a:pt x="6154" y="4287"/>
                    <a:pt x="6197" y="4277"/>
                    <a:pt x="6237" y="4277"/>
                  </a:cubicBezTo>
                  <a:cubicBezTo>
                    <a:pt x="6360" y="4277"/>
                    <a:pt x="6454" y="4373"/>
                    <a:pt x="6476" y="4485"/>
                  </a:cubicBezTo>
                  <a:lnTo>
                    <a:pt x="6486" y="4480"/>
                  </a:lnTo>
                  <a:cubicBezTo>
                    <a:pt x="6362" y="3944"/>
                    <a:pt x="6203" y="3427"/>
                    <a:pt x="6024" y="2948"/>
                  </a:cubicBezTo>
                  <a:cubicBezTo>
                    <a:pt x="5608" y="1830"/>
                    <a:pt x="4935" y="830"/>
                    <a:pt x="4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-2327950" y="961300"/>
              <a:ext cx="192150" cy="222750"/>
            </a:xfrm>
            <a:custGeom>
              <a:avLst/>
              <a:gdLst/>
              <a:ahLst/>
              <a:cxnLst/>
              <a:rect l="l" t="t" r="r" b="b"/>
              <a:pathLst>
                <a:path w="7686" h="8910" extrusionOk="0">
                  <a:moveTo>
                    <a:pt x="1577" y="1"/>
                  </a:moveTo>
                  <a:cubicBezTo>
                    <a:pt x="1067" y="599"/>
                    <a:pt x="541" y="1188"/>
                    <a:pt x="1" y="1766"/>
                  </a:cubicBezTo>
                  <a:cubicBezTo>
                    <a:pt x="111" y="1858"/>
                    <a:pt x="225" y="1949"/>
                    <a:pt x="332" y="2053"/>
                  </a:cubicBezTo>
                  <a:cubicBezTo>
                    <a:pt x="2167" y="3811"/>
                    <a:pt x="2459" y="6504"/>
                    <a:pt x="1271" y="8689"/>
                  </a:cubicBezTo>
                  <a:cubicBezTo>
                    <a:pt x="1854" y="8782"/>
                    <a:pt x="2452" y="8850"/>
                    <a:pt x="3057" y="8909"/>
                  </a:cubicBezTo>
                  <a:cubicBezTo>
                    <a:pt x="3086" y="8860"/>
                    <a:pt x="3132" y="8821"/>
                    <a:pt x="3199" y="8802"/>
                  </a:cubicBezTo>
                  <a:cubicBezTo>
                    <a:pt x="4796" y="8383"/>
                    <a:pt x="6383" y="7661"/>
                    <a:pt x="7686" y="6604"/>
                  </a:cubicBezTo>
                  <a:cubicBezTo>
                    <a:pt x="5661" y="4391"/>
                    <a:pt x="3622" y="2192"/>
                    <a:pt x="15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-2291200" y="734100"/>
              <a:ext cx="147600" cy="155975"/>
            </a:xfrm>
            <a:custGeom>
              <a:avLst/>
              <a:gdLst/>
              <a:ahLst/>
              <a:cxnLst/>
              <a:rect l="l" t="t" r="r" b="b"/>
              <a:pathLst>
                <a:path w="5904" h="6239" extrusionOk="0">
                  <a:moveTo>
                    <a:pt x="1157" y="0"/>
                  </a:moveTo>
                  <a:lnTo>
                    <a:pt x="1157" y="0"/>
                  </a:lnTo>
                  <a:cubicBezTo>
                    <a:pt x="170" y="2029"/>
                    <a:pt x="0" y="4376"/>
                    <a:pt x="1675" y="6153"/>
                  </a:cubicBezTo>
                  <a:cubicBezTo>
                    <a:pt x="1704" y="6181"/>
                    <a:pt x="1736" y="6209"/>
                    <a:pt x="1769" y="6238"/>
                  </a:cubicBezTo>
                  <a:cubicBezTo>
                    <a:pt x="2995" y="4737"/>
                    <a:pt x="4284" y="3284"/>
                    <a:pt x="5903" y="2188"/>
                  </a:cubicBezTo>
                  <a:cubicBezTo>
                    <a:pt x="4580" y="1021"/>
                    <a:pt x="2903" y="242"/>
                    <a:pt x="1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-2434000" y="732175"/>
              <a:ext cx="178325" cy="208850"/>
            </a:xfrm>
            <a:custGeom>
              <a:avLst/>
              <a:gdLst/>
              <a:ahLst/>
              <a:cxnLst/>
              <a:rect l="l" t="t" r="r" b="b"/>
              <a:pathLst>
                <a:path w="7133" h="8354" extrusionOk="0">
                  <a:moveTo>
                    <a:pt x="5701" y="0"/>
                  </a:moveTo>
                  <a:cubicBezTo>
                    <a:pt x="4952" y="0"/>
                    <a:pt x="4202" y="102"/>
                    <a:pt x="3473" y="322"/>
                  </a:cubicBezTo>
                  <a:cubicBezTo>
                    <a:pt x="2160" y="718"/>
                    <a:pt x="979" y="1433"/>
                    <a:pt x="1" y="2362"/>
                  </a:cubicBezTo>
                  <a:cubicBezTo>
                    <a:pt x="1971" y="4326"/>
                    <a:pt x="3915" y="6325"/>
                    <a:pt x="5829" y="8354"/>
                  </a:cubicBezTo>
                  <a:cubicBezTo>
                    <a:pt x="5855" y="8325"/>
                    <a:pt x="5879" y="8293"/>
                    <a:pt x="5904" y="8264"/>
                  </a:cubicBezTo>
                  <a:cubicBezTo>
                    <a:pt x="6317" y="7759"/>
                    <a:pt x="6723" y="7251"/>
                    <a:pt x="7132" y="6742"/>
                  </a:cubicBezTo>
                  <a:cubicBezTo>
                    <a:pt x="7042" y="6653"/>
                    <a:pt x="6954" y="6567"/>
                    <a:pt x="6872" y="6472"/>
                  </a:cubicBezTo>
                  <a:cubicBezTo>
                    <a:pt x="5413" y="4781"/>
                    <a:pt x="5050" y="1859"/>
                    <a:pt x="6460" y="35"/>
                  </a:cubicBezTo>
                  <a:cubicBezTo>
                    <a:pt x="6207" y="12"/>
                    <a:pt x="5954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-2440025" y="1014725"/>
              <a:ext cx="157725" cy="161425"/>
            </a:xfrm>
            <a:custGeom>
              <a:avLst/>
              <a:gdLst/>
              <a:ahLst/>
              <a:cxnLst/>
              <a:rect l="l" t="t" r="r" b="b"/>
              <a:pathLst>
                <a:path w="6309" h="6457" extrusionOk="0">
                  <a:moveTo>
                    <a:pt x="4130" y="1"/>
                  </a:moveTo>
                  <a:cubicBezTo>
                    <a:pt x="2836" y="1357"/>
                    <a:pt x="1461" y="2641"/>
                    <a:pt x="1" y="3808"/>
                  </a:cubicBezTo>
                  <a:cubicBezTo>
                    <a:pt x="196" y="4008"/>
                    <a:pt x="395" y="4200"/>
                    <a:pt x="605" y="4382"/>
                  </a:cubicBezTo>
                  <a:cubicBezTo>
                    <a:pt x="1978" y="5573"/>
                    <a:pt x="3534" y="6139"/>
                    <a:pt x="5195" y="6456"/>
                  </a:cubicBezTo>
                  <a:cubicBezTo>
                    <a:pt x="5199" y="6427"/>
                    <a:pt x="5206" y="6399"/>
                    <a:pt x="5219" y="6371"/>
                  </a:cubicBezTo>
                  <a:cubicBezTo>
                    <a:pt x="6308" y="4221"/>
                    <a:pt x="6038" y="1542"/>
                    <a:pt x="41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-2515100" y="797800"/>
              <a:ext cx="217750" cy="200050"/>
            </a:xfrm>
            <a:custGeom>
              <a:avLst/>
              <a:gdLst/>
              <a:ahLst/>
              <a:cxnLst/>
              <a:rect l="l" t="t" r="r" b="b"/>
              <a:pathLst>
                <a:path w="8710" h="8002" extrusionOk="0">
                  <a:moveTo>
                    <a:pt x="2975" y="0"/>
                  </a:moveTo>
                  <a:cubicBezTo>
                    <a:pt x="1047" y="1983"/>
                    <a:pt x="0" y="4818"/>
                    <a:pt x="472" y="7598"/>
                  </a:cubicBezTo>
                  <a:cubicBezTo>
                    <a:pt x="1519" y="7287"/>
                    <a:pt x="2627" y="7073"/>
                    <a:pt x="3710" y="7073"/>
                  </a:cubicBezTo>
                  <a:cubicBezTo>
                    <a:pt x="4900" y="7073"/>
                    <a:pt x="6060" y="7331"/>
                    <a:pt x="7074" y="8002"/>
                  </a:cubicBezTo>
                  <a:cubicBezTo>
                    <a:pt x="7633" y="7400"/>
                    <a:pt x="8180" y="6789"/>
                    <a:pt x="8710" y="6159"/>
                  </a:cubicBezTo>
                  <a:cubicBezTo>
                    <a:pt x="6800" y="4106"/>
                    <a:pt x="4886" y="2056"/>
                    <a:pt x="29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-2501525" y="985650"/>
              <a:ext cx="154375" cy="118425"/>
            </a:xfrm>
            <a:custGeom>
              <a:avLst/>
              <a:gdLst/>
              <a:ahLst/>
              <a:cxnLst/>
              <a:rect l="l" t="t" r="r" b="b"/>
              <a:pathLst>
                <a:path w="6175" h="4737" extrusionOk="0">
                  <a:moveTo>
                    <a:pt x="3004" y="0"/>
                  </a:moveTo>
                  <a:cubicBezTo>
                    <a:pt x="1997" y="0"/>
                    <a:pt x="974" y="190"/>
                    <a:pt x="1" y="442"/>
                  </a:cubicBezTo>
                  <a:cubicBezTo>
                    <a:pt x="351" y="2041"/>
                    <a:pt x="1147" y="3527"/>
                    <a:pt x="2250" y="4737"/>
                  </a:cubicBezTo>
                  <a:cubicBezTo>
                    <a:pt x="3602" y="3481"/>
                    <a:pt x="4915" y="2200"/>
                    <a:pt x="6174" y="862"/>
                  </a:cubicBezTo>
                  <a:cubicBezTo>
                    <a:pt x="6154" y="851"/>
                    <a:pt x="6140" y="838"/>
                    <a:pt x="6118" y="822"/>
                  </a:cubicBezTo>
                  <a:cubicBezTo>
                    <a:pt x="5155" y="221"/>
                    <a:pt x="4089" y="0"/>
                    <a:pt x="3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4" name="Google Shape;1004;p31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05" name="Google Shape;1005;p31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2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 tu año</a:t>
            </a:r>
            <a:endParaRPr/>
          </a:p>
        </p:txBody>
      </p:sp>
      <p:graphicFrame>
        <p:nvGraphicFramePr>
          <p:cNvPr id="1011" name="Google Shape;1011;p32"/>
          <p:cNvGraphicFramePr/>
          <p:nvPr/>
        </p:nvGraphicFramePr>
        <p:xfrm>
          <a:off x="720000" y="1388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2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Jan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Feb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Apr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May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Jun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5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5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5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5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2" name="Google Shape;1012;p32"/>
          <p:cNvSpPr/>
          <p:nvPr/>
        </p:nvSpPr>
        <p:spPr>
          <a:xfrm>
            <a:off x="7229056" y="9714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32"/>
          <p:cNvSpPr/>
          <p:nvPr/>
        </p:nvSpPr>
        <p:spPr>
          <a:xfrm rot="9196425">
            <a:off x="8013978" y="100980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4" name="Google Shape;1014;p32"/>
          <p:cNvGrpSpPr/>
          <p:nvPr/>
        </p:nvGrpSpPr>
        <p:grpSpPr>
          <a:xfrm>
            <a:off x="8311944" y="4410191"/>
            <a:ext cx="290179" cy="294694"/>
            <a:chOff x="5015625" y="2751225"/>
            <a:chExt cx="404825" cy="411125"/>
          </a:xfrm>
        </p:grpSpPr>
        <p:sp>
          <p:nvSpPr>
            <p:cNvPr id="1015" name="Google Shape;1015;p32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8" name="Google Shape;1028;p32"/>
          <p:cNvSpPr/>
          <p:nvPr/>
        </p:nvSpPr>
        <p:spPr>
          <a:xfrm>
            <a:off x="413081" y="14957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32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0" name="Google Shape;1030;p32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1" name="Google Shape;1031;p32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2" name="Google Shape;1032;p32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3" name="Google Shape;1033;p32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4" name="Google Shape;1034;p32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5" name="Google Shape;1035;p32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6" name="Google Shape;1036;p32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7" name="Google Shape;1037;p32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8" name="Google Shape;1038;p32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39" name="Google Shape;1039;p32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40" name="Google Shape;1040;p32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3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Planificador trimestral</a:t>
            </a:r>
            <a:endParaRPr/>
          </a:p>
        </p:txBody>
      </p:sp>
      <p:graphicFrame>
        <p:nvGraphicFramePr>
          <p:cNvPr id="1046" name="Google Shape;1046;p33"/>
          <p:cNvGraphicFramePr/>
          <p:nvPr/>
        </p:nvGraphicFramePr>
        <p:xfrm>
          <a:off x="719975" y="13880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0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7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Enero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Febrero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Marzo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0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0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0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600"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91440" lvl="0" indent="1523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7" name="Google Shape;1047;p33"/>
          <p:cNvSpPr/>
          <p:nvPr/>
        </p:nvSpPr>
        <p:spPr>
          <a:xfrm>
            <a:off x="243981" y="15529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8" name="Google Shape;1048;p33"/>
          <p:cNvGrpSpPr/>
          <p:nvPr/>
        </p:nvGrpSpPr>
        <p:grpSpPr>
          <a:xfrm>
            <a:off x="8280800" y="4001775"/>
            <a:ext cx="458950" cy="470350"/>
            <a:chOff x="6091025" y="2827125"/>
            <a:chExt cx="458950" cy="470350"/>
          </a:xfrm>
        </p:grpSpPr>
        <p:sp>
          <p:nvSpPr>
            <p:cNvPr id="1049" name="Google Shape;1049;p33"/>
            <p:cNvSpPr/>
            <p:nvPr/>
          </p:nvSpPr>
          <p:spPr>
            <a:xfrm>
              <a:off x="6091025" y="2827125"/>
              <a:ext cx="458950" cy="470350"/>
            </a:xfrm>
            <a:custGeom>
              <a:avLst/>
              <a:gdLst/>
              <a:ahLst/>
              <a:cxnLst/>
              <a:rect l="l" t="t" r="r" b="b"/>
              <a:pathLst>
                <a:path w="18358" h="18814" extrusionOk="0">
                  <a:moveTo>
                    <a:pt x="17665" y="615"/>
                  </a:moveTo>
                  <a:lnTo>
                    <a:pt x="17665" y="615"/>
                  </a:lnTo>
                  <a:cubicBezTo>
                    <a:pt x="16632" y="2915"/>
                    <a:pt x="16296" y="5579"/>
                    <a:pt x="15795" y="8027"/>
                  </a:cubicBezTo>
                  <a:cubicBezTo>
                    <a:pt x="15149" y="11155"/>
                    <a:pt x="14507" y="14279"/>
                    <a:pt x="13867" y="17409"/>
                  </a:cubicBezTo>
                  <a:cubicBezTo>
                    <a:pt x="13839" y="17534"/>
                    <a:pt x="13897" y="17627"/>
                    <a:pt x="13979" y="17681"/>
                  </a:cubicBezTo>
                  <a:cubicBezTo>
                    <a:pt x="13955" y="17822"/>
                    <a:pt x="13928" y="17965"/>
                    <a:pt x="13907" y="18113"/>
                  </a:cubicBezTo>
                  <a:lnTo>
                    <a:pt x="13906" y="18113"/>
                  </a:lnTo>
                  <a:cubicBezTo>
                    <a:pt x="9620" y="13727"/>
                    <a:pt x="5174" y="9413"/>
                    <a:pt x="652" y="5270"/>
                  </a:cubicBezTo>
                  <a:cubicBezTo>
                    <a:pt x="1357" y="5125"/>
                    <a:pt x="2062" y="4978"/>
                    <a:pt x="2767" y="4818"/>
                  </a:cubicBezTo>
                  <a:cubicBezTo>
                    <a:pt x="2989" y="5103"/>
                    <a:pt x="3125" y="5419"/>
                    <a:pt x="3171" y="5800"/>
                  </a:cubicBezTo>
                  <a:cubicBezTo>
                    <a:pt x="3181" y="5894"/>
                    <a:pt x="3258" y="5942"/>
                    <a:pt x="3332" y="5942"/>
                  </a:cubicBezTo>
                  <a:cubicBezTo>
                    <a:pt x="3405" y="5942"/>
                    <a:pt x="3474" y="5894"/>
                    <a:pt x="3468" y="5797"/>
                  </a:cubicBezTo>
                  <a:cubicBezTo>
                    <a:pt x="3443" y="5419"/>
                    <a:pt x="3298" y="5046"/>
                    <a:pt x="3062" y="4748"/>
                  </a:cubicBezTo>
                  <a:cubicBezTo>
                    <a:pt x="3584" y="4629"/>
                    <a:pt x="4102" y="4504"/>
                    <a:pt x="4627" y="4376"/>
                  </a:cubicBezTo>
                  <a:cubicBezTo>
                    <a:pt x="4747" y="4747"/>
                    <a:pt x="4871" y="5120"/>
                    <a:pt x="5012" y="5486"/>
                  </a:cubicBezTo>
                  <a:cubicBezTo>
                    <a:pt x="5035" y="5545"/>
                    <a:pt x="5087" y="5571"/>
                    <a:pt x="5138" y="5571"/>
                  </a:cubicBezTo>
                  <a:cubicBezTo>
                    <a:pt x="5215" y="5571"/>
                    <a:pt x="5289" y="5512"/>
                    <a:pt x="5257" y="5419"/>
                  </a:cubicBezTo>
                  <a:cubicBezTo>
                    <a:pt x="5135" y="5049"/>
                    <a:pt x="4990" y="4686"/>
                    <a:pt x="4853" y="4324"/>
                  </a:cubicBezTo>
                  <a:cubicBezTo>
                    <a:pt x="5366" y="4196"/>
                    <a:pt x="5877" y="4059"/>
                    <a:pt x="6388" y="3924"/>
                  </a:cubicBezTo>
                  <a:cubicBezTo>
                    <a:pt x="6509" y="4210"/>
                    <a:pt x="6630" y="4500"/>
                    <a:pt x="6789" y="4759"/>
                  </a:cubicBezTo>
                  <a:cubicBezTo>
                    <a:pt x="6814" y="4800"/>
                    <a:pt x="6854" y="4818"/>
                    <a:pt x="6894" y="4818"/>
                  </a:cubicBezTo>
                  <a:cubicBezTo>
                    <a:pt x="6972" y="4818"/>
                    <a:pt x="7049" y="4752"/>
                    <a:pt x="7017" y="4662"/>
                  </a:cubicBezTo>
                  <a:cubicBezTo>
                    <a:pt x="6927" y="4387"/>
                    <a:pt x="6789" y="4120"/>
                    <a:pt x="6655" y="3855"/>
                  </a:cubicBezTo>
                  <a:cubicBezTo>
                    <a:pt x="7168" y="3719"/>
                    <a:pt x="7685" y="3574"/>
                    <a:pt x="8196" y="3437"/>
                  </a:cubicBezTo>
                  <a:cubicBezTo>
                    <a:pt x="8327" y="3761"/>
                    <a:pt x="8452" y="4093"/>
                    <a:pt x="8604" y="4407"/>
                  </a:cubicBezTo>
                  <a:cubicBezTo>
                    <a:pt x="8625" y="4455"/>
                    <a:pt x="8668" y="4475"/>
                    <a:pt x="8712" y="4475"/>
                  </a:cubicBezTo>
                  <a:cubicBezTo>
                    <a:pt x="8798" y="4475"/>
                    <a:pt x="8892" y="4398"/>
                    <a:pt x="8855" y="4300"/>
                  </a:cubicBezTo>
                  <a:cubicBezTo>
                    <a:pt x="8734" y="3984"/>
                    <a:pt x="8587" y="3678"/>
                    <a:pt x="8441" y="3367"/>
                  </a:cubicBezTo>
                  <a:cubicBezTo>
                    <a:pt x="8965" y="3226"/>
                    <a:pt x="9485" y="3077"/>
                    <a:pt x="10007" y="2929"/>
                  </a:cubicBezTo>
                  <a:cubicBezTo>
                    <a:pt x="10010" y="2936"/>
                    <a:pt x="10012" y="2944"/>
                    <a:pt x="10012" y="2954"/>
                  </a:cubicBezTo>
                  <a:cubicBezTo>
                    <a:pt x="10053" y="3097"/>
                    <a:pt x="10075" y="3298"/>
                    <a:pt x="10184" y="3411"/>
                  </a:cubicBezTo>
                  <a:cubicBezTo>
                    <a:pt x="10227" y="3456"/>
                    <a:pt x="10279" y="3475"/>
                    <a:pt x="10328" y="3475"/>
                  </a:cubicBezTo>
                  <a:cubicBezTo>
                    <a:pt x="10460" y="3475"/>
                    <a:pt x="10577" y="3341"/>
                    <a:pt x="10477" y="3201"/>
                  </a:cubicBezTo>
                  <a:cubicBezTo>
                    <a:pt x="10447" y="3159"/>
                    <a:pt x="10406" y="3141"/>
                    <a:pt x="10361" y="3141"/>
                  </a:cubicBezTo>
                  <a:cubicBezTo>
                    <a:pt x="10359" y="3141"/>
                    <a:pt x="10357" y="3141"/>
                    <a:pt x="10355" y="3141"/>
                  </a:cubicBezTo>
                  <a:cubicBezTo>
                    <a:pt x="10318" y="3053"/>
                    <a:pt x="10289" y="2924"/>
                    <a:pt x="10270" y="2851"/>
                  </a:cubicBezTo>
                  <a:cubicBezTo>
                    <a:pt x="10894" y="2674"/>
                    <a:pt x="11512" y="2486"/>
                    <a:pt x="12137" y="2302"/>
                  </a:cubicBezTo>
                  <a:cubicBezTo>
                    <a:pt x="12142" y="2317"/>
                    <a:pt x="12152" y="2333"/>
                    <a:pt x="12159" y="2350"/>
                  </a:cubicBezTo>
                  <a:cubicBezTo>
                    <a:pt x="12098" y="2394"/>
                    <a:pt x="12064" y="2489"/>
                    <a:pt x="12129" y="2567"/>
                  </a:cubicBezTo>
                  <a:cubicBezTo>
                    <a:pt x="12195" y="2652"/>
                    <a:pt x="12286" y="2786"/>
                    <a:pt x="12407" y="2786"/>
                  </a:cubicBezTo>
                  <a:cubicBezTo>
                    <a:pt x="12410" y="2786"/>
                    <a:pt x="12413" y="2786"/>
                    <a:pt x="12416" y="2786"/>
                  </a:cubicBezTo>
                  <a:cubicBezTo>
                    <a:pt x="12552" y="2779"/>
                    <a:pt x="12587" y="2650"/>
                    <a:pt x="12560" y="2540"/>
                  </a:cubicBezTo>
                  <a:cubicBezTo>
                    <a:pt x="12528" y="2430"/>
                    <a:pt x="12479" y="2322"/>
                    <a:pt x="12423" y="2217"/>
                  </a:cubicBezTo>
                  <a:cubicBezTo>
                    <a:pt x="12973" y="2052"/>
                    <a:pt x="13522" y="1886"/>
                    <a:pt x="14072" y="1721"/>
                  </a:cubicBezTo>
                  <a:lnTo>
                    <a:pt x="14072" y="1721"/>
                  </a:lnTo>
                  <a:cubicBezTo>
                    <a:pt x="14074" y="1726"/>
                    <a:pt x="14070" y="1730"/>
                    <a:pt x="14074" y="1736"/>
                  </a:cubicBezTo>
                  <a:cubicBezTo>
                    <a:pt x="14149" y="2088"/>
                    <a:pt x="14220" y="2445"/>
                    <a:pt x="14310" y="2795"/>
                  </a:cubicBezTo>
                  <a:cubicBezTo>
                    <a:pt x="14330" y="2872"/>
                    <a:pt x="14387" y="2905"/>
                    <a:pt x="14445" y="2905"/>
                  </a:cubicBezTo>
                  <a:cubicBezTo>
                    <a:pt x="14533" y="2905"/>
                    <a:pt x="14626" y="2829"/>
                    <a:pt x="14602" y="2715"/>
                  </a:cubicBezTo>
                  <a:cubicBezTo>
                    <a:pt x="14531" y="2360"/>
                    <a:pt x="14439" y="2008"/>
                    <a:pt x="14354" y="1657"/>
                  </a:cubicBezTo>
                  <a:cubicBezTo>
                    <a:pt x="14356" y="1650"/>
                    <a:pt x="14351" y="1645"/>
                    <a:pt x="14346" y="1640"/>
                  </a:cubicBezTo>
                  <a:cubicBezTo>
                    <a:pt x="14792" y="1502"/>
                    <a:pt x="15232" y="1364"/>
                    <a:pt x="15679" y="1227"/>
                  </a:cubicBezTo>
                  <a:cubicBezTo>
                    <a:pt x="15784" y="1444"/>
                    <a:pt x="15822" y="1679"/>
                    <a:pt x="15715" y="1916"/>
                  </a:cubicBezTo>
                  <a:cubicBezTo>
                    <a:pt x="15652" y="2049"/>
                    <a:pt x="15754" y="2149"/>
                    <a:pt x="15859" y="2149"/>
                  </a:cubicBezTo>
                  <a:cubicBezTo>
                    <a:pt x="15922" y="2149"/>
                    <a:pt x="15985" y="2114"/>
                    <a:pt x="16017" y="2032"/>
                  </a:cubicBezTo>
                  <a:cubicBezTo>
                    <a:pt x="16124" y="1748"/>
                    <a:pt x="16104" y="1407"/>
                    <a:pt x="15949" y="1142"/>
                  </a:cubicBezTo>
                  <a:cubicBezTo>
                    <a:pt x="16520" y="967"/>
                    <a:pt x="17096" y="794"/>
                    <a:pt x="17665" y="615"/>
                  </a:cubicBezTo>
                  <a:close/>
                  <a:moveTo>
                    <a:pt x="18033" y="0"/>
                  </a:moveTo>
                  <a:cubicBezTo>
                    <a:pt x="18009" y="0"/>
                    <a:pt x="17984" y="4"/>
                    <a:pt x="17957" y="12"/>
                  </a:cubicBezTo>
                  <a:cubicBezTo>
                    <a:pt x="15333" y="828"/>
                    <a:pt x="12689" y="1570"/>
                    <a:pt x="10048" y="2294"/>
                  </a:cubicBezTo>
                  <a:cubicBezTo>
                    <a:pt x="10029" y="2284"/>
                    <a:pt x="10009" y="2279"/>
                    <a:pt x="9989" y="2279"/>
                  </a:cubicBezTo>
                  <a:cubicBezTo>
                    <a:pt x="9945" y="2279"/>
                    <a:pt x="9901" y="2301"/>
                    <a:pt x="9881" y="2339"/>
                  </a:cubicBezTo>
                  <a:cubicBezTo>
                    <a:pt x="6638" y="3230"/>
                    <a:pt x="3387" y="4091"/>
                    <a:pt x="152" y="5018"/>
                  </a:cubicBezTo>
                  <a:cubicBezTo>
                    <a:pt x="57" y="5046"/>
                    <a:pt x="23" y="5120"/>
                    <a:pt x="32" y="5193"/>
                  </a:cubicBezTo>
                  <a:cubicBezTo>
                    <a:pt x="1" y="5277"/>
                    <a:pt x="9" y="5375"/>
                    <a:pt x="89" y="5457"/>
                  </a:cubicBezTo>
                  <a:cubicBezTo>
                    <a:pt x="4474" y="9993"/>
                    <a:pt x="9033" y="14450"/>
                    <a:pt x="13663" y="18728"/>
                  </a:cubicBezTo>
                  <a:cubicBezTo>
                    <a:pt x="13727" y="18788"/>
                    <a:pt x="13796" y="18813"/>
                    <a:pt x="13863" y="18813"/>
                  </a:cubicBezTo>
                  <a:cubicBezTo>
                    <a:pt x="13951" y="18813"/>
                    <a:pt x="14035" y="18770"/>
                    <a:pt x="14092" y="18704"/>
                  </a:cubicBezTo>
                  <a:cubicBezTo>
                    <a:pt x="14162" y="18697"/>
                    <a:pt x="14222" y="18656"/>
                    <a:pt x="14245" y="18571"/>
                  </a:cubicBezTo>
                  <a:cubicBezTo>
                    <a:pt x="14315" y="18291"/>
                    <a:pt x="14300" y="17970"/>
                    <a:pt x="14305" y="17673"/>
                  </a:cubicBezTo>
                  <a:cubicBezTo>
                    <a:pt x="14340" y="17642"/>
                    <a:pt x="14373" y="17598"/>
                    <a:pt x="14386" y="17539"/>
                  </a:cubicBezTo>
                  <a:cubicBezTo>
                    <a:pt x="15543" y="11839"/>
                    <a:pt x="16578" y="6111"/>
                    <a:pt x="18061" y="489"/>
                  </a:cubicBezTo>
                  <a:cubicBezTo>
                    <a:pt x="18068" y="486"/>
                    <a:pt x="18078" y="486"/>
                    <a:pt x="18088" y="481"/>
                  </a:cubicBezTo>
                  <a:cubicBezTo>
                    <a:pt x="18357" y="394"/>
                    <a:pt x="18276" y="0"/>
                    <a:pt x="18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6107300" y="2842500"/>
              <a:ext cx="425375" cy="437450"/>
            </a:xfrm>
            <a:custGeom>
              <a:avLst/>
              <a:gdLst/>
              <a:ahLst/>
              <a:cxnLst/>
              <a:rect l="l" t="t" r="r" b="b"/>
              <a:pathLst>
                <a:path w="17015" h="17498" extrusionOk="0">
                  <a:moveTo>
                    <a:pt x="12596" y="4000"/>
                  </a:moveTo>
                  <a:cubicBezTo>
                    <a:pt x="12739" y="4000"/>
                    <a:pt x="12878" y="4150"/>
                    <a:pt x="12832" y="4296"/>
                  </a:cubicBezTo>
                  <a:cubicBezTo>
                    <a:pt x="12088" y="6556"/>
                    <a:pt x="11644" y="8856"/>
                    <a:pt x="11503" y="11228"/>
                  </a:cubicBezTo>
                  <a:cubicBezTo>
                    <a:pt x="11494" y="11384"/>
                    <a:pt x="11365" y="11464"/>
                    <a:pt x="11243" y="11464"/>
                  </a:cubicBezTo>
                  <a:cubicBezTo>
                    <a:pt x="11125" y="11464"/>
                    <a:pt x="11013" y="11389"/>
                    <a:pt x="11022" y="11236"/>
                  </a:cubicBezTo>
                  <a:cubicBezTo>
                    <a:pt x="11021" y="11226"/>
                    <a:pt x="11024" y="11219"/>
                    <a:pt x="11024" y="11209"/>
                  </a:cubicBezTo>
                  <a:lnTo>
                    <a:pt x="11024" y="11209"/>
                  </a:lnTo>
                  <a:cubicBezTo>
                    <a:pt x="10978" y="11275"/>
                    <a:pt x="10903" y="11320"/>
                    <a:pt x="10823" y="11320"/>
                  </a:cubicBezTo>
                  <a:cubicBezTo>
                    <a:pt x="10767" y="11320"/>
                    <a:pt x="10708" y="11298"/>
                    <a:pt x="10655" y="11246"/>
                  </a:cubicBezTo>
                  <a:cubicBezTo>
                    <a:pt x="9011" y="9702"/>
                    <a:pt x="7423" y="8073"/>
                    <a:pt x="5853" y="6451"/>
                  </a:cubicBezTo>
                  <a:cubicBezTo>
                    <a:pt x="5718" y="6310"/>
                    <a:pt x="5842" y="6128"/>
                    <a:pt x="5992" y="6128"/>
                  </a:cubicBezTo>
                  <a:cubicBezTo>
                    <a:pt x="6026" y="6128"/>
                    <a:pt x="6061" y="6137"/>
                    <a:pt x="6094" y="6158"/>
                  </a:cubicBezTo>
                  <a:cubicBezTo>
                    <a:pt x="6113" y="6143"/>
                    <a:pt x="6133" y="6128"/>
                    <a:pt x="6159" y="6118"/>
                  </a:cubicBezTo>
                  <a:cubicBezTo>
                    <a:pt x="8252" y="5328"/>
                    <a:pt x="10404" y="4694"/>
                    <a:pt x="12536" y="4009"/>
                  </a:cubicBezTo>
                  <a:cubicBezTo>
                    <a:pt x="12556" y="4003"/>
                    <a:pt x="12576" y="4000"/>
                    <a:pt x="12596" y="4000"/>
                  </a:cubicBezTo>
                  <a:close/>
                  <a:moveTo>
                    <a:pt x="17014" y="0"/>
                  </a:moveTo>
                  <a:lnTo>
                    <a:pt x="17014" y="0"/>
                  </a:lnTo>
                  <a:cubicBezTo>
                    <a:pt x="16445" y="179"/>
                    <a:pt x="15869" y="352"/>
                    <a:pt x="15298" y="527"/>
                  </a:cubicBezTo>
                  <a:cubicBezTo>
                    <a:pt x="15453" y="792"/>
                    <a:pt x="15473" y="1133"/>
                    <a:pt x="15366" y="1417"/>
                  </a:cubicBezTo>
                  <a:cubicBezTo>
                    <a:pt x="15334" y="1499"/>
                    <a:pt x="15271" y="1534"/>
                    <a:pt x="15208" y="1534"/>
                  </a:cubicBezTo>
                  <a:cubicBezTo>
                    <a:pt x="15103" y="1534"/>
                    <a:pt x="15001" y="1434"/>
                    <a:pt x="15064" y="1301"/>
                  </a:cubicBezTo>
                  <a:cubicBezTo>
                    <a:pt x="15171" y="1064"/>
                    <a:pt x="15133" y="829"/>
                    <a:pt x="15028" y="612"/>
                  </a:cubicBezTo>
                  <a:cubicBezTo>
                    <a:pt x="14581" y="749"/>
                    <a:pt x="14141" y="887"/>
                    <a:pt x="13695" y="1025"/>
                  </a:cubicBezTo>
                  <a:cubicBezTo>
                    <a:pt x="13700" y="1030"/>
                    <a:pt x="13705" y="1035"/>
                    <a:pt x="13703" y="1042"/>
                  </a:cubicBezTo>
                  <a:cubicBezTo>
                    <a:pt x="13788" y="1393"/>
                    <a:pt x="13880" y="1745"/>
                    <a:pt x="13951" y="2100"/>
                  </a:cubicBezTo>
                  <a:cubicBezTo>
                    <a:pt x="13976" y="2214"/>
                    <a:pt x="13883" y="2290"/>
                    <a:pt x="13795" y="2290"/>
                  </a:cubicBezTo>
                  <a:cubicBezTo>
                    <a:pt x="13736" y="2290"/>
                    <a:pt x="13680" y="2257"/>
                    <a:pt x="13661" y="2180"/>
                  </a:cubicBezTo>
                  <a:cubicBezTo>
                    <a:pt x="13569" y="1830"/>
                    <a:pt x="13498" y="1473"/>
                    <a:pt x="13423" y="1121"/>
                  </a:cubicBezTo>
                  <a:cubicBezTo>
                    <a:pt x="13419" y="1115"/>
                    <a:pt x="13423" y="1111"/>
                    <a:pt x="13423" y="1106"/>
                  </a:cubicBezTo>
                  <a:lnTo>
                    <a:pt x="13423" y="1106"/>
                  </a:lnTo>
                  <a:cubicBezTo>
                    <a:pt x="12871" y="1271"/>
                    <a:pt x="12322" y="1437"/>
                    <a:pt x="11772" y="1602"/>
                  </a:cubicBezTo>
                  <a:cubicBezTo>
                    <a:pt x="11828" y="1707"/>
                    <a:pt x="11877" y="1815"/>
                    <a:pt x="11909" y="1925"/>
                  </a:cubicBezTo>
                  <a:cubicBezTo>
                    <a:pt x="11936" y="2035"/>
                    <a:pt x="11901" y="2164"/>
                    <a:pt x="11765" y="2171"/>
                  </a:cubicBezTo>
                  <a:cubicBezTo>
                    <a:pt x="11762" y="2171"/>
                    <a:pt x="11759" y="2171"/>
                    <a:pt x="11756" y="2171"/>
                  </a:cubicBezTo>
                  <a:cubicBezTo>
                    <a:pt x="11635" y="2171"/>
                    <a:pt x="11544" y="2037"/>
                    <a:pt x="11478" y="1952"/>
                  </a:cubicBezTo>
                  <a:cubicBezTo>
                    <a:pt x="11413" y="1876"/>
                    <a:pt x="11447" y="1779"/>
                    <a:pt x="11508" y="1735"/>
                  </a:cubicBezTo>
                  <a:cubicBezTo>
                    <a:pt x="11501" y="1718"/>
                    <a:pt x="11491" y="1702"/>
                    <a:pt x="11486" y="1687"/>
                  </a:cubicBezTo>
                  <a:cubicBezTo>
                    <a:pt x="10861" y="1871"/>
                    <a:pt x="10243" y="2059"/>
                    <a:pt x="9619" y="2236"/>
                  </a:cubicBezTo>
                  <a:cubicBezTo>
                    <a:pt x="9638" y="2309"/>
                    <a:pt x="9668" y="2436"/>
                    <a:pt x="9704" y="2526"/>
                  </a:cubicBezTo>
                  <a:cubicBezTo>
                    <a:pt x="9706" y="2526"/>
                    <a:pt x="9708" y="2526"/>
                    <a:pt x="9710" y="2526"/>
                  </a:cubicBezTo>
                  <a:cubicBezTo>
                    <a:pt x="9756" y="2526"/>
                    <a:pt x="9797" y="2544"/>
                    <a:pt x="9826" y="2586"/>
                  </a:cubicBezTo>
                  <a:cubicBezTo>
                    <a:pt x="9926" y="2726"/>
                    <a:pt x="9809" y="2860"/>
                    <a:pt x="9677" y="2860"/>
                  </a:cubicBezTo>
                  <a:cubicBezTo>
                    <a:pt x="9628" y="2860"/>
                    <a:pt x="9576" y="2841"/>
                    <a:pt x="9533" y="2796"/>
                  </a:cubicBezTo>
                  <a:cubicBezTo>
                    <a:pt x="9425" y="2683"/>
                    <a:pt x="9402" y="2482"/>
                    <a:pt x="9361" y="2339"/>
                  </a:cubicBezTo>
                  <a:cubicBezTo>
                    <a:pt x="9361" y="2329"/>
                    <a:pt x="9359" y="2321"/>
                    <a:pt x="9356" y="2314"/>
                  </a:cubicBezTo>
                  <a:cubicBezTo>
                    <a:pt x="8836" y="2462"/>
                    <a:pt x="8314" y="2611"/>
                    <a:pt x="7790" y="2752"/>
                  </a:cubicBezTo>
                  <a:cubicBezTo>
                    <a:pt x="7936" y="3061"/>
                    <a:pt x="8083" y="3369"/>
                    <a:pt x="8204" y="3685"/>
                  </a:cubicBezTo>
                  <a:cubicBezTo>
                    <a:pt x="8241" y="3783"/>
                    <a:pt x="8147" y="3860"/>
                    <a:pt x="8061" y="3860"/>
                  </a:cubicBezTo>
                  <a:cubicBezTo>
                    <a:pt x="8017" y="3860"/>
                    <a:pt x="7974" y="3840"/>
                    <a:pt x="7953" y="3792"/>
                  </a:cubicBezTo>
                  <a:cubicBezTo>
                    <a:pt x="7801" y="3476"/>
                    <a:pt x="7676" y="3146"/>
                    <a:pt x="7545" y="2822"/>
                  </a:cubicBezTo>
                  <a:cubicBezTo>
                    <a:pt x="7034" y="2959"/>
                    <a:pt x="6517" y="3104"/>
                    <a:pt x="6004" y="3240"/>
                  </a:cubicBezTo>
                  <a:cubicBezTo>
                    <a:pt x="6138" y="3505"/>
                    <a:pt x="6276" y="3772"/>
                    <a:pt x="6366" y="4047"/>
                  </a:cubicBezTo>
                  <a:cubicBezTo>
                    <a:pt x="6398" y="4138"/>
                    <a:pt x="6321" y="4203"/>
                    <a:pt x="6244" y="4203"/>
                  </a:cubicBezTo>
                  <a:cubicBezTo>
                    <a:pt x="6203" y="4203"/>
                    <a:pt x="6163" y="4185"/>
                    <a:pt x="6138" y="4144"/>
                  </a:cubicBezTo>
                  <a:cubicBezTo>
                    <a:pt x="5979" y="3885"/>
                    <a:pt x="5858" y="3595"/>
                    <a:pt x="5737" y="3309"/>
                  </a:cubicBezTo>
                  <a:cubicBezTo>
                    <a:pt x="5226" y="3444"/>
                    <a:pt x="4715" y="3581"/>
                    <a:pt x="4202" y="3709"/>
                  </a:cubicBezTo>
                  <a:cubicBezTo>
                    <a:pt x="4341" y="4071"/>
                    <a:pt x="4484" y="4434"/>
                    <a:pt x="4606" y="4804"/>
                  </a:cubicBezTo>
                  <a:cubicBezTo>
                    <a:pt x="4638" y="4897"/>
                    <a:pt x="4564" y="4956"/>
                    <a:pt x="4488" y="4956"/>
                  </a:cubicBezTo>
                  <a:cubicBezTo>
                    <a:pt x="4437" y="4956"/>
                    <a:pt x="4385" y="4930"/>
                    <a:pt x="4363" y="4871"/>
                  </a:cubicBezTo>
                  <a:cubicBezTo>
                    <a:pt x="4220" y="4505"/>
                    <a:pt x="4096" y="4132"/>
                    <a:pt x="3976" y="3761"/>
                  </a:cubicBezTo>
                  <a:cubicBezTo>
                    <a:pt x="3451" y="3889"/>
                    <a:pt x="2933" y="4014"/>
                    <a:pt x="2411" y="4133"/>
                  </a:cubicBezTo>
                  <a:cubicBezTo>
                    <a:pt x="2647" y="4431"/>
                    <a:pt x="2792" y="4804"/>
                    <a:pt x="2817" y="5182"/>
                  </a:cubicBezTo>
                  <a:cubicBezTo>
                    <a:pt x="2824" y="5279"/>
                    <a:pt x="2755" y="5327"/>
                    <a:pt x="2681" y="5327"/>
                  </a:cubicBezTo>
                  <a:cubicBezTo>
                    <a:pt x="2608" y="5327"/>
                    <a:pt x="2530" y="5279"/>
                    <a:pt x="2520" y="5185"/>
                  </a:cubicBezTo>
                  <a:cubicBezTo>
                    <a:pt x="2474" y="4804"/>
                    <a:pt x="2338" y="4488"/>
                    <a:pt x="2116" y="4203"/>
                  </a:cubicBezTo>
                  <a:cubicBezTo>
                    <a:pt x="1411" y="4361"/>
                    <a:pt x="706" y="4510"/>
                    <a:pt x="1" y="4655"/>
                  </a:cubicBezTo>
                  <a:cubicBezTo>
                    <a:pt x="4523" y="8798"/>
                    <a:pt x="8969" y="13112"/>
                    <a:pt x="13256" y="17498"/>
                  </a:cubicBezTo>
                  <a:cubicBezTo>
                    <a:pt x="13277" y="17350"/>
                    <a:pt x="13304" y="17207"/>
                    <a:pt x="13328" y="17066"/>
                  </a:cubicBezTo>
                  <a:cubicBezTo>
                    <a:pt x="13246" y="17012"/>
                    <a:pt x="13190" y="16919"/>
                    <a:pt x="13216" y="16794"/>
                  </a:cubicBezTo>
                  <a:cubicBezTo>
                    <a:pt x="13858" y="13664"/>
                    <a:pt x="14500" y="10540"/>
                    <a:pt x="15144" y="7412"/>
                  </a:cubicBezTo>
                  <a:cubicBezTo>
                    <a:pt x="15645" y="4964"/>
                    <a:pt x="15981" y="2300"/>
                    <a:pt x="17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6250200" y="2942500"/>
              <a:ext cx="179050" cy="186625"/>
            </a:xfrm>
            <a:custGeom>
              <a:avLst/>
              <a:gdLst/>
              <a:ahLst/>
              <a:cxnLst/>
              <a:rect l="l" t="t" r="r" b="b"/>
              <a:pathLst>
                <a:path w="7162" h="7465" extrusionOk="0">
                  <a:moveTo>
                    <a:pt x="6519" y="611"/>
                  </a:moveTo>
                  <a:cubicBezTo>
                    <a:pt x="5870" y="2673"/>
                    <a:pt x="5478" y="4780"/>
                    <a:pt x="5328" y="6942"/>
                  </a:cubicBezTo>
                  <a:cubicBezTo>
                    <a:pt x="5318" y="6922"/>
                    <a:pt x="5308" y="6901"/>
                    <a:pt x="5293" y="6881"/>
                  </a:cubicBezTo>
                  <a:lnTo>
                    <a:pt x="5293" y="6883"/>
                  </a:lnTo>
                  <a:cubicBezTo>
                    <a:pt x="3884" y="5282"/>
                    <a:pt x="2299" y="3789"/>
                    <a:pt x="675" y="2408"/>
                  </a:cubicBezTo>
                  <a:cubicBezTo>
                    <a:pt x="2644" y="1885"/>
                    <a:pt x="4578" y="1231"/>
                    <a:pt x="6519" y="611"/>
                  </a:cubicBezTo>
                  <a:close/>
                  <a:moveTo>
                    <a:pt x="6879" y="0"/>
                  </a:moveTo>
                  <a:cubicBezTo>
                    <a:pt x="6858" y="0"/>
                    <a:pt x="6838" y="3"/>
                    <a:pt x="6818" y="9"/>
                  </a:cubicBezTo>
                  <a:cubicBezTo>
                    <a:pt x="4688" y="692"/>
                    <a:pt x="2536" y="1328"/>
                    <a:pt x="443" y="2116"/>
                  </a:cubicBezTo>
                  <a:cubicBezTo>
                    <a:pt x="417" y="2126"/>
                    <a:pt x="397" y="2141"/>
                    <a:pt x="376" y="2158"/>
                  </a:cubicBezTo>
                  <a:cubicBezTo>
                    <a:pt x="343" y="2137"/>
                    <a:pt x="308" y="2128"/>
                    <a:pt x="275" y="2128"/>
                  </a:cubicBezTo>
                  <a:cubicBezTo>
                    <a:pt x="126" y="2128"/>
                    <a:pt x="1" y="2310"/>
                    <a:pt x="137" y="2451"/>
                  </a:cubicBezTo>
                  <a:cubicBezTo>
                    <a:pt x="1707" y="4073"/>
                    <a:pt x="3295" y="5702"/>
                    <a:pt x="4938" y="7246"/>
                  </a:cubicBezTo>
                  <a:cubicBezTo>
                    <a:pt x="4991" y="7298"/>
                    <a:pt x="5050" y="7320"/>
                    <a:pt x="5106" y="7320"/>
                  </a:cubicBezTo>
                  <a:cubicBezTo>
                    <a:pt x="5186" y="7320"/>
                    <a:pt x="5261" y="7275"/>
                    <a:pt x="5308" y="7209"/>
                  </a:cubicBezTo>
                  <a:lnTo>
                    <a:pt x="5308" y="7209"/>
                  </a:lnTo>
                  <a:cubicBezTo>
                    <a:pt x="5308" y="7219"/>
                    <a:pt x="5306" y="7226"/>
                    <a:pt x="5306" y="7236"/>
                  </a:cubicBezTo>
                  <a:cubicBezTo>
                    <a:pt x="5297" y="7389"/>
                    <a:pt x="5409" y="7464"/>
                    <a:pt x="5527" y="7464"/>
                  </a:cubicBezTo>
                  <a:cubicBezTo>
                    <a:pt x="5648" y="7464"/>
                    <a:pt x="5777" y="7384"/>
                    <a:pt x="5785" y="7226"/>
                  </a:cubicBezTo>
                  <a:cubicBezTo>
                    <a:pt x="5928" y="4856"/>
                    <a:pt x="6372" y="2554"/>
                    <a:pt x="7116" y="296"/>
                  </a:cubicBezTo>
                  <a:cubicBezTo>
                    <a:pt x="7162" y="150"/>
                    <a:pt x="7023" y="0"/>
                    <a:pt x="6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33"/>
          <p:cNvGrpSpPr/>
          <p:nvPr/>
        </p:nvGrpSpPr>
        <p:grpSpPr>
          <a:xfrm>
            <a:off x="2231269" y="1673179"/>
            <a:ext cx="290179" cy="294694"/>
            <a:chOff x="5015625" y="2751225"/>
            <a:chExt cx="404825" cy="411125"/>
          </a:xfrm>
        </p:grpSpPr>
        <p:sp>
          <p:nvSpPr>
            <p:cNvPr id="1053" name="Google Shape;1053;p33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3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3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3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6" name="Google Shape;1066;p33"/>
          <p:cNvSpPr/>
          <p:nvPr/>
        </p:nvSpPr>
        <p:spPr>
          <a:xfrm>
            <a:off x="7647831" y="902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33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68" name="Google Shape;1068;p33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69" name="Google Shape;1069;p33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0" name="Google Shape;1070;p33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1" name="Google Shape;1071;p33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2" name="Google Shape;1072;p33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3" name="Google Shape;1073;p33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4" name="Google Shape;1074;p33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5" name="Google Shape;1075;p33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6" name="Google Shape;1076;p33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7" name="Google Shape;1077;p33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78" name="Google Shape;1078;p33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3" name="Google Shape;1083;p34"/>
          <p:cNvGraphicFramePr/>
          <p:nvPr/>
        </p:nvGraphicFramePr>
        <p:xfrm>
          <a:off x="720163" y="15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10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Lunes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Martes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Miércoles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Jueves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Viernes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Sábado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Domingo</a:t>
                      </a:r>
                      <a:endParaRPr sz="11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13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14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16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18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24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26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27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28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29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84" name="Google Shape;1084;p34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Enero 2XXX</a:t>
            </a:r>
            <a:endParaRPr/>
          </a:p>
        </p:txBody>
      </p:sp>
      <p:sp>
        <p:nvSpPr>
          <p:cNvPr id="1085" name="Google Shape;1085;p34"/>
          <p:cNvSpPr txBox="1"/>
          <p:nvPr/>
        </p:nvSpPr>
        <p:spPr>
          <a:xfrm>
            <a:off x="720000" y="4314300"/>
            <a:ext cx="24192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highlight>
                  <a:schemeClr val="lt1"/>
                </a:highlight>
                <a:latin typeface="Chango"/>
                <a:ea typeface="Chango"/>
                <a:cs typeface="Chango"/>
                <a:sym typeface="Chango"/>
              </a:rPr>
              <a:t>Días libres</a:t>
            </a:r>
            <a:endParaRPr sz="2000">
              <a:highlight>
                <a:schemeClr val="lt1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86" name="Google Shape;1086;p34"/>
          <p:cNvSpPr txBox="1"/>
          <p:nvPr/>
        </p:nvSpPr>
        <p:spPr>
          <a:xfrm>
            <a:off x="3362400" y="4314300"/>
            <a:ext cx="24192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highlight>
                  <a:schemeClr val="accent2"/>
                </a:highlight>
                <a:latin typeface="Chango"/>
                <a:ea typeface="Chango"/>
                <a:cs typeface="Chango"/>
                <a:sym typeface="Chango"/>
              </a:rPr>
              <a:t>Vacaciones</a:t>
            </a:r>
            <a:endParaRPr sz="2000">
              <a:highlight>
                <a:schemeClr val="accen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087" name="Google Shape;1087;p34"/>
          <p:cNvSpPr txBox="1"/>
          <p:nvPr/>
        </p:nvSpPr>
        <p:spPr>
          <a:xfrm>
            <a:off x="6004800" y="4314300"/>
            <a:ext cx="24192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Citas</a:t>
            </a:r>
            <a:endParaRPr sz="2000"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grpSp>
        <p:nvGrpSpPr>
          <p:cNvPr id="1088" name="Google Shape;1088;p34"/>
          <p:cNvGrpSpPr/>
          <p:nvPr/>
        </p:nvGrpSpPr>
        <p:grpSpPr>
          <a:xfrm>
            <a:off x="508900" y="3463625"/>
            <a:ext cx="296850" cy="390925"/>
            <a:chOff x="-2421200" y="-205225"/>
            <a:chExt cx="296850" cy="390925"/>
          </a:xfrm>
        </p:grpSpPr>
        <p:sp>
          <p:nvSpPr>
            <p:cNvPr id="1089" name="Google Shape;1089;p34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9" name="Google Shape;1099;p34"/>
          <p:cNvSpPr/>
          <p:nvPr/>
        </p:nvSpPr>
        <p:spPr>
          <a:xfrm rot="9196425">
            <a:off x="7663428" y="8321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0" name="Google Shape;1100;p34"/>
          <p:cNvGrpSpPr/>
          <p:nvPr/>
        </p:nvGrpSpPr>
        <p:grpSpPr>
          <a:xfrm>
            <a:off x="8191432" y="1131204"/>
            <a:ext cx="290179" cy="294694"/>
            <a:chOff x="5015625" y="2751225"/>
            <a:chExt cx="404825" cy="411125"/>
          </a:xfrm>
        </p:grpSpPr>
        <p:sp>
          <p:nvSpPr>
            <p:cNvPr id="1101" name="Google Shape;1101;p34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4" name="Google Shape;1114;p34"/>
          <p:cNvSpPr/>
          <p:nvPr/>
        </p:nvSpPr>
        <p:spPr>
          <a:xfrm>
            <a:off x="437606" y="14853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34"/>
          <p:cNvSpPr/>
          <p:nvPr/>
        </p:nvSpPr>
        <p:spPr>
          <a:xfrm>
            <a:off x="8191431" y="41303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4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17" name="Google Shape;1117;p34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18" name="Google Shape;1118;p34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19" name="Google Shape;1119;p34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0" name="Google Shape;1120;p34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1" name="Google Shape;1121;p34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2" name="Google Shape;1122;p34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3" name="Google Shape;1123;p34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4" name="Google Shape;1124;p34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5" name="Google Shape;1125;p34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6" name="Google Shape;1126;p34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27" name="Google Shape;1127;p34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5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Mis proyectos de febrero</a:t>
            </a:r>
            <a:endParaRPr/>
          </a:p>
        </p:txBody>
      </p:sp>
      <p:graphicFrame>
        <p:nvGraphicFramePr>
          <p:cNvPr id="1133" name="Google Shape;1133;p35"/>
          <p:cNvGraphicFramePr/>
          <p:nvPr/>
        </p:nvGraphicFramePr>
        <p:xfrm>
          <a:off x="83625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249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Proyecto 1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XX/XX/2XXX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Título proyecto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25">
                <a:tc rowSpan="2"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Júpiter es un </a:t>
                      </a:r>
                      <a:r>
                        <a:rPr lang="e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gigante gaseoso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y el planeta más grande del sistema solar. Es el cuarto objeto más brillante del cielo nocturno. Lleva el nombre del dios romano </a:t>
                      </a:r>
                      <a:r>
                        <a:rPr lang="e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de los cielos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y los relámpagos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25"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Proyecto 2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XX/XX/2XXX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Título proyecto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25">
                <a:tc rowSpan="2"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Saturno es un gigante gaseoso y </a:t>
                      </a:r>
                      <a:r>
                        <a:rPr lang="e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tiene varios anillos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. Está compuesto principalmente por hidrógeno y helio. Lleva el nombre del dios romano de </a:t>
                      </a:r>
                      <a:r>
                        <a:rPr lang="es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la riqueza</a:t>
                      </a: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 y la agricultura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25">
                <a:tc gridSpan="3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4" name="Google Shape;1134;p35"/>
          <p:cNvSpPr/>
          <p:nvPr/>
        </p:nvSpPr>
        <p:spPr>
          <a:xfrm>
            <a:off x="241731" y="2337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5"/>
          <p:cNvSpPr/>
          <p:nvPr/>
        </p:nvSpPr>
        <p:spPr>
          <a:xfrm rot="9196425">
            <a:off x="8417928" y="8321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6" name="Google Shape;1136;p35"/>
          <p:cNvGrpSpPr/>
          <p:nvPr/>
        </p:nvGrpSpPr>
        <p:grpSpPr>
          <a:xfrm>
            <a:off x="8240225" y="3358350"/>
            <a:ext cx="458950" cy="470350"/>
            <a:chOff x="6091025" y="2827125"/>
            <a:chExt cx="458950" cy="470350"/>
          </a:xfrm>
        </p:grpSpPr>
        <p:sp>
          <p:nvSpPr>
            <p:cNvPr id="1137" name="Google Shape;1137;p35"/>
            <p:cNvSpPr/>
            <p:nvPr/>
          </p:nvSpPr>
          <p:spPr>
            <a:xfrm>
              <a:off x="6091025" y="2827125"/>
              <a:ext cx="458950" cy="470350"/>
            </a:xfrm>
            <a:custGeom>
              <a:avLst/>
              <a:gdLst/>
              <a:ahLst/>
              <a:cxnLst/>
              <a:rect l="l" t="t" r="r" b="b"/>
              <a:pathLst>
                <a:path w="18358" h="18814" extrusionOk="0">
                  <a:moveTo>
                    <a:pt x="17665" y="615"/>
                  </a:moveTo>
                  <a:lnTo>
                    <a:pt x="17665" y="615"/>
                  </a:lnTo>
                  <a:cubicBezTo>
                    <a:pt x="16632" y="2915"/>
                    <a:pt x="16296" y="5579"/>
                    <a:pt x="15795" y="8027"/>
                  </a:cubicBezTo>
                  <a:cubicBezTo>
                    <a:pt x="15149" y="11155"/>
                    <a:pt x="14507" y="14279"/>
                    <a:pt x="13867" y="17409"/>
                  </a:cubicBezTo>
                  <a:cubicBezTo>
                    <a:pt x="13839" y="17534"/>
                    <a:pt x="13897" y="17627"/>
                    <a:pt x="13979" y="17681"/>
                  </a:cubicBezTo>
                  <a:cubicBezTo>
                    <a:pt x="13955" y="17822"/>
                    <a:pt x="13928" y="17965"/>
                    <a:pt x="13907" y="18113"/>
                  </a:cubicBezTo>
                  <a:lnTo>
                    <a:pt x="13906" y="18113"/>
                  </a:lnTo>
                  <a:cubicBezTo>
                    <a:pt x="9620" y="13727"/>
                    <a:pt x="5174" y="9413"/>
                    <a:pt x="652" y="5270"/>
                  </a:cubicBezTo>
                  <a:cubicBezTo>
                    <a:pt x="1357" y="5125"/>
                    <a:pt x="2062" y="4978"/>
                    <a:pt x="2767" y="4818"/>
                  </a:cubicBezTo>
                  <a:cubicBezTo>
                    <a:pt x="2989" y="5103"/>
                    <a:pt x="3125" y="5419"/>
                    <a:pt x="3171" y="5800"/>
                  </a:cubicBezTo>
                  <a:cubicBezTo>
                    <a:pt x="3181" y="5894"/>
                    <a:pt x="3258" y="5942"/>
                    <a:pt x="3332" y="5942"/>
                  </a:cubicBezTo>
                  <a:cubicBezTo>
                    <a:pt x="3405" y="5942"/>
                    <a:pt x="3474" y="5894"/>
                    <a:pt x="3468" y="5797"/>
                  </a:cubicBezTo>
                  <a:cubicBezTo>
                    <a:pt x="3443" y="5419"/>
                    <a:pt x="3298" y="5046"/>
                    <a:pt x="3062" y="4748"/>
                  </a:cubicBezTo>
                  <a:cubicBezTo>
                    <a:pt x="3584" y="4629"/>
                    <a:pt x="4102" y="4504"/>
                    <a:pt x="4627" y="4376"/>
                  </a:cubicBezTo>
                  <a:cubicBezTo>
                    <a:pt x="4747" y="4747"/>
                    <a:pt x="4871" y="5120"/>
                    <a:pt x="5012" y="5486"/>
                  </a:cubicBezTo>
                  <a:cubicBezTo>
                    <a:pt x="5035" y="5545"/>
                    <a:pt x="5087" y="5571"/>
                    <a:pt x="5138" y="5571"/>
                  </a:cubicBezTo>
                  <a:cubicBezTo>
                    <a:pt x="5215" y="5571"/>
                    <a:pt x="5289" y="5512"/>
                    <a:pt x="5257" y="5419"/>
                  </a:cubicBezTo>
                  <a:cubicBezTo>
                    <a:pt x="5135" y="5049"/>
                    <a:pt x="4990" y="4686"/>
                    <a:pt x="4853" y="4324"/>
                  </a:cubicBezTo>
                  <a:cubicBezTo>
                    <a:pt x="5366" y="4196"/>
                    <a:pt x="5877" y="4059"/>
                    <a:pt x="6388" y="3924"/>
                  </a:cubicBezTo>
                  <a:cubicBezTo>
                    <a:pt x="6509" y="4210"/>
                    <a:pt x="6630" y="4500"/>
                    <a:pt x="6789" y="4759"/>
                  </a:cubicBezTo>
                  <a:cubicBezTo>
                    <a:pt x="6814" y="4800"/>
                    <a:pt x="6854" y="4818"/>
                    <a:pt x="6894" y="4818"/>
                  </a:cubicBezTo>
                  <a:cubicBezTo>
                    <a:pt x="6972" y="4818"/>
                    <a:pt x="7049" y="4752"/>
                    <a:pt x="7017" y="4662"/>
                  </a:cubicBezTo>
                  <a:cubicBezTo>
                    <a:pt x="6927" y="4387"/>
                    <a:pt x="6789" y="4120"/>
                    <a:pt x="6655" y="3855"/>
                  </a:cubicBezTo>
                  <a:cubicBezTo>
                    <a:pt x="7168" y="3719"/>
                    <a:pt x="7685" y="3574"/>
                    <a:pt x="8196" y="3437"/>
                  </a:cubicBezTo>
                  <a:cubicBezTo>
                    <a:pt x="8327" y="3761"/>
                    <a:pt x="8452" y="4093"/>
                    <a:pt x="8604" y="4407"/>
                  </a:cubicBezTo>
                  <a:cubicBezTo>
                    <a:pt x="8625" y="4455"/>
                    <a:pt x="8668" y="4475"/>
                    <a:pt x="8712" y="4475"/>
                  </a:cubicBezTo>
                  <a:cubicBezTo>
                    <a:pt x="8798" y="4475"/>
                    <a:pt x="8892" y="4398"/>
                    <a:pt x="8855" y="4300"/>
                  </a:cubicBezTo>
                  <a:cubicBezTo>
                    <a:pt x="8734" y="3984"/>
                    <a:pt x="8587" y="3678"/>
                    <a:pt x="8441" y="3367"/>
                  </a:cubicBezTo>
                  <a:cubicBezTo>
                    <a:pt x="8965" y="3226"/>
                    <a:pt x="9485" y="3077"/>
                    <a:pt x="10007" y="2929"/>
                  </a:cubicBezTo>
                  <a:cubicBezTo>
                    <a:pt x="10010" y="2936"/>
                    <a:pt x="10012" y="2944"/>
                    <a:pt x="10012" y="2954"/>
                  </a:cubicBezTo>
                  <a:cubicBezTo>
                    <a:pt x="10053" y="3097"/>
                    <a:pt x="10075" y="3298"/>
                    <a:pt x="10184" y="3411"/>
                  </a:cubicBezTo>
                  <a:cubicBezTo>
                    <a:pt x="10227" y="3456"/>
                    <a:pt x="10279" y="3475"/>
                    <a:pt x="10328" y="3475"/>
                  </a:cubicBezTo>
                  <a:cubicBezTo>
                    <a:pt x="10460" y="3475"/>
                    <a:pt x="10577" y="3341"/>
                    <a:pt x="10477" y="3201"/>
                  </a:cubicBezTo>
                  <a:cubicBezTo>
                    <a:pt x="10447" y="3159"/>
                    <a:pt x="10406" y="3141"/>
                    <a:pt x="10361" y="3141"/>
                  </a:cubicBezTo>
                  <a:cubicBezTo>
                    <a:pt x="10359" y="3141"/>
                    <a:pt x="10357" y="3141"/>
                    <a:pt x="10355" y="3141"/>
                  </a:cubicBezTo>
                  <a:cubicBezTo>
                    <a:pt x="10318" y="3053"/>
                    <a:pt x="10289" y="2924"/>
                    <a:pt x="10270" y="2851"/>
                  </a:cubicBezTo>
                  <a:cubicBezTo>
                    <a:pt x="10894" y="2674"/>
                    <a:pt x="11512" y="2486"/>
                    <a:pt x="12137" y="2302"/>
                  </a:cubicBezTo>
                  <a:cubicBezTo>
                    <a:pt x="12142" y="2317"/>
                    <a:pt x="12152" y="2333"/>
                    <a:pt x="12159" y="2350"/>
                  </a:cubicBezTo>
                  <a:cubicBezTo>
                    <a:pt x="12098" y="2394"/>
                    <a:pt x="12064" y="2489"/>
                    <a:pt x="12129" y="2567"/>
                  </a:cubicBezTo>
                  <a:cubicBezTo>
                    <a:pt x="12195" y="2652"/>
                    <a:pt x="12286" y="2786"/>
                    <a:pt x="12407" y="2786"/>
                  </a:cubicBezTo>
                  <a:cubicBezTo>
                    <a:pt x="12410" y="2786"/>
                    <a:pt x="12413" y="2786"/>
                    <a:pt x="12416" y="2786"/>
                  </a:cubicBezTo>
                  <a:cubicBezTo>
                    <a:pt x="12552" y="2779"/>
                    <a:pt x="12587" y="2650"/>
                    <a:pt x="12560" y="2540"/>
                  </a:cubicBezTo>
                  <a:cubicBezTo>
                    <a:pt x="12528" y="2430"/>
                    <a:pt x="12479" y="2322"/>
                    <a:pt x="12423" y="2217"/>
                  </a:cubicBezTo>
                  <a:cubicBezTo>
                    <a:pt x="12973" y="2052"/>
                    <a:pt x="13522" y="1886"/>
                    <a:pt x="14072" y="1721"/>
                  </a:cubicBezTo>
                  <a:lnTo>
                    <a:pt x="14072" y="1721"/>
                  </a:lnTo>
                  <a:cubicBezTo>
                    <a:pt x="14074" y="1726"/>
                    <a:pt x="14070" y="1730"/>
                    <a:pt x="14074" y="1736"/>
                  </a:cubicBezTo>
                  <a:cubicBezTo>
                    <a:pt x="14149" y="2088"/>
                    <a:pt x="14220" y="2445"/>
                    <a:pt x="14310" y="2795"/>
                  </a:cubicBezTo>
                  <a:cubicBezTo>
                    <a:pt x="14330" y="2872"/>
                    <a:pt x="14387" y="2905"/>
                    <a:pt x="14445" y="2905"/>
                  </a:cubicBezTo>
                  <a:cubicBezTo>
                    <a:pt x="14533" y="2905"/>
                    <a:pt x="14626" y="2829"/>
                    <a:pt x="14602" y="2715"/>
                  </a:cubicBezTo>
                  <a:cubicBezTo>
                    <a:pt x="14531" y="2360"/>
                    <a:pt x="14439" y="2008"/>
                    <a:pt x="14354" y="1657"/>
                  </a:cubicBezTo>
                  <a:cubicBezTo>
                    <a:pt x="14356" y="1650"/>
                    <a:pt x="14351" y="1645"/>
                    <a:pt x="14346" y="1640"/>
                  </a:cubicBezTo>
                  <a:cubicBezTo>
                    <a:pt x="14792" y="1502"/>
                    <a:pt x="15232" y="1364"/>
                    <a:pt x="15679" y="1227"/>
                  </a:cubicBezTo>
                  <a:cubicBezTo>
                    <a:pt x="15784" y="1444"/>
                    <a:pt x="15822" y="1679"/>
                    <a:pt x="15715" y="1916"/>
                  </a:cubicBezTo>
                  <a:cubicBezTo>
                    <a:pt x="15652" y="2049"/>
                    <a:pt x="15754" y="2149"/>
                    <a:pt x="15859" y="2149"/>
                  </a:cubicBezTo>
                  <a:cubicBezTo>
                    <a:pt x="15922" y="2149"/>
                    <a:pt x="15985" y="2114"/>
                    <a:pt x="16017" y="2032"/>
                  </a:cubicBezTo>
                  <a:cubicBezTo>
                    <a:pt x="16124" y="1748"/>
                    <a:pt x="16104" y="1407"/>
                    <a:pt x="15949" y="1142"/>
                  </a:cubicBezTo>
                  <a:cubicBezTo>
                    <a:pt x="16520" y="967"/>
                    <a:pt x="17096" y="794"/>
                    <a:pt x="17665" y="615"/>
                  </a:cubicBezTo>
                  <a:close/>
                  <a:moveTo>
                    <a:pt x="18033" y="0"/>
                  </a:moveTo>
                  <a:cubicBezTo>
                    <a:pt x="18009" y="0"/>
                    <a:pt x="17984" y="4"/>
                    <a:pt x="17957" y="12"/>
                  </a:cubicBezTo>
                  <a:cubicBezTo>
                    <a:pt x="15333" y="828"/>
                    <a:pt x="12689" y="1570"/>
                    <a:pt x="10048" y="2294"/>
                  </a:cubicBezTo>
                  <a:cubicBezTo>
                    <a:pt x="10029" y="2284"/>
                    <a:pt x="10009" y="2279"/>
                    <a:pt x="9989" y="2279"/>
                  </a:cubicBezTo>
                  <a:cubicBezTo>
                    <a:pt x="9945" y="2279"/>
                    <a:pt x="9901" y="2301"/>
                    <a:pt x="9881" y="2339"/>
                  </a:cubicBezTo>
                  <a:cubicBezTo>
                    <a:pt x="6638" y="3230"/>
                    <a:pt x="3387" y="4091"/>
                    <a:pt x="152" y="5018"/>
                  </a:cubicBezTo>
                  <a:cubicBezTo>
                    <a:pt x="57" y="5046"/>
                    <a:pt x="23" y="5120"/>
                    <a:pt x="32" y="5193"/>
                  </a:cubicBezTo>
                  <a:cubicBezTo>
                    <a:pt x="1" y="5277"/>
                    <a:pt x="9" y="5375"/>
                    <a:pt x="89" y="5457"/>
                  </a:cubicBezTo>
                  <a:cubicBezTo>
                    <a:pt x="4474" y="9993"/>
                    <a:pt x="9033" y="14450"/>
                    <a:pt x="13663" y="18728"/>
                  </a:cubicBezTo>
                  <a:cubicBezTo>
                    <a:pt x="13727" y="18788"/>
                    <a:pt x="13796" y="18813"/>
                    <a:pt x="13863" y="18813"/>
                  </a:cubicBezTo>
                  <a:cubicBezTo>
                    <a:pt x="13951" y="18813"/>
                    <a:pt x="14035" y="18770"/>
                    <a:pt x="14092" y="18704"/>
                  </a:cubicBezTo>
                  <a:cubicBezTo>
                    <a:pt x="14162" y="18697"/>
                    <a:pt x="14222" y="18656"/>
                    <a:pt x="14245" y="18571"/>
                  </a:cubicBezTo>
                  <a:cubicBezTo>
                    <a:pt x="14315" y="18291"/>
                    <a:pt x="14300" y="17970"/>
                    <a:pt x="14305" y="17673"/>
                  </a:cubicBezTo>
                  <a:cubicBezTo>
                    <a:pt x="14340" y="17642"/>
                    <a:pt x="14373" y="17598"/>
                    <a:pt x="14386" y="17539"/>
                  </a:cubicBezTo>
                  <a:cubicBezTo>
                    <a:pt x="15543" y="11839"/>
                    <a:pt x="16578" y="6111"/>
                    <a:pt x="18061" y="489"/>
                  </a:cubicBezTo>
                  <a:cubicBezTo>
                    <a:pt x="18068" y="486"/>
                    <a:pt x="18078" y="486"/>
                    <a:pt x="18088" y="481"/>
                  </a:cubicBezTo>
                  <a:cubicBezTo>
                    <a:pt x="18357" y="394"/>
                    <a:pt x="18276" y="0"/>
                    <a:pt x="18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5"/>
            <p:cNvSpPr/>
            <p:nvPr/>
          </p:nvSpPr>
          <p:spPr>
            <a:xfrm>
              <a:off x="6107300" y="2842500"/>
              <a:ext cx="425375" cy="437450"/>
            </a:xfrm>
            <a:custGeom>
              <a:avLst/>
              <a:gdLst/>
              <a:ahLst/>
              <a:cxnLst/>
              <a:rect l="l" t="t" r="r" b="b"/>
              <a:pathLst>
                <a:path w="17015" h="17498" extrusionOk="0">
                  <a:moveTo>
                    <a:pt x="12596" y="4000"/>
                  </a:moveTo>
                  <a:cubicBezTo>
                    <a:pt x="12739" y="4000"/>
                    <a:pt x="12878" y="4150"/>
                    <a:pt x="12832" y="4296"/>
                  </a:cubicBezTo>
                  <a:cubicBezTo>
                    <a:pt x="12088" y="6556"/>
                    <a:pt x="11644" y="8856"/>
                    <a:pt x="11503" y="11228"/>
                  </a:cubicBezTo>
                  <a:cubicBezTo>
                    <a:pt x="11494" y="11384"/>
                    <a:pt x="11365" y="11464"/>
                    <a:pt x="11243" y="11464"/>
                  </a:cubicBezTo>
                  <a:cubicBezTo>
                    <a:pt x="11125" y="11464"/>
                    <a:pt x="11013" y="11389"/>
                    <a:pt x="11022" y="11236"/>
                  </a:cubicBezTo>
                  <a:cubicBezTo>
                    <a:pt x="11021" y="11226"/>
                    <a:pt x="11024" y="11219"/>
                    <a:pt x="11024" y="11209"/>
                  </a:cubicBezTo>
                  <a:lnTo>
                    <a:pt x="11024" y="11209"/>
                  </a:lnTo>
                  <a:cubicBezTo>
                    <a:pt x="10978" y="11275"/>
                    <a:pt x="10903" y="11320"/>
                    <a:pt x="10823" y="11320"/>
                  </a:cubicBezTo>
                  <a:cubicBezTo>
                    <a:pt x="10767" y="11320"/>
                    <a:pt x="10708" y="11298"/>
                    <a:pt x="10655" y="11246"/>
                  </a:cubicBezTo>
                  <a:cubicBezTo>
                    <a:pt x="9011" y="9702"/>
                    <a:pt x="7423" y="8073"/>
                    <a:pt x="5853" y="6451"/>
                  </a:cubicBezTo>
                  <a:cubicBezTo>
                    <a:pt x="5718" y="6310"/>
                    <a:pt x="5842" y="6128"/>
                    <a:pt x="5992" y="6128"/>
                  </a:cubicBezTo>
                  <a:cubicBezTo>
                    <a:pt x="6026" y="6128"/>
                    <a:pt x="6061" y="6137"/>
                    <a:pt x="6094" y="6158"/>
                  </a:cubicBezTo>
                  <a:cubicBezTo>
                    <a:pt x="6113" y="6143"/>
                    <a:pt x="6133" y="6128"/>
                    <a:pt x="6159" y="6118"/>
                  </a:cubicBezTo>
                  <a:cubicBezTo>
                    <a:pt x="8252" y="5328"/>
                    <a:pt x="10404" y="4694"/>
                    <a:pt x="12536" y="4009"/>
                  </a:cubicBezTo>
                  <a:cubicBezTo>
                    <a:pt x="12556" y="4003"/>
                    <a:pt x="12576" y="4000"/>
                    <a:pt x="12596" y="4000"/>
                  </a:cubicBezTo>
                  <a:close/>
                  <a:moveTo>
                    <a:pt x="17014" y="0"/>
                  </a:moveTo>
                  <a:lnTo>
                    <a:pt x="17014" y="0"/>
                  </a:lnTo>
                  <a:cubicBezTo>
                    <a:pt x="16445" y="179"/>
                    <a:pt x="15869" y="352"/>
                    <a:pt x="15298" y="527"/>
                  </a:cubicBezTo>
                  <a:cubicBezTo>
                    <a:pt x="15453" y="792"/>
                    <a:pt x="15473" y="1133"/>
                    <a:pt x="15366" y="1417"/>
                  </a:cubicBezTo>
                  <a:cubicBezTo>
                    <a:pt x="15334" y="1499"/>
                    <a:pt x="15271" y="1534"/>
                    <a:pt x="15208" y="1534"/>
                  </a:cubicBezTo>
                  <a:cubicBezTo>
                    <a:pt x="15103" y="1534"/>
                    <a:pt x="15001" y="1434"/>
                    <a:pt x="15064" y="1301"/>
                  </a:cubicBezTo>
                  <a:cubicBezTo>
                    <a:pt x="15171" y="1064"/>
                    <a:pt x="15133" y="829"/>
                    <a:pt x="15028" y="612"/>
                  </a:cubicBezTo>
                  <a:cubicBezTo>
                    <a:pt x="14581" y="749"/>
                    <a:pt x="14141" y="887"/>
                    <a:pt x="13695" y="1025"/>
                  </a:cubicBezTo>
                  <a:cubicBezTo>
                    <a:pt x="13700" y="1030"/>
                    <a:pt x="13705" y="1035"/>
                    <a:pt x="13703" y="1042"/>
                  </a:cubicBezTo>
                  <a:cubicBezTo>
                    <a:pt x="13788" y="1393"/>
                    <a:pt x="13880" y="1745"/>
                    <a:pt x="13951" y="2100"/>
                  </a:cubicBezTo>
                  <a:cubicBezTo>
                    <a:pt x="13976" y="2214"/>
                    <a:pt x="13883" y="2290"/>
                    <a:pt x="13795" y="2290"/>
                  </a:cubicBezTo>
                  <a:cubicBezTo>
                    <a:pt x="13736" y="2290"/>
                    <a:pt x="13680" y="2257"/>
                    <a:pt x="13661" y="2180"/>
                  </a:cubicBezTo>
                  <a:cubicBezTo>
                    <a:pt x="13569" y="1830"/>
                    <a:pt x="13498" y="1473"/>
                    <a:pt x="13423" y="1121"/>
                  </a:cubicBezTo>
                  <a:cubicBezTo>
                    <a:pt x="13419" y="1115"/>
                    <a:pt x="13423" y="1111"/>
                    <a:pt x="13423" y="1106"/>
                  </a:cubicBezTo>
                  <a:lnTo>
                    <a:pt x="13423" y="1106"/>
                  </a:lnTo>
                  <a:cubicBezTo>
                    <a:pt x="12871" y="1271"/>
                    <a:pt x="12322" y="1437"/>
                    <a:pt x="11772" y="1602"/>
                  </a:cubicBezTo>
                  <a:cubicBezTo>
                    <a:pt x="11828" y="1707"/>
                    <a:pt x="11877" y="1815"/>
                    <a:pt x="11909" y="1925"/>
                  </a:cubicBezTo>
                  <a:cubicBezTo>
                    <a:pt x="11936" y="2035"/>
                    <a:pt x="11901" y="2164"/>
                    <a:pt x="11765" y="2171"/>
                  </a:cubicBezTo>
                  <a:cubicBezTo>
                    <a:pt x="11762" y="2171"/>
                    <a:pt x="11759" y="2171"/>
                    <a:pt x="11756" y="2171"/>
                  </a:cubicBezTo>
                  <a:cubicBezTo>
                    <a:pt x="11635" y="2171"/>
                    <a:pt x="11544" y="2037"/>
                    <a:pt x="11478" y="1952"/>
                  </a:cubicBezTo>
                  <a:cubicBezTo>
                    <a:pt x="11413" y="1876"/>
                    <a:pt x="11447" y="1779"/>
                    <a:pt x="11508" y="1735"/>
                  </a:cubicBezTo>
                  <a:cubicBezTo>
                    <a:pt x="11501" y="1718"/>
                    <a:pt x="11491" y="1702"/>
                    <a:pt x="11486" y="1687"/>
                  </a:cubicBezTo>
                  <a:cubicBezTo>
                    <a:pt x="10861" y="1871"/>
                    <a:pt x="10243" y="2059"/>
                    <a:pt x="9619" y="2236"/>
                  </a:cubicBezTo>
                  <a:cubicBezTo>
                    <a:pt x="9638" y="2309"/>
                    <a:pt x="9668" y="2436"/>
                    <a:pt x="9704" y="2526"/>
                  </a:cubicBezTo>
                  <a:cubicBezTo>
                    <a:pt x="9706" y="2526"/>
                    <a:pt x="9708" y="2526"/>
                    <a:pt x="9710" y="2526"/>
                  </a:cubicBezTo>
                  <a:cubicBezTo>
                    <a:pt x="9756" y="2526"/>
                    <a:pt x="9797" y="2544"/>
                    <a:pt x="9826" y="2586"/>
                  </a:cubicBezTo>
                  <a:cubicBezTo>
                    <a:pt x="9926" y="2726"/>
                    <a:pt x="9809" y="2860"/>
                    <a:pt x="9677" y="2860"/>
                  </a:cubicBezTo>
                  <a:cubicBezTo>
                    <a:pt x="9628" y="2860"/>
                    <a:pt x="9576" y="2841"/>
                    <a:pt x="9533" y="2796"/>
                  </a:cubicBezTo>
                  <a:cubicBezTo>
                    <a:pt x="9425" y="2683"/>
                    <a:pt x="9402" y="2482"/>
                    <a:pt x="9361" y="2339"/>
                  </a:cubicBezTo>
                  <a:cubicBezTo>
                    <a:pt x="9361" y="2329"/>
                    <a:pt x="9359" y="2321"/>
                    <a:pt x="9356" y="2314"/>
                  </a:cubicBezTo>
                  <a:cubicBezTo>
                    <a:pt x="8836" y="2462"/>
                    <a:pt x="8314" y="2611"/>
                    <a:pt x="7790" y="2752"/>
                  </a:cubicBezTo>
                  <a:cubicBezTo>
                    <a:pt x="7936" y="3061"/>
                    <a:pt x="8083" y="3369"/>
                    <a:pt x="8204" y="3685"/>
                  </a:cubicBezTo>
                  <a:cubicBezTo>
                    <a:pt x="8241" y="3783"/>
                    <a:pt x="8147" y="3860"/>
                    <a:pt x="8061" y="3860"/>
                  </a:cubicBezTo>
                  <a:cubicBezTo>
                    <a:pt x="8017" y="3860"/>
                    <a:pt x="7974" y="3840"/>
                    <a:pt x="7953" y="3792"/>
                  </a:cubicBezTo>
                  <a:cubicBezTo>
                    <a:pt x="7801" y="3476"/>
                    <a:pt x="7676" y="3146"/>
                    <a:pt x="7545" y="2822"/>
                  </a:cubicBezTo>
                  <a:cubicBezTo>
                    <a:pt x="7034" y="2959"/>
                    <a:pt x="6517" y="3104"/>
                    <a:pt x="6004" y="3240"/>
                  </a:cubicBezTo>
                  <a:cubicBezTo>
                    <a:pt x="6138" y="3505"/>
                    <a:pt x="6276" y="3772"/>
                    <a:pt x="6366" y="4047"/>
                  </a:cubicBezTo>
                  <a:cubicBezTo>
                    <a:pt x="6398" y="4138"/>
                    <a:pt x="6321" y="4203"/>
                    <a:pt x="6244" y="4203"/>
                  </a:cubicBezTo>
                  <a:cubicBezTo>
                    <a:pt x="6203" y="4203"/>
                    <a:pt x="6163" y="4185"/>
                    <a:pt x="6138" y="4144"/>
                  </a:cubicBezTo>
                  <a:cubicBezTo>
                    <a:pt x="5979" y="3885"/>
                    <a:pt x="5858" y="3595"/>
                    <a:pt x="5737" y="3309"/>
                  </a:cubicBezTo>
                  <a:cubicBezTo>
                    <a:pt x="5226" y="3444"/>
                    <a:pt x="4715" y="3581"/>
                    <a:pt x="4202" y="3709"/>
                  </a:cubicBezTo>
                  <a:cubicBezTo>
                    <a:pt x="4341" y="4071"/>
                    <a:pt x="4484" y="4434"/>
                    <a:pt x="4606" y="4804"/>
                  </a:cubicBezTo>
                  <a:cubicBezTo>
                    <a:pt x="4638" y="4897"/>
                    <a:pt x="4564" y="4956"/>
                    <a:pt x="4488" y="4956"/>
                  </a:cubicBezTo>
                  <a:cubicBezTo>
                    <a:pt x="4437" y="4956"/>
                    <a:pt x="4385" y="4930"/>
                    <a:pt x="4363" y="4871"/>
                  </a:cubicBezTo>
                  <a:cubicBezTo>
                    <a:pt x="4220" y="4505"/>
                    <a:pt x="4096" y="4132"/>
                    <a:pt x="3976" y="3761"/>
                  </a:cubicBezTo>
                  <a:cubicBezTo>
                    <a:pt x="3451" y="3889"/>
                    <a:pt x="2933" y="4014"/>
                    <a:pt x="2411" y="4133"/>
                  </a:cubicBezTo>
                  <a:cubicBezTo>
                    <a:pt x="2647" y="4431"/>
                    <a:pt x="2792" y="4804"/>
                    <a:pt x="2817" y="5182"/>
                  </a:cubicBezTo>
                  <a:cubicBezTo>
                    <a:pt x="2824" y="5279"/>
                    <a:pt x="2755" y="5327"/>
                    <a:pt x="2681" y="5327"/>
                  </a:cubicBezTo>
                  <a:cubicBezTo>
                    <a:pt x="2608" y="5327"/>
                    <a:pt x="2530" y="5279"/>
                    <a:pt x="2520" y="5185"/>
                  </a:cubicBezTo>
                  <a:cubicBezTo>
                    <a:pt x="2474" y="4804"/>
                    <a:pt x="2338" y="4488"/>
                    <a:pt x="2116" y="4203"/>
                  </a:cubicBezTo>
                  <a:cubicBezTo>
                    <a:pt x="1411" y="4361"/>
                    <a:pt x="706" y="4510"/>
                    <a:pt x="1" y="4655"/>
                  </a:cubicBezTo>
                  <a:cubicBezTo>
                    <a:pt x="4523" y="8798"/>
                    <a:pt x="8969" y="13112"/>
                    <a:pt x="13256" y="17498"/>
                  </a:cubicBezTo>
                  <a:cubicBezTo>
                    <a:pt x="13277" y="17350"/>
                    <a:pt x="13304" y="17207"/>
                    <a:pt x="13328" y="17066"/>
                  </a:cubicBezTo>
                  <a:cubicBezTo>
                    <a:pt x="13246" y="17012"/>
                    <a:pt x="13190" y="16919"/>
                    <a:pt x="13216" y="16794"/>
                  </a:cubicBezTo>
                  <a:cubicBezTo>
                    <a:pt x="13858" y="13664"/>
                    <a:pt x="14500" y="10540"/>
                    <a:pt x="15144" y="7412"/>
                  </a:cubicBezTo>
                  <a:cubicBezTo>
                    <a:pt x="15645" y="4964"/>
                    <a:pt x="15981" y="2300"/>
                    <a:pt x="17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5"/>
            <p:cNvSpPr/>
            <p:nvPr/>
          </p:nvSpPr>
          <p:spPr>
            <a:xfrm>
              <a:off x="6250200" y="2942500"/>
              <a:ext cx="179050" cy="186625"/>
            </a:xfrm>
            <a:custGeom>
              <a:avLst/>
              <a:gdLst/>
              <a:ahLst/>
              <a:cxnLst/>
              <a:rect l="l" t="t" r="r" b="b"/>
              <a:pathLst>
                <a:path w="7162" h="7465" extrusionOk="0">
                  <a:moveTo>
                    <a:pt x="6519" y="611"/>
                  </a:moveTo>
                  <a:cubicBezTo>
                    <a:pt x="5870" y="2673"/>
                    <a:pt x="5478" y="4780"/>
                    <a:pt x="5328" y="6942"/>
                  </a:cubicBezTo>
                  <a:cubicBezTo>
                    <a:pt x="5318" y="6922"/>
                    <a:pt x="5308" y="6901"/>
                    <a:pt x="5293" y="6881"/>
                  </a:cubicBezTo>
                  <a:lnTo>
                    <a:pt x="5293" y="6883"/>
                  </a:lnTo>
                  <a:cubicBezTo>
                    <a:pt x="3884" y="5282"/>
                    <a:pt x="2299" y="3789"/>
                    <a:pt x="675" y="2408"/>
                  </a:cubicBezTo>
                  <a:cubicBezTo>
                    <a:pt x="2644" y="1885"/>
                    <a:pt x="4578" y="1231"/>
                    <a:pt x="6519" y="611"/>
                  </a:cubicBezTo>
                  <a:close/>
                  <a:moveTo>
                    <a:pt x="6879" y="0"/>
                  </a:moveTo>
                  <a:cubicBezTo>
                    <a:pt x="6858" y="0"/>
                    <a:pt x="6838" y="3"/>
                    <a:pt x="6818" y="9"/>
                  </a:cubicBezTo>
                  <a:cubicBezTo>
                    <a:pt x="4688" y="692"/>
                    <a:pt x="2536" y="1328"/>
                    <a:pt x="443" y="2116"/>
                  </a:cubicBezTo>
                  <a:cubicBezTo>
                    <a:pt x="417" y="2126"/>
                    <a:pt x="397" y="2141"/>
                    <a:pt x="376" y="2158"/>
                  </a:cubicBezTo>
                  <a:cubicBezTo>
                    <a:pt x="343" y="2137"/>
                    <a:pt x="308" y="2128"/>
                    <a:pt x="275" y="2128"/>
                  </a:cubicBezTo>
                  <a:cubicBezTo>
                    <a:pt x="126" y="2128"/>
                    <a:pt x="1" y="2310"/>
                    <a:pt x="137" y="2451"/>
                  </a:cubicBezTo>
                  <a:cubicBezTo>
                    <a:pt x="1707" y="4073"/>
                    <a:pt x="3295" y="5702"/>
                    <a:pt x="4938" y="7246"/>
                  </a:cubicBezTo>
                  <a:cubicBezTo>
                    <a:pt x="4991" y="7298"/>
                    <a:pt x="5050" y="7320"/>
                    <a:pt x="5106" y="7320"/>
                  </a:cubicBezTo>
                  <a:cubicBezTo>
                    <a:pt x="5186" y="7320"/>
                    <a:pt x="5261" y="7275"/>
                    <a:pt x="5308" y="7209"/>
                  </a:cubicBezTo>
                  <a:lnTo>
                    <a:pt x="5308" y="7209"/>
                  </a:lnTo>
                  <a:cubicBezTo>
                    <a:pt x="5308" y="7219"/>
                    <a:pt x="5306" y="7226"/>
                    <a:pt x="5306" y="7236"/>
                  </a:cubicBezTo>
                  <a:cubicBezTo>
                    <a:pt x="5297" y="7389"/>
                    <a:pt x="5409" y="7464"/>
                    <a:pt x="5527" y="7464"/>
                  </a:cubicBezTo>
                  <a:cubicBezTo>
                    <a:pt x="5648" y="7464"/>
                    <a:pt x="5777" y="7384"/>
                    <a:pt x="5785" y="7226"/>
                  </a:cubicBezTo>
                  <a:cubicBezTo>
                    <a:pt x="5928" y="4856"/>
                    <a:pt x="6372" y="2554"/>
                    <a:pt x="7116" y="296"/>
                  </a:cubicBezTo>
                  <a:cubicBezTo>
                    <a:pt x="7162" y="150"/>
                    <a:pt x="7023" y="0"/>
                    <a:pt x="68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35"/>
          <p:cNvGrpSpPr/>
          <p:nvPr/>
        </p:nvGrpSpPr>
        <p:grpSpPr>
          <a:xfrm rot="4026283">
            <a:off x="8299367" y="1260266"/>
            <a:ext cx="457112" cy="284973"/>
            <a:chOff x="-1725525" y="2389300"/>
            <a:chExt cx="658174" cy="410319"/>
          </a:xfrm>
        </p:grpSpPr>
        <p:sp>
          <p:nvSpPr>
            <p:cNvPr id="1141" name="Google Shape;1141;p35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5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5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5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5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6" name="Google Shape;1146;p35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47" name="Google Shape;1147;p35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48" name="Google Shape;1148;p35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49" name="Google Shape;1149;p35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0" name="Google Shape;1150;p35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1" name="Google Shape;1151;p35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2" name="Google Shape;1152;p35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3" name="Google Shape;1153;p35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4" name="Google Shape;1154;p35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5" name="Google Shape;1155;p35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6" name="Google Shape;1156;p35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157" name="Google Shape;1157;p35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2" name="Google Shape;1162;p36"/>
          <p:cNvGraphicFramePr/>
          <p:nvPr/>
        </p:nvGraphicFramePr>
        <p:xfrm>
          <a:off x="3133263" y="1522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0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63" name="Google Shape;1163;p36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Reto de 30 días</a:t>
            </a:r>
            <a:endParaRPr/>
          </a:p>
        </p:txBody>
      </p:sp>
      <p:grpSp>
        <p:nvGrpSpPr>
          <p:cNvPr id="1164" name="Google Shape;1164;p36"/>
          <p:cNvGrpSpPr/>
          <p:nvPr/>
        </p:nvGrpSpPr>
        <p:grpSpPr>
          <a:xfrm>
            <a:off x="719994" y="1519763"/>
            <a:ext cx="2137575" cy="1813200"/>
            <a:chOff x="902188" y="1608988"/>
            <a:chExt cx="2137575" cy="1813200"/>
          </a:xfrm>
        </p:grpSpPr>
        <p:sp>
          <p:nvSpPr>
            <p:cNvPr id="1165" name="Google Shape;1165;p36"/>
            <p:cNvSpPr/>
            <p:nvPr/>
          </p:nvSpPr>
          <p:spPr>
            <a:xfrm rot="5400000">
              <a:off x="2750563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6"/>
            <p:cNvSpPr/>
            <p:nvPr/>
          </p:nvSpPr>
          <p:spPr>
            <a:xfrm rot="5400000">
              <a:off x="2750563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6"/>
            <p:cNvSpPr/>
            <p:nvPr/>
          </p:nvSpPr>
          <p:spPr>
            <a:xfrm rot="5400000">
              <a:off x="2750563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6"/>
            <p:cNvSpPr/>
            <p:nvPr/>
          </p:nvSpPr>
          <p:spPr>
            <a:xfrm rot="5400000">
              <a:off x="2750563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6"/>
            <p:cNvSpPr/>
            <p:nvPr/>
          </p:nvSpPr>
          <p:spPr>
            <a:xfrm rot="5400000">
              <a:off x="2750563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6"/>
            <p:cNvSpPr/>
            <p:nvPr/>
          </p:nvSpPr>
          <p:spPr>
            <a:xfrm rot="5400000">
              <a:off x="2380888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6"/>
            <p:cNvSpPr/>
            <p:nvPr/>
          </p:nvSpPr>
          <p:spPr>
            <a:xfrm rot="5400000">
              <a:off x="2380888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6"/>
            <p:cNvSpPr/>
            <p:nvPr/>
          </p:nvSpPr>
          <p:spPr>
            <a:xfrm rot="5400000">
              <a:off x="2380888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6"/>
            <p:cNvSpPr/>
            <p:nvPr/>
          </p:nvSpPr>
          <p:spPr>
            <a:xfrm rot="5400000">
              <a:off x="2380888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6"/>
            <p:cNvSpPr/>
            <p:nvPr/>
          </p:nvSpPr>
          <p:spPr>
            <a:xfrm rot="5400000">
              <a:off x="2380888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6"/>
            <p:cNvSpPr/>
            <p:nvPr/>
          </p:nvSpPr>
          <p:spPr>
            <a:xfrm rot="5400000">
              <a:off x="2011213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6"/>
            <p:cNvSpPr/>
            <p:nvPr/>
          </p:nvSpPr>
          <p:spPr>
            <a:xfrm rot="5400000">
              <a:off x="2011213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6"/>
            <p:cNvSpPr/>
            <p:nvPr/>
          </p:nvSpPr>
          <p:spPr>
            <a:xfrm rot="5400000">
              <a:off x="2011213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6"/>
            <p:cNvSpPr/>
            <p:nvPr/>
          </p:nvSpPr>
          <p:spPr>
            <a:xfrm rot="5400000">
              <a:off x="2011213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6"/>
            <p:cNvSpPr/>
            <p:nvPr/>
          </p:nvSpPr>
          <p:spPr>
            <a:xfrm rot="5400000">
              <a:off x="2011213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6"/>
            <p:cNvSpPr/>
            <p:nvPr/>
          </p:nvSpPr>
          <p:spPr>
            <a:xfrm rot="5400000">
              <a:off x="1641538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6"/>
            <p:cNvSpPr/>
            <p:nvPr/>
          </p:nvSpPr>
          <p:spPr>
            <a:xfrm rot="5400000">
              <a:off x="1641538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6"/>
            <p:cNvSpPr/>
            <p:nvPr/>
          </p:nvSpPr>
          <p:spPr>
            <a:xfrm rot="5400000">
              <a:off x="1641538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6"/>
            <p:cNvSpPr/>
            <p:nvPr/>
          </p:nvSpPr>
          <p:spPr>
            <a:xfrm rot="5400000">
              <a:off x="1641538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6"/>
            <p:cNvSpPr/>
            <p:nvPr/>
          </p:nvSpPr>
          <p:spPr>
            <a:xfrm rot="5400000">
              <a:off x="1641538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6"/>
            <p:cNvSpPr/>
            <p:nvPr/>
          </p:nvSpPr>
          <p:spPr>
            <a:xfrm rot="5400000">
              <a:off x="1271863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6"/>
            <p:cNvSpPr/>
            <p:nvPr/>
          </p:nvSpPr>
          <p:spPr>
            <a:xfrm rot="5400000">
              <a:off x="1271863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6"/>
            <p:cNvSpPr/>
            <p:nvPr/>
          </p:nvSpPr>
          <p:spPr>
            <a:xfrm rot="5400000">
              <a:off x="1271863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6"/>
            <p:cNvSpPr/>
            <p:nvPr/>
          </p:nvSpPr>
          <p:spPr>
            <a:xfrm rot="5400000">
              <a:off x="1271863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6"/>
            <p:cNvSpPr/>
            <p:nvPr/>
          </p:nvSpPr>
          <p:spPr>
            <a:xfrm rot="5400000">
              <a:off x="1271863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6"/>
            <p:cNvSpPr/>
            <p:nvPr/>
          </p:nvSpPr>
          <p:spPr>
            <a:xfrm rot="5400000">
              <a:off x="902188" y="1608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6"/>
            <p:cNvSpPr/>
            <p:nvPr/>
          </p:nvSpPr>
          <p:spPr>
            <a:xfrm rot="5400000">
              <a:off x="902188" y="1989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6"/>
            <p:cNvSpPr/>
            <p:nvPr/>
          </p:nvSpPr>
          <p:spPr>
            <a:xfrm rot="5400000">
              <a:off x="902188" y="2370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6"/>
            <p:cNvSpPr/>
            <p:nvPr/>
          </p:nvSpPr>
          <p:spPr>
            <a:xfrm rot="5400000">
              <a:off x="902188" y="2751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6"/>
            <p:cNvSpPr/>
            <p:nvPr/>
          </p:nvSpPr>
          <p:spPr>
            <a:xfrm rot="5400000">
              <a:off x="902188" y="3132988"/>
              <a:ext cx="289200" cy="2892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195" name="Google Shape;1195;p36"/>
          <p:cNvGraphicFramePr/>
          <p:nvPr/>
        </p:nvGraphicFramePr>
        <p:xfrm>
          <a:off x="7135406" y="1522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29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7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Tiempos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96" name="Google Shape;1196;p36"/>
          <p:cNvGraphicFramePr/>
          <p:nvPr/>
        </p:nvGraphicFramePr>
        <p:xfrm>
          <a:off x="720000" y="3567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0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Metas semanales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97" name="Google Shape;1197;p36"/>
          <p:cNvGraphicFramePr/>
          <p:nvPr/>
        </p:nvGraphicFramePr>
        <p:xfrm>
          <a:off x="4699431" y="3567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0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Motivación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98" name="Google Shape;1198;p36"/>
          <p:cNvSpPr/>
          <p:nvPr/>
        </p:nvSpPr>
        <p:spPr>
          <a:xfrm>
            <a:off x="8864081" y="23930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36"/>
          <p:cNvSpPr/>
          <p:nvPr/>
        </p:nvSpPr>
        <p:spPr>
          <a:xfrm>
            <a:off x="291681" y="34936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6"/>
          <p:cNvSpPr/>
          <p:nvPr/>
        </p:nvSpPr>
        <p:spPr>
          <a:xfrm>
            <a:off x="4536356" y="48633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1" name="Google Shape;1201;p36"/>
          <p:cNvGrpSpPr/>
          <p:nvPr/>
        </p:nvGrpSpPr>
        <p:grpSpPr>
          <a:xfrm>
            <a:off x="7972663" y="876646"/>
            <a:ext cx="302633" cy="446463"/>
            <a:chOff x="-3685000" y="236025"/>
            <a:chExt cx="400150" cy="590325"/>
          </a:xfrm>
        </p:grpSpPr>
        <p:sp>
          <p:nvSpPr>
            <p:cNvPr id="1202" name="Google Shape;1202;p36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6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6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6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6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6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8" name="Google Shape;1208;p36"/>
          <p:cNvSpPr/>
          <p:nvPr/>
        </p:nvSpPr>
        <p:spPr>
          <a:xfrm rot="9196425">
            <a:off x="1191303" y="8980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9" name="Google Shape;1209;p36"/>
          <p:cNvGrpSpPr/>
          <p:nvPr/>
        </p:nvGrpSpPr>
        <p:grpSpPr>
          <a:xfrm>
            <a:off x="719991" y="1522510"/>
            <a:ext cx="347728" cy="256539"/>
            <a:chOff x="5223609" y="3731112"/>
            <a:chExt cx="371782" cy="274285"/>
          </a:xfrm>
        </p:grpSpPr>
        <p:sp>
          <p:nvSpPr>
            <p:cNvPr id="1210" name="Google Shape;1210;p36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6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2" name="Google Shape;1212;p36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3" name="Google Shape;1213;p36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4" name="Google Shape;1214;p36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5" name="Google Shape;1215;p36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6" name="Google Shape;1216;p36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7" name="Google Shape;1217;p36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8" name="Google Shape;1218;p36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19" name="Google Shape;1219;p36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20" name="Google Shape;1220;p36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21" name="Google Shape;1221;p36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22" name="Google Shape;1222;p36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23" name="Google Shape;1223;p36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7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Planea el mes</a:t>
            </a:r>
            <a:endParaRPr/>
          </a:p>
        </p:txBody>
      </p:sp>
      <p:graphicFrame>
        <p:nvGraphicFramePr>
          <p:cNvPr id="1229" name="Google Shape;1229;p37"/>
          <p:cNvGraphicFramePr/>
          <p:nvPr/>
        </p:nvGraphicFramePr>
        <p:xfrm>
          <a:off x="720000" y="1364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Semana 1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0" name="Google Shape;1230;p37"/>
          <p:cNvGraphicFramePr/>
          <p:nvPr/>
        </p:nvGraphicFramePr>
        <p:xfrm>
          <a:off x="2697608" y="1364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Semana 2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1" name="Google Shape;1231;p37"/>
          <p:cNvGraphicFramePr/>
          <p:nvPr/>
        </p:nvGraphicFramePr>
        <p:xfrm>
          <a:off x="4675217" y="1364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Semana 3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2" name="Google Shape;1232;p37"/>
          <p:cNvGraphicFramePr/>
          <p:nvPr/>
        </p:nvGraphicFramePr>
        <p:xfrm>
          <a:off x="6652825" y="1364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Semana 4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33" name="Google Shape;1233;p37"/>
          <p:cNvGraphicFramePr/>
          <p:nvPr/>
        </p:nvGraphicFramePr>
        <p:xfrm>
          <a:off x="720000" y="2359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1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4" name="Google Shape;1234;p37"/>
          <p:cNvGraphicFramePr/>
          <p:nvPr/>
        </p:nvGraphicFramePr>
        <p:xfrm>
          <a:off x="4975100" y="2359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76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Cosas que hacer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Introduce algo qué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Introduce algo qué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Introduce algo qué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Introduce algo qué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5" name="Google Shape;1235;p37"/>
          <p:cNvSpPr/>
          <p:nvPr/>
        </p:nvSpPr>
        <p:spPr>
          <a:xfrm>
            <a:off x="4675225" y="2640683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37"/>
          <p:cNvSpPr/>
          <p:nvPr/>
        </p:nvSpPr>
        <p:spPr>
          <a:xfrm>
            <a:off x="4675225" y="2907432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37"/>
          <p:cNvSpPr/>
          <p:nvPr/>
        </p:nvSpPr>
        <p:spPr>
          <a:xfrm>
            <a:off x="4675225" y="3174180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37"/>
          <p:cNvSpPr/>
          <p:nvPr/>
        </p:nvSpPr>
        <p:spPr>
          <a:xfrm>
            <a:off x="4675225" y="3440928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239" name="Google Shape;1239;p37"/>
          <p:cNvGraphicFramePr/>
          <p:nvPr/>
        </p:nvGraphicFramePr>
        <p:xfrm>
          <a:off x="720000" y="3844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77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Prioridades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40" name="Google Shape;1240;p37"/>
          <p:cNvSpPr/>
          <p:nvPr/>
        </p:nvSpPr>
        <p:spPr>
          <a:xfrm>
            <a:off x="187206" y="30510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7"/>
          <p:cNvSpPr/>
          <p:nvPr/>
        </p:nvSpPr>
        <p:spPr>
          <a:xfrm rot="9196425">
            <a:off x="7798865" y="82020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2" name="Google Shape;1242;p37"/>
          <p:cNvGrpSpPr/>
          <p:nvPr/>
        </p:nvGrpSpPr>
        <p:grpSpPr>
          <a:xfrm>
            <a:off x="4606503" y="2594435"/>
            <a:ext cx="347728" cy="256539"/>
            <a:chOff x="5223609" y="3731112"/>
            <a:chExt cx="371782" cy="274285"/>
          </a:xfrm>
        </p:grpSpPr>
        <p:sp>
          <p:nvSpPr>
            <p:cNvPr id="1243" name="Google Shape;1243;p37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7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5" name="Google Shape;1245;p37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46" name="Google Shape;1246;p37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47" name="Google Shape;1247;p37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48" name="Google Shape;1248;p37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49" name="Google Shape;1249;p37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0" name="Google Shape;1250;p37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1" name="Google Shape;1251;p37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2" name="Google Shape;1252;p37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3" name="Google Shape;1253;p37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4" name="Google Shape;1254;p37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5" name="Google Shape;1255;p37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256" name="Google Shape;1256;p37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8"/>
          <p:cNvSpPr txBox="1">
            <a:spLocks noGrp="1"/>
          </p:cNvSpPr>
          <p:nvPr>
            <p:ph type="title"/>
          </p:nvPr>
        </p:nvSpPr>
        <p:spPr>
          <a:xfrm>
            <a:off x="1252150" y="2357531"/>
            <a:ext cx="64230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semanal</a:t>
            </a:r>
            <a:endParaRPr/>
          </a:p>
        </p:txBody>
      </p:sp>
      <p:sp>
        <p:nvSpPr>
          <p:cNvPr id="1262" name="Google Shape;1262;p38"/>
          <p:cNvSpPr txBox="1">
            <a:spLocks noGrp="1"/>
          </p:cNvSpPr>
          <p:nvPr>
            <p:ph type="title" idx="2"/>
          </p:nvPr>
        </p:nvSpPr>
        <p:spPr>
          <a:xfrm>
            <a:off x="1252150" y="1337825"/>
            <a:ext cx="2188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1263" name="Google Shape;1263;p38"/>
          <p:cNvSpPr txBox="1">
            <a:spLocks noGrp="1"/>
          </p:cNvSpPr>
          <p:nvPr>
            <p:ph type="subTitle" idx="1"/>
          </p:nvPr>
        </p:nvSpPr>
        <p:spPr>
          <a:xfrm>
            <a:off x="1252150" y="3291046"/>
            <a:ext cx="6423000" cy="2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Utiliza los planificadores semanales para organizar tu mes</a:t>
            </a:r>
            <a:endParaRPr/>
          </a:p>
        </p:txBody>
      </p:sp>
      <p:grpSp>
        <p:nvGrpSpPr>
          <p:cNvPr id="1264" name="Google Shape;1264;p38"/>
          <p:cNvGrpSpPr/>
          <p:nvPr/>
        </p:nvGrpSpPr>
        <p:grpSpPr>
          <a:xfrm>
            <a:off x="2793220" y="429336"/>
            <a:ext cx="472898" cy="294855"/>
            <a:chOff x="-1725525" y="2389300"/>
            <a:chExt cx="658174" cy="410319"/>
          </a:xfrm>
        </p:grpSpPr>
        <p:sp>
          <p:nvSpPr>
            <p:cNvPr id="1265" name="Google Shape;1265;p38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38"/>
          <p:cNvGrpSpPr/>
          <p:nvPr/>
        </p:nvGrpSpPr>
        <p:grpSpPr>
          <a:xfrm rot="1800044">
            <a:off x="1981597" y="4066266"/>
            <a:ext cx="162395" cy="594983"/>
            <a:chOff x="-1233634" y="2866165"/>
            <a:chExt cx="162398" cy="594996"/>
          </a:xfrm>
        </p:grpSpPr>
        <p:sp>
          <p:nvSpPr>
            <p:cNvPr id="1271" name="Google Shape;1271;p38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" name="Google Shape;1273;p38"/>
          <p:cNvGrpSpPr/>
          <p:nvPr/>
        </p:nvGrpSpPr>
        <p:grpSpPr>
          <a:xfrm>
            <a:off x="841650" y="633475"/>
            <a:ext cx="472925" cy="482500"/>
            <a:chOff x="-1834575" y="1668825"/>
            <a:chExt cx="472925" cy="482500"/>
          </a:xfrm>
        </p:grpSpPr>
        <p:sp>
          <p:nvSpPr>
            <p:cNvPr id="1274" name="Google Shape;1274;p38"/>
            <p:cNvSpPr/>
            <p:nvPr/>
          </p:nvSpPr>
          <p:spPr>
            <a:xfrm>
              <a:off x="-1834575" y="1668825"/>
              <a:ext cx="472925" cy="482500"/>
            </a:xfrm>
            <a:custGeom>
              <a:avLst/>
              <a:gdLst/>
              <a:ahLst/>
              <a:cxnLst/>
              <a:rect l="l" t="t" r="r" b="b"/>
              <a:pathLst>
                <a:path w="18917" h="19300" extrusionOk="0">
                  <a:moveTo>
                    <a:pt x="15379" y="473"/>
                  </a:moveTo>
                  <a:cubicBezTo>
                    <a:pt x="15504" y="473"/>
                    <a:pt x="15628" y="512"/>
                    <a:pt x="15752" y="590"/>
                  </a:cubicBezTo>
                  <a:cubicBezTo>
                    <a:pt x="15888" y="659"/>
                    <a:pt x="16020" y="736"/>
                    <a:pt x="16149" y="814"/>
                  </a:cubicBezTo>
                  <a:cubicBezTo>
                    <a:pt x="16462" y="1002"/>
                    <a:pt x="16761" y="1216"/>
                    <a:pt x="17034" y="1451"/>
                  </a:cubicBezTo>
                  <a:cubicBezTo>
                    <a:pt x="17267" y="1651"/>
                    <a:pt x="18917" y="3498"/>
                    <a:pt x="17964" y="3748"/>
                  </a:cubicBezTo>
                  <a:cubicBezTo>
                    <a:pt x="17964" y="3748"/>
                    <a:pt x="17961" y="3750"/>
                    <a:pt x="17958" y="3750"/>
                  </a:cubicBezTo>
                  <a:cubicBezTo>
                    <a:pt x="17957" y="3750"/>
                    <a:pt x="17956" y="3750"/>
                    <a:pt x="17955" y="3749"/>
                  </a:cubicBezTo>
                  <a:cubicBezTo>
                    <a:pt x="17943" y="3750"/>
                    <a:pt x="17931" y="3750"/>
                    <a:pt x="17920" y="3750"/>
                  </a:cubicBezTo>
                  <a:cubicBezTo>
                    <a:pt x="16241" y="3750"/>
                    <a:pt x="15386" y="2318"/>
                    <a:pt x="14568" y="1045"/>
                  </a:cubicBezTo>
                  <a:lnTo>
                    <a:pt x="14564" y="1047"/>
                  </a:lnTo>
                  <a:cubicBezTo>
                    <a:pt x="14571" y="1030"/>
                    <a:pt x="14573" y="1011"/>
                    <a:pt x="14569" y="992"/>
                  </a:cubicBezTo>
                  <a:cubicBezTo>
                    <a:pt x="14845" y="646"/>
                    <a:pt x="15114" y="473"/>
                    <a:pt x="15379" y="473"/>
                  </a:cubicBezTo>
                  <a:close/>
                  <a:moveTo>
                    <a:pt x="14712" y="1935"/>
                  </a:moveTo>
                  <a:cubicBezTo>
                    <a:pt x="15276" y="2839"/>
                    <a:pt x="16020" y="3692"/>
                    <a:pt x="17000" y="4001"/>
                  </a:cubicBezTo>
                  <a:cubicBezTo>
                    <a:pt x="15799" y="5149"/>
                    <a:pt x="14710" y="6498"/>
                    <a:pt x="13689" y="7804"/>
                  </a:cubicBezTo>
                  <a:cubicBezTo>
                    <a:pt x="13594" y="7922"/>
                    <a:pt x="13647" y="8059"/>
                    <a:pt x="13742" y="8119"/>
                  </a:cubicBezTo>
                  <a:cubicBezTo>
                    <a:pt x="13588" y="8149"/>
                    <a:pt x="13464" y="8304"/>
                    <a:pt x="13589" y="8458"/>
                  </a:cubicBezTo>
                  <a:cubicBezTo>
                    <a:pt x="15942" y="11299"/>
                    <a:pt x="15714" y="15519"/>
                    <a:pt x="12570" y="17719"/>
                  </a:cubicBezTo>
                  <a:cubicBezTo>
                    <a:pt x="11481" y="18479"/>
                    <a:pt x="10239" y="18820"/>
                    <a:pt x="8990" y="18820"/>
                  </a:cubicBezTo>
                  <a:cubicBezTo>
                    <a:pt x="6933" y="18820"/>
                    <a:pt x="4856" y="17896"/>
                    <a:pt x="3408" y="16395"/>
                  </a:cubicBezTo>
                  <a:cubicBezTo>
                    <a:pt x="1210" y="14122"/>
                    <a:pt x="524" y="10601"/>
                    <a:pt x="2082" y="7774"/>
                  </a:cubicBezTo>
                  <a:cubicBezTo>
                    <a:pt x="3219" y="5718"/>
                    <a:pt x="5038" y="4885"/>
                    <a:pt x="6989" y="4885"/>
                  </a:cubicBezTo>
                  <a:cubicBezTo>
                    <a:pt x="8234" y="4885"/>
                    <a:pt x="9533" y="5224"/>
                    <a:pt x="10744" y="5802"/>
                  </a:cubicBezTo>
                  <a:cubicBezTo>
                    <a:pt x="10759" y="5809"/>
                    <a:pt x="10775" y="5812"/>
                    <a:pt x="10790" y="5812"/>
                  </a:cubicBezTo>
                  <a:cubicBezTo>
                    <a:pt x="10851" y="5812"/>
                    <a:pt x="10901" y="5757"/>
                    <a:pt x="10900" y="5698"/>
                  </a:cubicBezTo>
                  <a:lnTo>
                    <a:pt x="10900" y="5698"/>
                  </a:lnTo>
                  <a:cubicBezTo>
                    <a:pt x="10938" y="5732"/>
                    <a:pt x="10990" y="5754"/>
                    <a:pt x="11044" y="5754"/>
                  </a:cubicBezTo>
                  <a:cubicBezTo>
                    <a:pt x="11088" y="5754"/>
                    <a:pt x="11133" y="5740"/>
                    <a:pt x="11172" y="5706"/>
                  </a:cubicBezTo>
                  <a:cubicBezTo>
                    <a:pt x="12196" y="4835"/>
                    <a:pt x="13148" y="3861"/>
                    <a:pt x="14012" y="2829"/>
                  </a:cubicBezTo>
                  <a:cubicBezTo>
                    <a:pt x="14180" y="2630"/>
                    <a:pt x="14597" y="2271"/>
                    <a:pt x="14712" y="1935"/>
                  </a:cubicBezTo>
                  <a:close/>
                  <a:moveTo>
                    <a:pt x="15116" y="0"/>
                  </a:moveTo>
                  <a:cubicBezTo>
                    <a:pt x="15034" y="0"/>
                    <a:pt x="14952" y="9"/>
                    <a:pt x="14872" y="29"/>
                  </a:cubicBezTo>
                  <a:cubicBezTo>
                    <a:pt x="14401" y="146"/>
                    <a:pt x="14131" y="583"/>
                    <a:pt x="14320" y="1033"/>
                  </a:cubicBezTo>
                  <a:cubicBezTo>
                    <a:pt x="14279" y="1077"/>
                    <a:pt x="14262" y="1145"/>
                    <a:pt x="14299" y="1216"/>
                  </a:cubicBezTo>
                  <a:cubicBezTo>
                    <a:pt x="14357" y="1329"/>
                    <a:pt x="14418" y="1437"/>
                    <a:pt x="14481" y="1549"/>
                  </a:cubicBezTo>
                  <a:cubicBezTo>
                    <a:pt x="14464" y="1583"/>
                    <a:pt x="14452" y="1621"/>
                    <a:pt x="14474" y="1660"/>
                  </a:cubicBezTo>
                  <a:cubicBezTo>
                    <a:pt x="14595" y="1882"/>
                    <a:pt x="12976" y="3433"/>
                    <a:pt x="12747" y="3673"/>
                  </a:cubicBezTo>
                  <a:cubicBezTo>
                    <a:pt x="12152" y="4290"/>
                    <a:pt x="11525" y="4872"/>
                    <a:pt x="10897" y="5455"/>
                  </a:cubicBezTo>
                  <a:cubicBezTo>
                    <a:pt x="10844" y="5503"/>
                    <a:pt x="10830" y="5559"/>
                    <a:pt x="10844" y="5606"/>
                  </a:cubicBezTo>
                  <a:cubicBezTo>
                    <a:pt x="9847" y="4704"/>
                    <a:pt x="8588" y="4300"/>
                    <a:pt x="7309" y="4300"/>
                  </a:cubicBezTo>
                  <a:cubicBezTo>
                    <a:pt x="5237" y="4300"/>
                    <a:pt x="3113" y="5360"/>
                    <a:pt x="1968" y="7077"/>
                  </a:cubicBezTo>
                  <a:cubicBezTo>
                    <a:pt x="1" y="10032"/>
                    <a:pt x="563" y="14000"/>
                    <a:pt x="2900" y="16563"/>
                  </a:cubicBezTo>
                  <a:cubicBezTo>
                    <a:pt x="4459" y="18271"/>
                    <a:pt x="6735" y="19300"/>
                    <a:pt x="8984" y="19300"/>
                  </a:cubicBezTo>
                  <a:cubicBezTo>
                    <a:pt x="10498" y="19300"/>
                    <a:pt x="12001" y="18833"/>
                    <a:pt x="13263" y="17792"/>
                  </a:cubicBezTo>
                  <a:cubicBezTo>
                    <a:pt x="16224" y="15352"/>
                    <a:pt x="16419" y="11071"/>
                    <a:pt x="13985" y="8204"/>
                  </a:cubicBezTo>
                  <a:cubicBezTo>
                    <a:pt x="13963" y="8178"/>
                    <a:pt x="13939" y="8159"/>
                    <a:pt x="13912" y="8146"/>
                  </a:cubicBezTo>
                  <a:cubicBezTo>
                    <a:pt x="13944" y="8134"/>
                    <a:pt x="13973" y="8119"/>
                    <a:pt x="14002" y="8088"/>
                  </a:cubicBezTo>
                  <a:cubicBezTo>
                    <a:pt x="15149" y="6828"/>
                    <a:pt x="16328" y="5489"/>
                    <a:pt x="17272" y="4070"/>
                  </a:cubicBezTo>
                  <a:cubicBezTo>
                    <a:pt x="17448" y="4105"/>
                    <a:pt x="17630" y="4124"/>
                    <a:pt x="17819" y="4124"/>
                  </a:cubicBezTo>
                  <a:cubicBezTo>
                    <a:pt x="17889" y="4124"/>
                    <a:pt x="17959" y="4121"/>
                    <a:pt x="18030" y="4116"/>
                  </a:cubicBezTo>
                  <a:cubicBezTo>
                    <a:pt x="18071" y="4111"/>
                    <a:pt x="18100" y="4098"/>
                    <a:pt x="18127" y="4076"/>
                  </a:cubicBezTo>
                  <a:cubicBezTo>
                    <a:pt x="18633" y="3935"/>
                    <a:pt x="18621" y="3357"/>
                    <a:pt x="18497" y="2907"/>
                  </a:cubicBezTo>
                  <a:cubicBezTo>
                    <a:pt x="18249" y="2003"/>
                    <a:pt x="17517" y="1293"/>
                    <a:pt x="16769" y="775"/>
                  </a:cubicBezTo>
                  <a:cubicBezTo>
                    <a:pt x="16334" y="472"/>
                    <a:pt x="15708" y="0"/>
                    <a:pt x="15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-1821525" y="1717200"/>
              <a:ext cx="411975" cy="422125"/>
            </a:xfrm>
            <a:custGeom>
              <a:avLst/>
              <a:gdLst/>
              <a:ahLst/>
              <a:cxnLst/>
              <a:rect l="l" t="t" r="r" b="b"/>
              <a:pathLst>
                <a:path w="16479" h="16885" extrusionOk="0">
                  <a:moveTo>
                    <a:pt x="11092" y="4790"/>
                  </a:moveTo>
                  <a:cubicBezTo>
                    <a:pt x="11342" y="4790"/>
                    <a:pt x="11584" y="4945"/>
                    <a:pt x="11664" y="5193"/>
                  </a:cubicBezTo>
                  <a:cubicBezTo>
                    <a:pt x="11667" y="5214"/>
                    <a:pt x="11666" y="5232"/>
                    <a:pt x="11657" y="5246"/>
                  </a:cubicBezTo>
                  <a:cubicBezTo>
                    <a:pt x="11686" y="5258"/>
                    <a:pt x="11715" y="5275"/>
                    <a:pt x="11730" y="5312"/>
                  </a:cubicBezTo>
                  <a:cubicBezTo>
                    <a:pt x="11849" y="5611"/>
                    <a:pt x="11515" y="5927"/>
                    <a:pt x="11248" y="5988"/>
                  </a:cubicBezTo>
                  <a:cubicBezTo>
                    <a:pt x="11203" y="5999"/>
                    <a:pt x="11159" y="6004"/>
                    <a:pt x="11115" y="6004"/>
                  </a:cubicBezTo>
                  <a:cubicBezTo>
                    <a:pt x="10861" y="6004"/>
                    <a:pt x="10642" y="5833"/>
                    <a:pt x="10558" y="5581"/>
                  </a:cubicBezTo>
                  <a:cubicBezTo>
                    <a:pt x="10458" y="5283"/>
                    <a:pt x="10579" y="4933"/>
                    <a:pt x="10893" y="4825"/>
                  </a:cubicBezTo>
                  <a:cubicBezTo>
                    <a:pt x="10958" y="4801"/>
                    <a:pt x="11025" y="4790"/>
                    <a:pt x="11092" y="4790"/>
                  </a:cubicBezTo>
                  <a:close/>
                  <a:moveTo>
                    <a:pt x="10977" y="7771"/>
                  </a:moveTo>
                  <a:cubicBezTo>
                    <a:pt x="11202" y="7771"/>
                    <a:pt x="11422" y="7857"/>
                    <a:pt x="11584" y="8013"/>
                  </a:cubicBezTo>
                  <a:cubicBezTo>
                    <a:pt x="11599" y="8017"/>
                    <a:pt x="11615" y="8015"/>
                    <a:pt x="11630" y="8030"/>
                  </a:cubicBezTo>
                  <a:cubicBezTo>
                    <a:pt x="11997" y="8372"/>
                    <a:pt x="11842" y="9000"/>
                    <a:pt x="11475" y="9279"/>
                  </a:cubicBezTo>
                  <a:cubicBezTo>
                    <a:pt x="11339" y="9383"/>
                    <a:pt x="11186" y="9430"/>
                    <a:pt x="11035" y="9430"/>
                  </a:cubicBezTo>
                  <a:cubicBezTo>
                    <a:pt x="10754" y="9430"/>
                    <a:pt x="10478" y="9269"/>
                    <a:pt x="10319" y="9009"/>
                  </a:cubicBezTo>
                  <a:cubicBezTo>
                    <a:pt x="10079" y="8613"/>
                    <a:pt x="10152" y="8076"/>
                    <a:pt x="10594" y="7859"/>
                  </a:cubicBezTo>
                  <a:cubicBezTo>
                    <a:pt x="10716" y="7799"/>
                    <a:pt x="10848" y="7771"/>
                    <a:pt x="10977" y="7771"/>
                  </a:cubicBezTo>
                  <a:close/>
                  <a:moveTo>
                    <a:pt x="6983" y="7245"/>
                  </a:moveTo>
                  <a:cubicBezTo>
                    <a:pt x="7285" y="7245"/>
                    <a:pt x="7580" y="7433"/>
                    <a:pt x="7672" y="7714"/>
                  </a:cubicBezTo>
                  <a:cubicBezTo>
                    <a:pt x="8214" y="8013"/>
                    <a:pt x="8467" y="8727"/>
                    <a:pt x="7979" y="9206"/>
                  </a:cubicBezTo>
                  <a:cubicBezTo>
                    <a:pt x="7812" y="9371"/>
                    <a:pt x="7617" y="9440"/>
                    <a:pt x="7418" y="9440"/>
                  </a:cubicBezTo>
                  <a:cubicBezTo>
                    <a:pt x="7026" y="9440"/>
                    <a:pt x="6622" y="9170"/>
                    <a:pt x="6396" y="8839"/>
                  </a:cubicBezTo>
                  <a:cubicBezTo>
                    <a:pt x="6056" y="8351"/>
                    <a:pt x="6106" y="7533"/>
                    <a:pt x="6732" y="7291"/>
                  </a:cubicBezTo>
                  <a:cubicBezTo>
                    <a:pt x="6813" y="7260"/>
                    <a:pt x="6898" y="7245"/>
                    <a:pt x="6983" y="7245"/>
                  </a:cubicBezTo>
                  <a:close/>
                  <a:moveTo>
                    <a:pt x="2347" y="6385"/>
                  </a:moveTo>
                  <a:cubicBezTo>
                    <a:pt x="2389" y="6385"/>
                    <a:pt x="2428" y="6413"/>
                    <a:pt x="2441" y="6455"/>
                  </a:cubicBezTo>
                  <a:cubicBezTo>
                    <a:pt x="2456" y="6450"/>
                    <a:pt x="2472" y="6446"/>
                    <a:pt x="2488" y="6446"/>
                  </a:cubicBezTo>
                  <a:cubicBezTo>
                    <a:pt x="2531" y="6446"/>
                    <a:pt x="2575" y="6470"/>
                    <a:pt x="2596" y="6527"/>
                  </a:cubicBezTo>
                  <a:cubicBezTo>
                    <a:pt x="3325" y="8307"/>
                    <a:pt x="4082" y="10274"/>
                    <a:pt x="5910" y="11199"/>
                  </a:cubicBezTo>
                  <a:cubicBezTo>
                    <a:pt x="7103" y="11795"/>
                    <a:pt x="8440" y="11683"/>
                    <a:pt x="9721" y="11807"/>
                  </a:cubicBezTo>
                  <a:cubicBezTo>
                    <a:pt x="10714" y="11907"/>
                    <a:pt x="12632" y="12216"/>
                    <a:pt x="12398" y="13575"/>
                  </a:cubicBezTo>
                  <a:cubicBezTo>
                    <a:pt x="12473" y="13633"/>
                    <a:pt x="12517" y="13726"/>
                    <a:pt x="12457" y="13838"/>
                  </a:cubicBezTo>
                  <a:cubicBezTo>
                    <a:pt x="11582" y="15530"/>
                    <a:pt x="9990" y="16239"/>
                    <a:pt x="8314" y="16239"/>
                  </a:cubicBezTo>
                  <a:cubicBezTo>
                    <a:pt x="6995" y="16239"/>
                    <a:pt x="5624" y="15800"/>
                    <a:pt x="4507" y="15056"/>
                  </a:cubicBezTo>
                  <a:cubicBezTo>
                    <a:pt x="1701" y="13188"/>
                    <a:pt x="406" y="9405"/>
                    <a:pt x="2261" y="6435"/>
                  </a:cubicBezTo>
                  <a:cubicBezTo>
                    <a:pt x="2285" y="6400"/>
                    <a:pt x="2317" y="6385"/>
                    <a:pt x="2347" y="6385"/>
                  </a:cubicBezTo>
                  <a:close/>
                  <a:moveTo>
                    <a:pt x="14190" y="0"/>
                  </a:moveTo>
                  <a:cubicBezTo>
                    <a:pt x="14075" y="336"/>
                    <a:pt x="13658" y="695"/>
                    <a:pt x="13490" y="895"/>
                  </a:cubicBezTo>
                  <a:cubicBezTo>
                    <a:pt x="12624" y="1926"/>
                    <a:pt x="11674" y="2900"/>
                    <a:pt x="10650" y="3771"/>
                  </a:cubicBezTo>
                  <a:cubicBezTo>
                    <a:pt x="10611" y="3805"/>
                    <a:pt x="10566" y="3819"/>
                    <a:pt x="10522" y="3819"/>
                  </a:cubicBezTo>
                  <a:cubicBezTo>
                    <a:pt x="10468" y="3819"/>
                    <a:pt x="10415" y="3797"/>
                    <a:pt x="10376" y="3763"/>
                  </a:cubicBezTo>
                  <a:lnTo>
                    <a:pt x="10376" y="3763"/>
                  </a:lnTo>
                  <a:cubicBezTo>
                    <a:pt x="10379" y="3822"/>
                    <a:pt x="10329" y="3877"/>
                    <a:pt x="10268" y="3877"/>
                  </a:cubicBezTo>
                  <a:cubicBezTo>
                    <a:pt x="10253" y="3877"/>
                    <a:pt x="10237" y="3874"/>
                    <a:pt x="10222" y="3867"/>
                  </a:cubicBezTo>
                  <a:cubicBezTo>
                    <a:pt x="9011" y="3289"/>
                    <a:pt x="7712" y="2950"/>
                    <a:pt x="6467" y="2950"/>
                  </a:cubicBezTo>
                  <a:cubicBezTo>
                    <a:pt x="4516" y="2950"/>
                    <a:pt x="2697" y="3783"/>
                    <a:pt x="1560" y="5839"/>
                  </a:cubicBezTo>
                  <a:cubicBezTo>
                    <a:pt x="0" y="8664"/>
                    <a:pt x="688" y="12187"/>
                    <a:pt x="2885" y="14460"/>
                  </a:cubicBezTo>
                  <a:cubicBezTo>
                    <a:pt x="4332" y="15961"/>
                    <a:pt x="6410" y="16885"/>
                    <a:pt x="8467" y="16885"/>
                  </a:cubicBezTo>
                  <a:cubicBezTo>
                    <a:pt x="9717" y="16885"/>
                    <a:pt x="10959" y="16544"/>
                    <a:pt x="12048" y="15784"/>
                  </a:cubicBezTo>
                  <a:cubicBezTo>
                    <a:pt x="15192" y="13584"/>
                    <a:pt x="15420" y="9364"/>
                    <a:pt x="13067" y="6523"/>
                  </a:cubicBezTo>
                  <a:cubicBezTo>
                    <a:pt x="12942" y="6369"/>
                    <a:pt x="13066" y="6214"/>
                    <a:pt x="13220" y="6184"/>
                  </a:cubicBezTo>
                  <a:cubicBezTo>
                    <a:pt x="13125" y="6124"/>
                    <a:pt x="13072" y="5987"/>
                    <a:pt x="13167" y="5869"/>
                  </a:cubicBezTo>
                  <a:cubicBezTo>
                    <a:pt x="14187" y="4563"/>
                    <a:pt x="15276" y="3214"/>
                    <a:pt x="16478" y="2066"/>
                  </a:cubicBezTo>
                  <a:cubicBezTo>
                    <a:pt x="15498" y="1757"/>
                    <a:pt x="14752" y="904"/>
                    <a:pt x="14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-1811375" y="1876825"/>
              <a:ext cx="305675" cy="246350"/>
            </a:xfrm>
            <a:custGeom>
              <a:avLst/>
              <a:gdLst/>
              <a:ahLst/>
              <a:cxnLst/>
              <a:rect l="l" t="t" r="r" b="b"/>
              <a:pathLst>
                <a:path w="12227" h="9854" extrusionOk="0">
                  <a:moveTo>
                    <a:pt x="1981" y="285"/>
                  </a:moveTo>
                  <a:cubicBezTo>
                    <a:pt x="2402" y="2179"/>
                    <a:pt x="3308" y="4103"/>
                    <a:pt x="5040" y="5124"/>
                  </a:cubicBezTo>
                  <a:cubicBezTo>
                    <a:pt x="5781" y="5556"/>
                    <a:pt x="6549" y="5724"/>
                    <a:pt x="7400" y="5819"/>
                  </a:cubicBezTo>
                  <a:cubicBezTo>
                    <a:pt x="8265" y="5909"/>
                    <a:pt x="11718" y="5685"/>
                    <a:pt x="11542" y="7204"/>
                  </a:cubicBezTo>
                  <a:cubicBezTo>
                    <a:pt x="11535" y="7275"/>
                    <a:pt x="11552" y="7329"/>
                    <a:pt x="11586" y="7374"/>
                  </a:cubicBezTo>
                  <a:cubicBezTo>
                    <a:pt x="10654" y="8762"/>
                    <a:pt x="9247" y="9370"/>
                    <a:pt x="7784" y="9370"/>
                  </a:cubicBezTo>
                  <a:cubicBezTo>
                    <a:pt x="6336" y="9370"/>
                    <a:pt x="4833" y="8774"/>
                    <a:pt x="3680" y="7749"/>
                  </a:cubicBezTo>
                  <a:cubicBezTo>
                    <a:pt x="1476" y="5785"/>
                    <a:pt x="953" y="2974"/>
                    <a:pt x="1979" y="285"/>
                  </a:cubicBezTo>
                  <a:close/>
                  <a:moveTo>
                    <a:pt x="1941" y="0"/>
                  </a:moveTo>
                  <a:cubicBezTo>
                    <a:pt x="1911" y="0"/>
                    <a:pt x="1879" y="15"/>
                    <a:pt x="1855" y="50"/>
                  </a:cubicBezTo>
                  <a:cubicBezTo>
                    <a:pt x="0" y="3020"/>
                    <a:pt x="1295" y="6803"/>
                    <a:pt x="4101" y="8670"/>
                  </a:cubicBezTo>
                  <a:cubicBezTo>
                    <a:pt x="5218" y="9414"/>
                    <a:pt x="6590" y="9853"/>
                    <a:pt x="7909" y="9853"/>
                  </a:cubicBezTo>
                  <a:cubicBezTo>
                    <a:pt x="9585" y="9853"/>
                    <a:pt x="11176" y="9145"/>
                    <a:pt x="12051" y="7453"/>
                  </a:cubicBezTo>
                  <a:cubicBezTo>
                    <a:pt x="12111" y="7341"/>
                    <a:pt x="12067" y="7246"/>
                    <a:pt x="11992" y="7190"/>
                  </a:cubicBezTo>
                  <a:cubicBezTo>
                    <a:pt x="12226" y="5831"/>
                    <a:pt x="10308" y="5522"/>
                    <a:pt x="9315" y="5422"/>
                  </a:cubicBezTo>
                  <a:cubicBezTo>
                    <a:pt x="8034" y="5298"/>
                    <a:pt x="6697" y="5410"/>
                    <a:pt x="5504" y="4814"/>
                  </a:cubicBezTo>
                  <a:cubicBezTo>
                    <a:pt x="3676" y="3889"/>
                    <a:pt x="2919" y="1922"/>
                    <a:pt x="2190" y="142"/>
                  </a:cubicBezTo>
                  <a:cubicBezTo>
                    <a:pt x="2169" y="85"/>
                    <a:pt x="2125" y="61"/>
                    <a:pt x="2082" y="61"/>
                  </a:cubicBezTo>
                  <a:cubicBezTo>
                    <a:pt x="2066" y="61"/>
                    <a:pt x="2050" y="65"/>
                    <a:pt x="2035" y="70"/>
                  </a:cubicBezTo>
                  <a:cubicBezTo>
                    <a:pt x="2022" y="28"/>
                    <a:pt x="1983" y="0"/>
                    <a:pt x="1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-1787550" y="1883925"/>
              <a:ext cx="269150" cy="227150"/>
            </a:xfrm>
            <a:custGeom>
              <a:avLst/>
              <a:gdLst/>
              <a:ahLst/>
              <a:cxnLst/>
              <a:rect l="l" t="t" r="r" b="b"/>
              <a:pathLst>
                <a:path w="10766" h="9086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0" y="2690"/>
                    <a:pt x="523" y="5503"/>
                    <a:pt x="2727" y="7465"/>
                  </a:cubicBezTo>
                  <a:cubicBezTo>
                    <a:pt x="3880" y="8490"/>
                    <a:pt x="5384" y="9086"/>
                    <a:pt x="6832" y="9086"/>
                  </a:cubicBezTo>
                  <a:cubicBezTo>
                    <a:pt x="8295" y="9086"/>
                    <a:pt x="9701" y="8478"/>
                    <a:pt x="10633" y="7090"/>
                  </a:cubicBezTo>
                  <a:cubicBezTo>
                    <a:pt x="10599" y="7045"/>
                    <a:pt x="10582" y="6991"/>
                    <a:pt x="10589" y="6920"/>
                  </a:cubicBezTo>
                  <a:cubicBezTo>
                    <a:pt x="10765" y="5401"/>
                    <a:pt x="7312" y="5625"/>
                    <a:pt x="6447" y="5535"/>
                  </a:cubicBezTo>
                  <a:cubicBezTo>
                    <a:pt x="5596" y="5440"/>
                    <a:pt x="4828" y="5274"/>
                    <a:pt x="4089" y="4840"/>
                  </a:cubicBezTo>
                  <a:cubicBezTo>
                    <a:pt x="2355" y="3819"/>
                    <a:pt x="1449" y="1895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-1569550" y="1911450"/>
              <a:ext cx="47950" cy="41525"/>
            </a:xfrm>
            <a:custGeom>
              <a:avLst/>
              <a:gdLst/>
              <a:ahLst/>
              <a:cxnLst/>
              <a:rect l="l" t="t" r="r" b="b"/>
              <a:pathLst>
                <a:path w="1918" h="1661" extrusionOk="0">
                  <a:moveTo>
                    <a:pt x="945" y="264"/>
                  </a:moveTo>
                  <a:cubicBezTo>
                    <a:pt x="1091" y="264"/>
                    <a:pt x="1238" y="310"/>
                    <a:pt x="1354" y="396"/>
                  </a:cubicBezTo>
                  <a:cubicBezTo>
                    <a:pt x="1356" y="405"/>
                    <a:pt x="1354" y="415"/>
                    <a:pt x="1359" y="423"/>
                  </a:cubicBezTo>
                  <a:cubicBezTo>
                    <a:pt x="1514" y="714"/>
                    <a:pt x="1480" y="1093"/>
                    <a:pt x="1186" y="1290"/>
                  </a:cubicBezTo>
                  <a:cubicBezTo>
                    <a:pt x="1108" y="1341"/>
                    <a:pt x="1026" y="1364"/>
                    <a:pt x="946" y="1364"/>
                  </a:cubicBezTo>
                  <a:cubicBezTo>
                    <a:pt x="764" y="1364"/>
                    <a:pt x="590" y="1247"/>
                    <a:pt x="488" y="1079"/>
                  </a:cubicBezTo>
                  <a:cubicBezTo>
                    <a:pt x="336" y="836"/>
                    <a:pt x="352" y="513"/>
                    <a:pt x="615" y="352"/>
                  </a:cubicBezTo>
                  <a:cubicBezTo>
                    <a:pt x="715" y="292"/>
                    <a:pt x="830" y="264"/>
                    <a:pt x="945" y="264"/>
                  </a:cubicBezTo>
                  <a:close/>
                  <a:moveTo>
                    <a:pt x="898" y="1"/>
                  </a:moveTo>
                  <a:cubicBezTo>
                    <a:pt x="769" y="1"/>
                    <a:pt x="637" y="29"/>
                    <a:pt x="515" y="89"/>
                  </a:cubicBezTo>
                  <a:cubicBezTo>
                    <a:pt x="75" y="306"/>
                    <a:pt x="0" y="843"/>
                    <a:pt x="241" y="1239"/>
                  </a:cubicBezTo>
                  <a:cubicBezTo>
                    <a:pt x="400" y="1499"/>
                    <a:pt x="675" y="1660"/>
                    <a:pt x="956" y="1660"/>
                  </a:cubicBezTo>
                  <a:cubicBezTo>
                    <a:pt x="1107" y="1660"/>
                    <a:pt x="1260" y="1613"/>
                    <a:pt x="1396" y="1509"/>
                  </a:cubicBezTo>
                  <a:cubicBezTo>
                    <a:pt x="1763" y="1230"/>
                    <a:pt x="1918" y="602"/>
                    <a:pt x="1551" y="262"/>
                  </a:cubicBezTo>
                  <a:cubicBezTo>
                    <a:pt x="1536" y="245"/>
                    <a:pt x="1520" y="247"/>
                    <a:pt x="1505" y="243"/>
                  </a:cubicBezTo>
                  <a:cubicBezTo>
                    <a:pt x="1343" y="87"/>
                    <a:pt x="1123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-1561150" y="1918025"/>
              <a:ext cx="29450" cy="27550"/>
            </a:xfrm>
            <a:custGeom>
              <a:avLst/>
              <a:gdLst/>
              <a:ahLst/>
              <a:cxnLst/>
              <a:rect l="l" t="t" r="r" b="b"/>
              <a:pathLst>
                <a:path w="1178" h="1102" extrusionOk="0">
                  <a:moveTo>
                    <a:pt x="609" y="1"/>
                  </a:moveTo>
                  <a:cubicBezTo>
                    <a:pt x="494" y="1"/>
                    <a:pt x="379" y="29"/>
                    <a:pt x="279" y="89"/>
                  </a:cubicBezTo>
                  <a:cubicBezTo>
                    <a:pt x="14" y="250"/>
                    <a:pt x="0" y="573"/>
                    <a:pt x="152" y="816"/>
                  </a:cubicBezTo>
                  <a:cubicBezTo>
                    <a:pt x="254" y="984"/>
                    <a:pt x="427" y="1101"/>
                    <a:pt x="609" y="1101"/>
                  </a:cubicBezTo>
                  <a:cubicBezTo>
                    <a:pt x="689" y="1101"/>
                    <a:pt x="772" y="1078"/>
                    <a:pt x="850" y="1027"/>
                  </a:cubicBezTo>
                  <a:cubicBezTo>
                    <a:pt x="1144" y="830"/>
                    <a:pt x="1178" y="449"/>
                    <a:pt x="1023" y="160"/>
                  </a:cubicBezTo>
                  <a:cubicBezTo>
                    <a:pt x="1018" y="152"/>
                    <a:pt x="1020" y="142"/>
                    <a:pt x="1018" y="133"/>
                  </a:cubicBezTo>
                  <a:cubicBezTo>
                    <a:pt x="902" y="47"/>
                    <a:pt x="755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>
              <a:off x="-1670125" y="1898300"/>
              <a:ext cx="60275" cy="54925"/>
            </a:xfrm>
            <a:custGeom>
              <a:avLst/>
              <a:gdLst/>
              <a:ahLst/>
              <a:cxnLst/>
              <a:rect l="l" t="t" r="r" b="b"/>
              <a:pathLst>
                <a:path w="2411" h="2197" extrusionOk="0">
                  <a:moveTo>
                    <a:pt x="974" y="308"/>
                  </a:moveTo>
                  <a:cubicBezTo>
                    <a:pt x="1203" y="308"/>
                    <a:pt x="1420" y="484"/>
                    <a:pt x="1482" y="744"/>
                  </a:cubicBezTo>
                  <a:cubicBezTo>
                    <a:pt x="1491" y="780"/>
                    <a:pt x="1523" y="797"/>
                    <a:pt x="1557" y="797"/>
                  </a:cubicBezTo>
                  <a:cubicBezTo>
                    <a:pt x="1586" y="797"/>
                    <a:pt x="1617" y="783"/>
                    <a:pt x="1631" y="757"/>
                  </a:cubicBezTo>
                  <a:cubicBezTo>
                    <a:pt x="1877" y="1019"/>
                    <a:pt x="1998" y="1403"/>
                    <a:pt x="1711" y="1705"/>
                  </a:cubicBezTo>
                  <a:cubicBezTo>
                    <a:pt x="1607" y="1814"/>
                    <a:pt x="1485" y="1858"/>
                    <a:pt x="1359" y="1858"/>
                  </a:cubicBezTo>
                  <a:cubicBezTo>
                    <a:pt x="1118" y="1858"/>
                    <a:pt x="864" y="1697"/>
                    <a:pt x="702" y="1520"/>
                  </a:cubicBezTo>
                  <a:cubicBezTo>
                    <a:pt x="442" y="1238"/>
                    <a:pt x="333" y="791"/>
                    <a:pt x="614" y="480"/>
                  </a:cubicBezTo>
                  <a:cubicBezTo>
                    <a:pt x="721" y="361"/>
                    <a:pt x="850" y="308"/>
                    <a:pt x="974" y="308"/>
                  </a:cubicBezTo>
                  <a:close/>
                  <a:moveTo>
                    <a:pt x="927" y="1"/>
                  </a:moveTo>
                  <a:cubicBezTo>
                    <a:pt x="842" y="1"/>
                    <a:pt x="757" y="16"/>
                    <a:pt x="676" y="47"/>
                  </a:cubicBezTo>
                  <a:cubicBezTo>
                    <a:pt x="50" y="289"/>
                    <a:pt x="0" y="1107"/>
                    <a:pt x="340" y="1595"/>
                  </a:cubicBezTo>
                  <a:cubicBezTo>
                    <a:pt x="567" y="1926"/>
                    <a:pt x="971" y="2196"/>
                    <a:pt x="1363" y="2196"/>
                  </a:cubicBezTo>
                  <a:cubicBezTo>
                    <a:pt x="1561" y="2196"/>
                    <a:pt x="1756" y="2127"/>
                    <a:pt x="1923" y="1962"/>
                  </a:cubicBezTo>
                  <a:cubicBezTo>
                    <a:pt x="2411" y="1483"/>
                    <a:pt x="2158" y="769"/>
                    <a:pt x="1616" y="470"/>
                  </a:cubicBezTo>
                  <a:cubicBezTo>
                    <a:pt x="1524" y="189"/>
                    <a:pt x="1229" y="1"/>
                    <a:pt x="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-1661800" y="1906000"/>
              <a:ext cx="41650" cy="38775"/>
            </a:xfrm>
            <a:custGeom>
              <a:avLst/>
              <a:gdLst/>
              <a:ahLst/>
              <a:cxnLst/>
              <a:rect l="l" t="t" r="r" b="b"/>
              <a:pathLst>
                <a:path w="1666" h="1551" extrusionOk="0">
                  <a:moveTo>
                    <a:pt x="641" y="0"/>
                  </a:moveTo>
                  <a:cubicBezTo>
                    <a:pt x="517" y="0"/>
                    <a:pt x="388" y="53"/>
                    <a:pt x="281" y="172"/>
                  </a:cubicBezTo>
                  <a:cubicBezTo>
                    <a:pt x="0" y="483"/>
                    <a:pt x="109" y="930"/>
                    <a:pt x="369" y="1212"/>
                  </a:cubicBezTo>
                  <a:cubicBezTo>
                    <a:pt x="531" y="1389"/>
                    <a:pt x="785" y="1551"/>
                    <a:pt x="1025" y="1551"/>
                  </a:cubicBezTo>
                  <a:cubicBezTo>
                    <a:pt x="1152" y="1551"/>
                    <a:pt x="1274" y="1506"/>
                    <a:pt x="1378" y="1397"/>
                  </a:cubicBezTo>
                  <a:cubicBezTo>
                    <a:pt x="1665" y="1097"/>
                    <a:pt x="1544" y="711"/>
                    <a:pt x="1298" y="449"/>
                  </a:cubicBezTo>
                  <a:cubicBezTo>
                    <a:pt x="1284" y="475"/>
                    <a:pt x="1253" y="489"/>
                    <a:pt x="1224" y="489"/>
                  </a:cubicBezTo>
                  <a:cubicBezTo>
                    <a:pt x="1190" y="489"/>
                    <a:pt x="1158" y="472"/>
                    <a:pt x="1149" y="436"/>
                  </a:cubicBezTo>
                  <a:cubicBezTo>
                    <a:pt x="1087" y="176"/>
                    <a:pt x="870" y="0"/>
                    <a:pt x="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-1560100" y="1836950"/>
              <a:ext cx="34825" cy="30350"/>
            </a:xfrm>
            <a:custGeom>
              <a:avLst/>
              <a:gdLst/>
              <a:ahLst/>
              <a:cxnLst/>
              <a:rect l="l" t="t" r="r" b="b"/>
              <a:pathLst>
                <a:path w="1393" h="1214" extrusionOk="0">
                  <a:moveTo>
                    <a:pt x="680" y="235"/>
                  </a:moveTo>
                  <a:cubicBezTo>
                    <a:pt x="837" y="235"/>
                    <a:pt x="996" y="326"/>
                    <a:pt x="1075" y="463"/>
                  </a:cubicBezTo>
                  <a:cubicBezTo>
                    <a:pt x="1076" y="475"/>
                    <a:pt x="1085" y="473"/>
                    <a:pt x="1088" y="480"/>
                  </a:cubicBezTo>
                  <a:cubicBezTo>
                    <a:pt x="1076" y="492"/>
                    <a:pt x="1059" y="507"/>
                    <a:pt x="1051" y="529"/>
                  </a:cubicBezTo>
                  <a:cubicBezTo>
                    <a:pt x="998" y="690"/>
                    <a:pt x="959" y="828"/>
                    <a:pt x="786" y="906"/>
                  </a:cubicBezTo>
                  <a:cubicBezTo>
                    <a:pt x="742" y="925"/>
                    <a:pt x="698" y="934"/>
                    <a:pt x="656" y="934"/>
                  </a:cubicBezTo>
                  <a:cubicBezTo>
                    <a:pt x="535" y="934"/>
                    <a:pt x="426" y="859"/>
                    <a:pt x="375" y="733"/>
                  </a:cubicBezTo>
                  <a:cubicBezTo>
                    <a:pt x="305" y="571"/>
                    <a:pt x="339" y="368"/>
                    <a:pt x="505" y="278"/>
                  </a:cubicBezTo>
                  <a:cubicBezTo>
                    <a:pt x="560" y="248"/>
                    <a:pt x="620" y="235"/>
                    <a:pt x="680" y="235"/>
                  </a:cubicBezTo>
                  <a:close/>
                  <a:moveTo>
                    <a:pt x="635" y="0"/>
                  </a:moveTo>
                  <a:cubicBezTo>
                    <a:pt x="568" y="0"/>
                    <a:pt x="501" y="11"/>
                    <a:pt x="436" y="35"/>
                  </a:cubicBezTo>
                  <a:cubicBezTo>
                    <a:pt x="122" y="143"/>
                    <a:pt x="1" y="493"/>
                    <a:pt x="101" y="791"/>
                  </a:cubicBezTo>
                  <a:cubicBezTo>
                    <a:pt x="185" y="1043"/>
                    <a:pt x="404" y="1214"/>
                    <a:pt x="658" y="1214"/>
                  </a:cubicBezTo>
                  <a:cubicBezTo>
                    <a:pt x="702" y="1214"/>
                    <a:pt x="746" y="1209"/>
                    <a:pt x="791" y="1198"/>
                  </a:cubicBezTo>
                  <a:cubicBezTo>
                    <a:pt x="1058" y="1137"/>
                    <a:pt x="1392" y="821"/>
                    <a:pt x="1273" y="522"/>
                  </a:cubicBezTo>
                  <a:cubicBezTo>
                    <a:pt x="1258" y="485"/>
                    <a:pt x="1229" y="468"/>
                    <a:pt x="1200" y="456"/>
                  </a:cubicBezTo>
                  <a:cubicBezTo>
                    <a:pt x="1209" y="442"/>
                    <a:pt x="1210" y="424"/>
                    <a:pt x="1207" y="403"/>
                  </a:cubicBezTo>
                  <a:cubicBezTo>
                    <a:pt x="1127" y="155"/>
                    <a:pt x="885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-1470475" y="1680625"/>
              <a:ext cx="108825" cy="81975"/>
            </a:xfrm>
            <a:custGeom>
              <a:avLst/>
              <a:gdLst/>
              <a:ahLst/>
              <a:cxnLst/>
              <a:rect l="l" t="t" r="r" b="b"/>
              <a:pathLst>
                <a:path w="4353" h="3279" extrusionOk="0">
                  <a:moveTo>
                    <a:pt x="946" y="389"/>
                  </a:moveTo>
                  <a:cubicBezTo>
                    <a:pt x="979" y="389"/>
                    <a:pt x="1011" y="403"/>
                    <a:pt x="1030" y="437"/>
                  </a:cubicBezTo>
                  <a:cubicBezTo>
                    <a:pt x="1507" y="1327"/>
                    <a:pt x="2200" y="1864"/>
                    <a:pt x="3097" y="2289"/>
                  </a:cubicBezTo>
                  <a:cubicBezTo>
                    <a:pt x="3249" y="2358"/>
                    <a:pt x="3179" y="2602"/>
                    <a:pt x="3032" y="2602"/>
                  </a:cubicBezTo>
                  <a:cubicBezTo>
                    <a:pt x="3017" y="2602"/>
                    <a:pt x="3002" y="2599"/>
                    <a:pt x="2987" y="2594"/>
                  </a:cubicBezTo>
                  <a:cubicBezTo>
                    <a:pt x="1996" y="2267"/>
                    <a:pt x="1244" y="1470"/>
                    <a:pt x="833" y="530"/>
                  </a:cubicBezTo>
                  <a:cubicBezTo>
                    <a:pt x="798" y="454"/>
                    <a:pt x="875" y="389"/>
                    <a:pt x="946" y="389"/>
                  </a:cubicBezTo>
                  <a:close/>
                  <a:moveTo>
                    <a:pt x="815" y="1"/>
                  </a:moveTo>
                  <a:cubicBezTo>
                    <a:pt x="550" y="1"/>
                    <a:pt x="281" y="174"/>
                    <a:pt x="5" y="520"/>
                  </a:cubicBezTo>
                  <a:cubicBezTo>
                    <a:pt x="9" y="539"/>
                    <a:pt x="7" y="558"/>
                    <a:pt x="0" y="575"/>
                  </a:cubicBezTo>
                  <a:lnTo>
                    <a:pt x="4" y="573"/>
                  </a:lnTo>
                  <a:cubicBezTo>
                    <a:pt x="822" y="1846"/>
                    <a:pt x="1677" y="3278"/>
                    <a:pt x="3356" y="3278"/>
                  </a:cubicBezTo>
                  <a:cubicBezTo>
                    <a:pt x="3367" y="3278"/>
                    <a:pt x="3379" y="3278"/>
                    <a:pt x="3391" y="3277"/>
                  </a:cubicBezTo>
                  <a:cubicBezTo>
                    <a:pt x="3393" y="3278"/>
                    <a:pt x="3394" y="3278"/>
                    <a:pt x="3396" y="3278"/>
                  </a:cubicBezTo>
                  <a:cubicBezTo>
                    <a:pt x="3398" y="3278"/>
                    <a:pt x="3400" y="3277"/>
                    <a:pt x="3400" y="3277"/>
                  </a:cubicBezTo>
                  <a:cubicBezTo>
                    <a:pt x="4353" y="3028"/>
                    <a:pt x="2703" y="1179"/>
                    <a:pt x="2470" y="979"/>
                  </a:cubicBezTo>
                  <a:cubicBezTo>
                    <a:pt x="2197" y="744"/>
                    <a:pt x="1898" y="530"/>
                    <a:pt x="1585" y="344"/>
                  </a:cubicBezTo>
                  <a:cubicBezTo>
                    <a:pt x="1456" y="264"/>
                    <a:pt x="1324" y="187"/>
                    <a:pt x="1188" y="118"/>
                  </a:cubicBezTo>
                  <a:cubicBezTo>
                    <a:pt x="1064" y="40"/>
                    <a:pt x="940" y="1"/>
                    <a:pt x="8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-1552500" y="1842825"/>
              <a:ext cx="19625" cy="17475"/>
            </a:xfrm>
            <a:custGeom>
              <a:avLst/>
              <a:gdLst/>
              <a:ahLst/>
              <a:cxnLst/>
              <a:rect l="l" t="t" r="r" b="b"/>
              <a:pathLst>
                <a:path w="785" h="699" extrusionOk="0">
                  <a:moveTo>
                    <a:pt x="376" y="0"/>
                  </a:moveTo>
                  <a:cubicBezTo>
                    <a:pt x="316" y="0"/>
                    <a:pt x="256" y="13"/>
                    <a:pt x="201" y="43"/>
                  </a:cubicBezTo>
                  <a:cubicBezTo>
                    <a:pt x="35" y="133"/>
                    <a:pt x="1" y="336"/>
                    <a:pt x="71" y="498"/>
                  </a:cubicBezTo>
                  <a:cubicBezTo>
                    <a:pt x="122" y="624"/>
                    <a:pt x="231" y="699"/>
                    <a:pt x="352" y="699"/>
                  </a:cubicBezTo>
                  <a:cubicBezTo>
                    <a:pt x="394" y="699"/>
                    <a:pt x="438" y="690"/>
                    <a:pt x="482" y="671"/>
                  </a:cubicBezTo>
                  <a:cubicBezTo>
                    <a:pt x="655" y="593"/>
                    <a:pt x="694" y="455"/>
                    <a:pt x="747" y="294"/>
                  </a:cubicBezTo>
                  <a:lnTo>
                    <a:pt x="747" y="296"/>
                  </a:lnTo>
                  <a:cubicBezTo>
                    <a:pt x="755" y="272"/>
                    <a:pt x="772" y="258"/>
                    <a:pt x="784" y="245"/>
                  </a:cubicBezTo>
                  <a:cubicBezTo>
                    <a:pt x="781" y="238"/>
                    <a:pt x="772" y="240"/>
                    <a:pt x="771" y="228"/>
                  </a:cubicBezTo>
                  <a:cubicBezTo>
                    <a:pt x="692" y="91"/>
                    <a:pt x="533" y="0"/>
                    <a:pt x="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-1450550" y="1690350"/>
              <a:ext cx="61325" cy="55325"/>
            </a:xfrm>
            <a:custGeom>
              <a:avLst/>
              <a:gdLst/>
              <a:ahLst/>
              <a:cxnLst/>
              <a:rect l="l" t="t" r="r" b="b"/>
              <a:pathLst>
                <a:path w="2453" h="2213" extrusionOk="0">
                  <a:moveTo>
                    <a:pt x="149" y="0"/>
                  </a:moveTo>
                  <a:cubicBezTo>
                    <a:pt x="77" y="0"/>
                    <a:pt x="0" y="65"/>
                    <a:pt x="34" y="141"/>
                  </a:cubicBezTo>
                  <a:cubicBezTo>
                    <a:pt x="447" y="1081"/>
                    <a:pt x="1198" y="1878"/>
                    <a:pt x="2190" y="2205"/>
                  </a:cubicBezTo>
                  <a:cubicBezTo>
                    <a:pt x="2205" y="2210"/>
                    <a:pt x="2220" y="2213"/>
                    <a:pt x="2235" y="2213"/>
                  </a:cubicBezTo>
                  <a:cubicBezTo>
                    <a:pt x="2382" y="2213"/>
                    <a:pt x="2452" y="1969"/>
                    <a:pt x="2300" y="1900"/>
                  </a:cubicBezTo>
                  <a:cubicBezTo>
                    <a:pt x="1403" y="1475"/>
                    <a:pt x="708" y="938"/>
                    <a:pt x="233" y="48"/>
                  </a:cubicBezTo>
                  <a:cubicBezTo>
                    <a:pt x="214" y="14"/>
                    <a:pt x="18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8"/>
          <p:cNvGrpSpPr/>
          <p:nvPr/>
        </p:nvGrpSpPr>
        <p:grpSpPr>
          <a:xfrm>
            <a:off x="5777825" y="1462863"/>
            <a:ext cx="446975" cy="455625"/>
            <a:chOff x="-980375" y="1066250"/>
            <a:chExt cx="446975" cy="455625"/>
          </a:xfrm>
        </p:grpSpPr>
        <p:sp>
          <p:nvSpPr>
            <p:cNvPr id="1287" name="Google Shape;1287;p38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3" name="Google Shape;1293;p38"/>
          <p:cNvGrpSpPr/>
          <p:nvPr/>
        </p:nvGrpSpPr>
        <p:grpSpPr>
          <a:xfrm>
            <a:off x="7126363" y="323350"/>
            <a:ext cx="472725" cy="433300"/>
            <a:chOff x="1149725" y="1443925"/>
            <a:chExt cx="472725" cy="433300"/>
          </a:xfrm>
        </p:grpSpPr>
        <p:sp>
          <p:nvSpPr>
            <p:cNvPr id="1294" name="Google Shape;1294;p38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9" name="Google Shape;1299;p38"/>
          <p:cNvGrpSpPr/>
          <p:nvPr/>
        </p:nvGrpSpPr>
        <p:grpSpPr>
          <a:xfrm>
            <a:off x="3964425" y="1495225"/>
            <a:ext cx="296850" cy="390925"/>
            <a:chOff x="-2421200" y="-205225"/>
            <a:chExt cx="296850" cy="390925"/>
          </a:xfrm>
        </p:grpSpPr>
        <p:sp>
          <p:nvSpPr>
            <p:cNvPr id="1300" name="Google Shape;1300;p38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0" name="Google Shape;1310;p38"/>
          <p:cNvSpPr/>
          <p:nvPr/>
        </p:nvSpPr>
        <p:spPr>
          <a:xfrm rot="9196425">
            <a:off x="7344015" y="20280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8"/>
          <p:cNvSpPr/>
          <p:nvPr/>
        </p:nvSpPr>
        <p:spPr>
          <a:xfrm rot="9196425">
            <a:off x="4851165" y="43493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38"/>
          <p:cNvGrpSpPr/>
          <p:nvPr/>
        </p:nvGrpSpPr>
        <p:grpSpPr>
          <a:xfrm>
            <a:off x="7747044" y="4124329"/>
            <a:ext cx="290179" cy="294694"/>
            <a:chOff x="5015625" y="2751225"/>
            <a:chExt cx="404825" cy="411125"/>
          </a:xfrm>
        </p:grpSpPr>
        <p:sp>
          <p:nvSpPr>
            <p:cNvPr id="1313" name="Google Shape;1313;p38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6" name="Google Shape;1326;p38"/>
          <p:cNvSpPr/>
          <p:nvPr/>
        </p:nvSpPr>
        <p:spPr>
          <a:xfrm>
            <a:off x="8037231" y="12711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8"/>
          <p:cNvSpPr/>
          <p:nvPr/>
        </p:nvSpPr>
        <p:spPr>
          <a:xfrm>
            <a:off x="935256" y="2086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38"/>
          <p:cNvSpPr/>
          <p:nvPr/>
        </p:nvSpPr>
        <p:spPr>
          <a:xfrm>
            <a:off x="3165206" y="45701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8"/>
          <p:cNvSpPr/>
          <p:nvPr/>
        </p:nvSpPr>
        <p:spPr>
          <a:xfrm>
            <a:off x="4744781" y="6334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8"/>
          <p:cNvSpPr/>
          <p:nvPr/>
        </p:nvSpPr>
        <p:spPr>
          <a:xfrm rot="9196425">
            <a:off x="855815" y="42232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9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hacer el finde?</a:t>
            </a:r>
            <a:endParaRPr/>
          </a:p>
        </p:txBody>
      </p:sp>
      <p:graphicFrame>
        <p:nvGraphicFramePr>
          <p:cNvPr id="1336" name="Google Shape;1336;p39"/>
          <p:cNvGraphicFramePr/>
          <p:nvPr/>
        </p:nvGraphicFramePr>
        <p:xfrm>
          <a:off x="982947" y="15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67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Leer un libro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9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37" name="Google Shape;1337;p39"/>
          <p:cNvGraphicFramePr/>
          <p:nvPr/>
        </p:nvGraphicFramePr>
        <p:xfrm>
          <a:off x="4751722" y="155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67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11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12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13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14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15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16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17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18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19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8" name="Google Shape;1338;p39"/>
          <p:cNvSpPr/>
          <p:nvPr/>
        </p:nvSpPr>
        <p:spPr>
          <a:xfrm>
            <a:off x="4181978" y="1589781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39"/>
          <p:cNvSpPr/>
          <p:nvPr/>
        </p:nvSpPr>
        <p:spPr>
          <a:xfrm>
            <a:off x="4181978" y="1887314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39"/>
          <p:cNvSpPr/>
          <p:nvPr/>
        </p:nvSpPr>
        <p:spPr>
          <a:xfrm>
            <a:off x="4181978" y="2184848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39"/>
          <p:cNvSpPr/>
          <p:nvPr/>
        </p:nvSpPr>
        <p:spPr>
          <a:xfrm>
            <a:off x="4181978" y="2482382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39"/>
          <p:cNvSpPr/>
          <p:nvPr/>
        </p:nvSpPr>
        <p:spPr>
          <a:xfrm>
            <a:off x="4181978" y="2779916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39"/>
          <p:cNvSpPr/>
          <p:nvPr/>
        </p:nvSpPr>
        <p:spPr>
          <a:xfrm>
            <a:off x="4181978" y="3077450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39"/>
          <p:cNvSpPr/>
          <p:nvPr/>
        </p:nvSpPr>
        <p:spPr>
          <a:xfrm>
            <a:off x="4181978" y="3374983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39"/>
          <p:cNvSpPr/>
          <p:nvPr/>
        </p:nvSpPr>
        <p:spPr>
          <a:xfrm>
            <a:off x="4181978" y="3672517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39"/>
          <p:cNvSpPr/>
          <p:nvPr/>
        </p:nvSpPr>
        <p:spPr>
          <a:xfrm>
            <a:off x="4181978" y="3970051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9"/>
          <p:cNvSpPr/>
          <p:nvPr/>
        </p:nvSpPr>
        <p:spPr>
          <a:xfrm>
            <a:off x="4181978" y="4267585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9"/>
          <p:cNvSpPr/>
          <p:nvPr/>
        </p:nvSpPr>
        <p:spPr>
          <a:xfrm>
            <a:off x="7950753" y="1589781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39"/>
          <p:cNvSpPr/>
          <p:nvPr/>
        </p:nvSpPr>
        <p:spPr>
          <a:xfrm>
            <a:off x="7950753" y="1887314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39"/>
          <p:cNvSpPr/>
          <p:nvPr/>
        </p:nvSpPr>
        <p:spPr>
          <a:xfrm>
            <a:off x="7950753" y="2184848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9"/>
          <p:cNvSpPr/>
          <p:nvPr/>
        </p:nvSpPr>
        <p:spPr>
          <a:xfrm>
            <a:off x="7950753" y="2482382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9"/>
          <p:cNvSpPr/>
          <p:nvPr/>
        </p:nvSpPr>
        <p:spPr>
          <a:xfrm>
            <a:off x="7950753" y="2779916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39"/>
          <p:cNvSpPr/>
          <p:nvPr/>
        </p:nvSpPr>
        <p:spPr>
          <a:xfrm>
            <a:off x="7950753" y="3077450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39"/>
          <p:cNvSpPr/>
          <p:nvPr/>
        </p:nvSpPr>
        <p:spPr>
          <a:xfrm>
            <a:off x="7950753" y="3374983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39"/>
          <p:cNvSpPr/>
          <p:nvPr/>
        </p:nvSpPr>
        <p:spPr>
          <a:xfrm>
            <a:off x="7950753" y="3672517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39"/>
          <p:cNvSpPr/>
          <p:nvPr/>
        </p:nvSpPr>
        <p:spPr>
          <a:xfrm>
            <a:off x="7950753" y="3970051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39"/>
          <p:cNvSpPr/>
          <p:nvPr/>
        </p:nvSpPr>
        <p:spPr>
          <a:xfrm>
            <a:off x="7950753" y="4267585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8" name="Google Shape;1358;p39"/>
          <p:cNvGrpSpPr/>
          <p:nvPr/>
        </p:nvGrpSpPr>
        <p:grpSpPr>
          <a:xfrm>
            <a:off x="666250" y="4229700"/>
            <a:ext cx="431175" cy="484500"/>
            <a:chOff x="284200" y="742700"/>
            <a:chExt cx="431175" cy="484500"/>
          </a:xfrm>
        </p:grpSpPr>
        <p:sp>
          <p:nvSpPr>
            <p:cNvPr id="1359" name="Google Shape;1359;p39"/>
            <p:cNvSpPr/>
            <p:nvPr/>
          </p:nvSpPr>
          <p:spPr>
            <a:xfrm>
              <a:off x="284200" y="742700"/>
              <a:ext cx="431125" cy="484500"/>
            </a:xfrm>
            <a:custGeom>
              <a:avLst/>
              <a:gdLst/>
              <a:ahLst/>
              <a:cxnLst/>
              <a:rect l="l" t="t" r="r" b="b"/>
              <a:pathLst>
                <a:path w="17245" h="19380" extrusionOk="0">
                  <a:moveTo>
                    <a:pt x="4527" y="380"/>
                  </a:moveTo>
                  <a:cubicBezTo>
                    <a:pt x="4898" y="380"/>
                    <a:pt x="5264" y="446"/>
                    <a:pt x="5639" y="584"/>
                  </a:cubicBezTo>
                  <a:cubicBezTo>
                    <a:pt x="5041" y="2079"/>
                    <a:pt x="3383" y="2108"/>
                    <a:pt x="2010" y="2303"/>
                  </a:cubicBezTo>
                  <a:cubicBezTo>
                    <a:pt x="2002" y="2259"/>
                    <a:pt x="1960" y="2218"/>
                    <a:pt x="1911" y="2218"/>
                  </a:cubicBezTo>
                  <a:cubicBezTo>
                    <a:pt x="1907" y="2218"/>
                    <a:pt x="1903" y="2218"/>
                    <a:pt x="1900" y="2219"/>
                  </a:cubicBezTo>
                  <a:cubicBezTo>
                    <a:pt x="1499" y="1719"/>
                    <a:pt x="1558" y="1374"/>
                    <a:pt x="2068" y="1186"/>
                  </a:cubicBezTo>
                  <a:cubicBezTo>
                    <a:pt x="2153" y="1135"/>
                    <a:pt x="2238" y="1087"/>
                    <a:pt x="2321" y="1040"/>
                  </a:cubicBezTo>
                  <a:cubicBezTo>
                    <a:pt x="2690" y="826"/>
                    <a:pt x="3085" y="657"/>
                    <a:pt x="3493" y="540"/>
                  </a:cubicBezTo>
                  <a:cubicBezTo>
                    <a:pt x="3847" y="435"/>
                    <a:pt x="4189" y="380"/>
                    <a:pt x="4527" y="380"/>
                  </a:cubicBezTo>
                  <a:close/>
                  <a:moveTo>
                    <a:pt x="5572" y="1527"/>
                  </a:moveTo>
                  <a:cubicBezTo>
                    <a:pt x="5914" y="3255"/>
                    <a:pt x="6534" y="4930"/>
                    <a:pt x="7232" y="6539"/>
                  </a:cubicBezTo>
                  <a:cubicBezTo>
                    <a:pt x="7268" y="6620"/>
                    <a:pt x="7340" y="6654"/>
                    <a:pt x="7415" y="6654"/>
                  </a:cubicBezTo>
                  <a:cubicBezTo>
                    <a:pt x="7479" y="6654"/>
                    <a:pt x="7545" y="6630"/>
                    <a:pt x="7596" y="6590"/>
                  </a:cubicBezTo>
                  <a:cubicBezTo>
                    <a:pt x="7621" y="6615"/>
                    <a:pt x="7655" y="6640"/>
                    <a:pt x="7703" y="6656"/>
                  </a:cubicBezTo>
                  <a:cubicBezTo>
                    <a:pt x="10146" y="7471"/>
                    <a:pt x="13275" y="8638"/>
                    <a:pt x="15133" y="10534"/>
                  </a:cubicBezTo>
                  <a:cubicBezTo>
                    <a:pt x="17245" y="12690"/>
                    <a:pt x="14554" y="13961"/>
                    <a:pt x="12820" y="14876"/>
                  </a:cubicBezTo>
                  <a:cubicBezTo>
                    <a:pt x="11625" y="15508"/>
                    <a:pt x="10406" y="16099"/>
                    <a:pt x="9172" y="16650"/>
                  </a:cubicBezTo>
                  <a:cubicBezTo>
                    <a:pt x="8153" y="17103"/>
                    <a:pt x="4906" y="18692"/>
                    <a:pt x="2789" y="18692"/>
                  </a:cubicBezTo>
                  <a:cubicBezTo>
                    <a:pt x="1434" y="18692"/>
                    <a:pt x="542" y="18041"/>
                    <a:pt x="993" y="16026"/>
                  </a:cubicBezTo>
                  <a:cubicBezTo>
                    <a:pt x="1602" y="13286"/>
                    <a:pt x="3000" y="10701"/>
                    <a:pt x="3780" y="7996"/>
                  </a:cubicBezTo>
                  <a:cubicBezTo>
                    <a:pt x="3794" y="7937"/>
                    <a:pt x="3772" y="7886"/>
                    <a:pt x="3736" y="7845"/>
                  </a:cubicBezTo>
                  <a:cubicBezTo>
                    <a:pt x="3780" y="7806"/>
                    <a:pt x="3813" y="7743"/>
                    <a:pt x="3799" y="7661"/>
                  </a:cubicBezTo>
                  <a:cubicBezTo>
                    <a:pt x="3537" y="5942"/>
                    <a:pt x="2934" y="4147"/>
                    <a:pt x="2153" y="2589"/>
                  </a:cubicBezTo>
                  <a:lnTo>
                    <a:pt x="2153" y="2589"/>
                  </a:lnTo>
                  <a:cubicBezTo>
                    <a:pt x="2309" y="2609"/>
                    <a:pt x="2476" y="2620"/>
                    <a:pt x="2651" y="2620"/>
                  </a:cubicBezTo>
                  <a:cubicBezTo>
                    <a:pt x="3664" y="2620"/>
                    <a:pt x="4917" y="2271"/>
                    <a:pt x="5572" y="1527"/>
                  </a:cubicBezTo>
                  <a:close/>
                  <a:moveTo>
                    <a:pt x="4507" y="0"/>
                  </a:moveTo>
                  <a:cubicBezTo>
                    <a:pt x="3480" y="0"/>
                    <a:pt x="2423" y="393"/>
                    <a:pt x="1638" y="1021"/>
                  </a:cubicBezTo>
                  <a:cubicBezTo>
                    <a:pt x="1331" y="1267"/>
                    <a:pt x="1011" y="1641"/>
                    <a:pt x="1176" y="2064"/>
                  </a:cubicBezTo>
                  <a:cubicBezTo>
                    <a:pt x="1278" y="2323"/>
                    <a:pt x="1467" y="2449"/>
                    <a:pt x="1684" y="2449"/>
                  </a:cubicBezTo>
                  <a:cubicBezTo>
                    <a:pt x="1732" y="2449"/>
                    <a:pt x="1780" y="2443"/>
                    <a:pt x="1830" y="2431"/>
                  </a:cubicBezTo>
                  <a:cubicBezTo>
                    <a:pt x="1833" y="2487"/>
                    <a:pt x="1862" y="2538"/>
                    <a:pt x="1917" y="2553"/>
                  </a:cubicBezTo>
                  <a:cubicBezTo>
                    <a:pt x="1913" y="2567"/>
                    <a:pt x="1910" y="2579"/>
                    <a:pt x="1910" y="2594"/>
                  </a:cubicBezTo>
                  <a:lnTo>
                    <a:pt x="1910" y="2611"/>
                  </a:lnTo>
                  <a:cubicBezTo>
                    <a:pt x="2425" y="4327"/>
                    <a:pt x="2909" y="6053"/>
                    <a:pt x="3420" y="7768"/>
                  </a:cubicBezTo>
                  <a:cubicBezTo>
                    <a:pt x="3434" y="7809"/>
                    <a:pt x="3456" y="7838"/>
                    <a:pt x="3481" y="7860"/>
                  </a:cubicBezTo>
                  <a:cubicBezTo>
                    <a:pt x="3478" y="7864"/>
                    <a:pt x="3478" y="7867"/>
                    <a:pt x="3474" y="7870"/>
                  </a:cubicBezTo>
                  <a:cubicBezTo>
                    <a:pt x="2552" y="9943"/>
                    <a:pt x="1837" y="12121"/>
                    <a:pt x="1066" y="14256"/>
                  </a:cubicBezTo>
                  <a:cubicBezTo>
                    <a:pt x="653" y="15391"/>
                    <a:pt x="0" y="16871"/>
                    <a:pt x="570" y="18075"/>
                  </a:cubicBezTo>
                  <a:cubicBezTo>
                    <a:pt x="1025" y="19037"/>
                    <a:pt x="1865" y="19379"/>
                    <a:pt x="2849" y="19379"/>
                  </a:cubicBezTo>
                  <a:cubicBezTo>
                    <a:pt x="4798" y="19379"/>
                    <a:pt x="7311" y="18037"/>
                    <a:pt x="8515" y="17525"/>
                  </a:cubicBezTo>
                  <a:cubicBezTo>
                    <a:pt x="10604" y="16636"/>
                    <a:pt x="12794" y="15702"/>
                    <a:pt x="14700" y="14457"/>
                  </a:cubicBezTo>
                  <a:cubicBezTo>
                    <a:pt x="15600" y="13869"/>
                    <a:pt x="17014" y="12787"/>
                    <a:pt x="16745" y="11530"/>
                  </a:cubicBezTo>
                  <a:cubicBezTo>
                    <a:pt x="16486" y="10325"/>
                    <a:pt x="14372" y="9248"/>
                    <a:pt x="13448" y="8676"/>
                  </a:cubicBezTo>
                  <a:cubicBezTo>
                    <a:pt x="11697" y="7582"/>
                    <a:pt x="9814" y="6748"/>
                    <a:pt x="7842" y="6141"/>
                  </a:cubicBezTo>
                  <a:cubicBezTo>
                    <a:pt x="7814" y="6132"/>
                    <a:pt x="7788" y="6128"/>
                    <a:pt x="7763" y="6128"/>
                  </a:cubicBezTo>
                  <a:cubicBezTo>
                    <a:pt x="7696" y="6128"/>
                    <a:pt x="7640" y="6157"/>
                    <a:pt x="7601" y="6201"/>
                  </a:cubicBezTo>
                  <a:cubicBezTo>
                    <a:pt x="6943" y="4558"/>
                    <a:pt x="6395" y="2886"/>
                    <a:pt x="5785" y="1230"/>
                  </a:cubicBezTo>
                  <a:cubicBezTo>
                    <a:pt x="5895" y="1043"/>
                    <a:pt x="5977" y="834"/>
                    <a:pt x="6002" y="603"/>
                  </a:cubicBezTo>
                  <a:cubicBezTo>
                    <a:pt x="6009" y="559"/>
                    <a:pt x="5999" y="521"/>
                    <a:pt x="5977" y="496"/>
                  </a:cubicBezTo>
                  <a:cubicBezTo>
                    <a:pt x="6006" y="411"/>
                    <a:pt x="5990" y="316"/>
                    <a:pt x="5900" y="275"/>
                  </a:cubicBezTo>
                  <a:cubicBezTo>
                    <a:pt x="5463" y="86"/>
                    <a:pt x="4988" y="0"/>
                    <a:pt x="4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300075" y="953375"/>
              <a:ext cx="387025" cy="249050"/>
            </a:xfrm>
            <a:custGeom>
              <a:avLst/>
              <a:gdLst/>
              <a:ahLst/>
              <a:cxnLst/>
              <a:rect l="l" t="t" r="r" b="b"/>
              <a:pathLst>
                <a:path w="15481" h="9962" extrusionOk="0">
                  <a:moveTo>
                    <a:pt x="10418" y="495"/>
                  </a:moveTo>
                  <a:cubicBezTo>
                    <a:pt x="11186" y="884"/>
                    <a:pt x="11938" y="1292"/>
                    <a:pt x="12659" y="1769"/>
                  </a:cubicBezTo>
                  <a:cubicBezTo>
                    <a:pt x="13144" y="2082"/>
                    <a:pt x="13610" y="2420"/>
                    <a:pt x="14055" y="2787"/>
                  </a:cubicBezTo>
                  <a:cubicBezTo>
                    <a:pt x="14165" y="4064"/>
                    <a:pt x="13746" y="4902"/>
                    <a:pt x="12791" y="5292"/>
                  </a:cubicBezTo>
                  <a:cubicBezTo>
                    <a:pt x="11520" y="6166"/>
                    <a:pt x="9912" y="6753"/>
                    <a:pt x="8505" y="7370"/>
                  </a:cubicBezTo>
                  <a:lnTo>
                    <a:pt x="8505" y="7372"/>
                  </a:lnTo>
                  <a:cubicBezTo>
                    <a:pt x="7163" y="7963"/>
                    <a:pt x="5011" y="9237"/>
                    <a:pt x="3490" y="9336"/>
                  </a:cubicBezTo>
                  <a:cubicBezTo>
                    <a:pt x="3393" y="9342"/>
                    <a:pt x="3301" y="9345"/>
                    <a:pt x="3213" y="9345"/>
                  </a:cubicBezTo>
                  <a:cubicBezTo>
                    <a:pt x="118" y="9345"/>
                    <a:pt x="2485" y="5450"/>
                    <a:pt x="3060" y="3988"/>
                  </a:cubicBezTo>
                  <a:cubicBezTo>
                    <a:pt x="3072" y="3959"/>
                    <a:pt x="3067" y="3937"/>
                    <a:pt x="3057" y="3915"/>
                  </a:cubicBezTo>
                  <a:lnTo>
                    <a:pt x="3057" y="3915"/>
                  </a:lnTo>
                  <a:cubicBezTo>
                    <a:pt x="3059" y="3915"/>
                    <a:pt x="3062" y="3916"/>
                    <a:pt x="3064" y="3918"/>
                  </a:cubicBezTo>
                  <a:cubicBezTo>
                    <a:pt x="3841" y="4170"/>
                    <a:pt x="4682" y="4393"/>
                    <a:pt x="5506" y="4393"/>
                  </a:cubicBezTo>
                  <a:cubicBezTo>
                    <a:pt x="6108" y="4393"/>
                    <a:pt x="6700" y="4274"/>
                    <a:pt x="7251" y="3962"/>
                  </a:cubicBezTo>
                  <a:cubicBezTo>
                    <a:pt x="7707" y="3706"/>
                    <a:pt x="8063" y="3356"/>
                    <a:pt x="8395" y="2955"/>
                  </a:cubicBezTo>
                  <a:cubicBezTo>
                    <a:pt x="8967" y="2253"/>
                    <a:pt x="9416" y="862"/>
                    <a:pt x="10333" y="546"/>
                  </a:cubicBezTo>
                  <a:cubicBezTo>
                    <a:pt x="10367" y="531"/>
                    <a:pt x="10396" y="512"/>
                    <a:pt x="10418" y="495"/>
                  </a:cubicBezTo>
                  <a:close/>
                  <a:moveTo>
                    <a:pt x="10493" y="0"/>
                  </a:moveTo>
                  <a:cubicBezTo>
                    <a:pt x="10427" y="0"/>
                    <a:pt x="10367" y="29"/>
                    <a:pt x="10319" y="72"/>
                  </a:cubicBezTo>
                  <a:cubicBezTo>
                    <a:pt x="10306" y="69"/>
                    <a:pt x="10292" y="68"/>
                    <a:pt x="10277" y="68"/>
                  </a:cubicBezTo>
                  <a:cubicBezTo>
                    <a:pt x="10255" y="68"/>
                    <a:pt x="10232" y="71"/>
                    <a:pt x="10205" y="80"/>
                  </a:cubicBezTo>
                  <a:cubicBezTo>
                    <a:pt x="9320" y="371"/>
                    <a:pt x="9018" y="1101"/>
                    <a:pt x="8553" y="1857"/>
                  </a:cubicBezTo>
                  <a:cubicBezTo>
                    <a:pt x="8045" y="2685"/>
                    <a:pt x="7402" y="3495"/>
                    <a:pt x="6439" y="3801"/>
                  </a:cubicBezTo>
                  <a:cubicBezTo>
                    <a:pt x="6095" y="3909"/>
                    <a:pt x="5740" y="3950"/>
                    <a:pt x="5381" y="3950"/>
                  </a:cubicBezTo>
                  <a:cubicBezTo>
                    <a:pt x="4628" y="3950"/>
                    <a:pt x="3857" y="3768"/>
                    <a:pt x="3142" y="3639"/>
                  </a:cubicBezTo>
                  <a:cubicBezTo>
                    <a:pt x="3130" y="3637"/>
                    <a:pt x="3120" y="3636"/>
                    <a:pt x="3109" y="3636"/>
                  </a:cubicBezTo>
                  <a:cubicBezTo>
                    <a:pt x="2991" y="3636"/>
                    <a:pt x="2932" y="3761"/>
                    <a:pt x="2975" y="3845"/>
                  </a:cubicBezTo>
                  <a:cubicBezTo>
                    <a:pt x="2965" y="3843"/>
                    <a:pt x="2953" y="3841"/>
                    <a:pt x="2942" y="3841"/>
                  </a:cubicBezTo>
                  <a:cubicBezTo>
                    <a:pt x="2903" y="3841"/>
                    <a:pt x="2864" y="3856"/>
                    <a:pt x="2845" y="3896"/>
                  </a:cubicBezTo>
                  <a:cubicBezTo>
                    <a:pt x="2153" y="5163"/>
                    <a:pt x="1" y="8235"/>
                    <a:pt x="1621" y="9616"/>
                  </a:cubicBezTo>
                  <a:cubicBezTo>
                    <a:pt x="1922" y="9874"/>
                    <a:pt x="2234" y="9961"/>
                    <a:pt x="2557" y="9961"/>
                  </a:cubicBezTo>
                  <a:cubicBezTo>
                    <a:pt x="2897" y="9961"/>
                    <a:pt x="3249" y="9864"/>
                    <a:pt x="3612" y="9767"/>
                  </a:cubicBezTo>
                  <a:cubicBezTo>
                    <a:pt x="5140" y="9354"/>
                    <a:pt x="6641" y="8690"/>
                    <a:pt x="8097" y="8077"/>
                  </a:cubicBezTo>
                  <a:cubicBezTo>
                    <a:pt x="9570" y="7452"/>
                    <a:pt x="11021" y="6775"/>
                    <a:pt x="12438" y="6035"/>
                  </a:cubicBezTo>
                  <a:cubicBezTo>
                    <a:pt x="13272" y="5596"/>
                    <a:pt x="14422" y="5122"/>
                    <a:pt x="14760" y="4139"/>
                  </a:cubicBezTo>
                  <a:cubicBezTo>
                    <a:pt x="15480" y="2049"/>
                    <a:pt x="11964" y="719"/>
                    <a:pt x="10605" y="28"/>
                  </a:cubicBezTo>
                  <a:cubicBezTo>
                    <a:pt x="10566" y="9"/>
                    <a:pt x="10529" y="0"/>
                    <a:pt x="10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297750" y="780875"/>
              <a:ext cx="417625" cy="429125"/>
            </a:xfrm>
            <a:custGeom>
              <a:avLst/>
              <a:gdLst/>
              <a:ahLst/>
              <a:cxnLst/>
              <a:rect l="l" t="t" r="r" b="b"/>
              <a:pathLst>
                <a:path w="16705" h="17165" extrusionOk="0">
                  <a:moveTo>
                    <a:pt x="5382" y="4727"/>
                  </a:moveTo>
                  <a:cubicBezTo>
                    <a:pt x="5460" y="4727"/>
                    <a:pt x="5541" y="4744"/>
                    <a:pt x="5618" y="4779"/>
                  </a:cubicBezTo>
                  <a:cubicBezTo>
                    <a:pt x="5652" y="4794"/>
                    <a:pt x="5659" y="4823"/>
                    <a:pt x="5652" y="4854"/>
                  </a:cubicBezTo>
                  <a:cubicBezTo>
                    <a:pt x="5909" y="4981"/>
                    <a:pt x="6029" y="5287"/>
                    <a:pt x="5956" y="5565"/>
                  </a:cubicBezTo>
                  <a:cubicBezTo>
                    <a:pt x="5887" y="5831"/>
                    <a:pt x="5657" y="5982"/>
                    <a:pt x="5406" y="5982"/>
                  </a:cubicBezTo>
                  <a:cubicBezTo>
                    <a:pt x="5338" y="5982"/>
                    <a:pt x="5269" y="5970"/>
                    <a:pt x="5200" y="5948"/>
                  </a:cubicBezTo>
                  <a:cubicBezTo>
                    <a:pt x="4862" y="5837"/>
                    <a:pt x="4645" y="5477"/>
                    <a:pt x="4793" y="5132"/>
                  </a:cubicBezTo>
                  <a:cubicBezTo>
                    <a:pt x="4896" y="4890"/>
                    <a:pt x="5132" y="4727"/>
                    <a:pt x="5382" y="4727"/>
                  </a:cubicBezTo>
                  <a:close/>
                  <a:moveTo>
                    <a:pt x="5068" y="7475"/>
                  </a:moveTo>
                  <a:cubicBezTo>
                    <a:pt x="5470" y="7475"/>
                    <a:pt x="5842" y="7772"/>
                    <a:pt x="5919" y="8199"/>
                  </a:cubicBezTo>
                  <a:cubicBezTo>
                    <a:pt x="6007" y="8703"/>
                    <a:pt x="5669" y="9146"/>
                    <a:pt x="5170" y="9216"/>
                  </a:cubicBezTo>
                  <a:cubicBezTo>
                    <a:pt x="5124" y="9223"/>
                    <a:pt x="5079" y="9226"/>
                    <a:pt x="5033" y="9226"/>
                  </a:cubicBezTo>
                  <a:cubicBezTo>
                    <a:pt x="4632" y="9226"/>
                    <a:pt x="4258" y="8968"/>
                    <a:pt x="4215" y="8542"/>
                  </a:cubicBezTo>
                  <a:cubicBezTo>
                    <a:pt x="4178" y="8182"/>
                    <a:pt x="4373" y="7835"/>
                    <a:pt x="4686" y="7689"/>
                  </a:cubicBezTo>
                  <a:cubicBezTo>
                    <a:pt x="4657" y="7641"/>
                    <a:pt x="4657" y="7578"/>
                    <a:pt x="4726" y="7550"/>
                  </a:cubicBezTo>
                  <a:cubicBezTo>
                    <a:pt x="4839" y="7498"/>
                    <a:pt x="4955" y="7475"/>
                    <a:pt x="5068" y="7475"/>
                  </a:cubicBezTo>
                  <a:close/>
                  <a:moveTo>
                    <a:pt x="10585" y="6900"/>
                  </a:moveTo>
                  <a:cubicBezTo>
                    <a:pt x="10621" y="6900"/>
                    <a:pt x="10659" y="6909"/>
                    <a:pt x="10698" y="6928"/>
                  </a:cubicBezTo>
                  <a:cubicBezTo>
                    <a:pt x="12057" y="7619"/>
                    <a:pt x="15573" y="8949"/>
                    <a:pt x="14853" y="11039"/>
                  </a:cubicBezTo>
                  <a:cubicBezTo>
                    <a:pt x="14515" y="12022"/>
                    <a:pt x="13365" y="12496"/>
                    <a:pt x="12531" y="12935"/>
                  </a:cubicBezTo>
                  <a:cubicBezTo>
                    <a:pt x="11114" y="13675"/>
                    <a:pt x="9663" y="14352"/>
                    <a:pt x="8190" y="14977"/>
                  </a:cubicBezTo>
                  <a:cubicBezTo>
                    <a:pt x="6734" y="15590"/>
                    <a:pt x="5233" y="16254"/>
                    <a:pt x="3705" y="16667"/>
                  </a:cubicBezTo>
                  <a:cubicBezTo>
                    <a:pt x="3342" y="16764"/>
                    <a:pt x="2990" y="16861"/>
                    <a:pt x="2650" y="16861"/>
                  </a:cubicBezTo>
                  <a:cubicBezTo>
                    <a:pt x="2327" y="16861"/>
                    <a:pt x="2014" y="16774"/>
                    <a:pt x="1713" y="16516"/>
                  </a:cubicBezTo>
                  <a:cubicBezTo>
                    <a:pt x="94" y="15135"/>
                    <a:pt x="2246" y="12063"/>
                    <a:pt x="2938" y="10796"/>
                  </a:cubicBezTo>
                  <a:cubicBezTo>
                    <a:pt x="2957" y="10756"/>
                    <a:pt x="2996" y="10741"/>
                    <a:pt x="3035" y="10741"/>
                  </a:cubicBezTo>
                  <a:cubicBezTo>
                    <a:pt x="3046" y="10741"/>
                    <a:pt x="3058" y="10743"/>
                    <a:pt x="3068" y="10745"/>
                  </a:cubicBezTo>
                  <a:cubicBezTo>
                    <a:pt x="3025" y="10661"/>
                    <a:pt x="3083" y="10536"/>
                    <a:pt x="3202" y="10536"/>
                  </a:cubicBezTo>
                  <a:cubicBezTo>
                    <a:pt x="3212" y="10536"/>
                    <a:pt x="3223" y="10537"/>
                    <a:pt x="3235" y="10539"/>
                  </a:cubicBezTo>
                  <a:cubicBezTo>
                    <a:pt x="3950" y="10668"/>
                    <a:pt x="4721" y="10850"/>
                    <a:pt x="5474" y="10850"/>
                  </a:cubicBezTo>
                  <a:cubicBezTo>
                    <a:pt x="5833" y="10850"/>
                    <a:pt x="6188" y="10809"/>
                    <a:pt x="6532" y="10701"/>
                  </a:cubicBezTo>
                  <a:cubicBezTo>
                    <a:pt x="7495" y="10395"/>
                    <a:pt x="8138" y="9585"/>
                    <a:pt x="8646" y="8757"/>
                  </a:cubicBezTo>
                  <a:cubicBezTo>
                    <a:pt x="9111" y="8001"/>
                    <a:pt x="9412" y="7269"/>
                    <a:pt x="10298" y="6980"/>
                  </a:cubicBezTo>
                  <a:cubicBezTo>
                    <a:pt x="10325" y="6971"/>
                    <a:pt x="10348" y="6968"/>
                    <a:pt x="10370" y="6968"/>
                  </a:cubicBezTo>
                  <a:cubicBezTo>
                    <a:pt x="10385" y="6968"/>
                    <a:pt x="10399" y="6969"/>
                    <a:pt x="10412" y="6972"/>
                  </a:cubicBezTo>
                  <a:cubicBezTo>
                    <a:pt x="10460" y="6929"/>
                    <a:pt x="10519" y="6900"/>
                    <a:pt x="10585" y="6900"/>
                  </a:cubicBezTo>
                  <a:close/>
                  <a:moveTo>
                    <a:pt x="5030" y="0"/>
                  </a:moveTo>
                  <a:cubicBezTo>
                    <a:pt x="4375" y="744"/>
                    <a:pt x="3122" y="1093"/>
                    <a:pt x="2109" y="1093"/>
                  </a:cubicBezTo>
                  <a:cubicBezTo>
                    <a:pt x="1934" y="1093"/>
                    <a:pt x="1767" y="1082"/>
                    <a:pt x="1611" y="1062"/>
                  </a:cubicBezTo>
                  <a:lnTo>
                    <a:pt x="1611" y="1062"/>
                  </a:lnTo>
                  <a:cubicBezTo>
                    <a:pt x="2392" y="2620"/>
                    <a:pt x="2995" y="4415"/>
                    <a:pt x="3257" y="6134"/>
                  </a:cubicBezTo>
                  <a:cubicBezTo>
                    <a:pt x="3271" y="6216"/>
                    <a:pt x="3238" y="6279"/>
                    <a:pt x="3194" y="6320"/>
                  </a:cubicBezTo>
                  <a:cubicBezTo>
                    <a:pt x="3231" y="6359"/>
                    <a:pt x="3254" y="6411"/>
                    <a:pt x="3238" y="6469"/>
                  </a:cubicBezTo>
                  <a:cubicBezTo>
                    <a:pt x="2460" y="9174"/>
                    <a:pt x="1060" y="11759"/>
                    <a:pt x="451" y="14499"/>
                  </a:cubicBezTo>
                  <a:cubicBezTo>
                    <a:pt x="0" y="16514"/>
                    <a:pt x="892" y="17165"/>
                    <a:pt x="2247" y="17165"/>
                  </a:cubicBezTo>
                  <a:cubicBezTo>
                    <a:pt x="4364" y="17165"/>
                    <a:pt x="7611" y="15576"/>
                    <a:pt x="8630" y="15125"/>
                  </a:cubicBezTo>
                  <a:cubicBezTo>
                    <a:pt x="9865" y="14572"/>
                    <a:pt x="11085" y="13981"/>
                    <a:pt x="12278" y="13349"/>
                  </a:cubicBezTo>
                  <a:cubicBezTo>
                    <a:pt x="14012" y="12435"/>
                    <a:pt x="16705" y="11165"/>
                    <a:pt x="14593" y="9007"/>
                  </a:cubicBezTo>
                  <a:cubicBezTo>
                    <a:pt x="12733" y="7113"/>
                    <a:pt x="9604" y="5944"/>
                    <a:pt x="7161" y="5129"/>
                  </a:cubicBezTo>
                  <a:cubicBezTo>
                    <a:pt x="7113" y="5113"/>
                    <a:pt x="7081" y="5088"/>
                    <a:pt x="7054" y="5063"/>
                  </a:cubicBezTo>
                  <a:cubicBezTo>
                    <a:pt x="7004" y="5103"/>
                    <a:pt x="6938" y="5127"/>
                    <a:pt x="6874" y="5127"/>
                  </a:cubicBezTo>
                  <a:cubicBezTo>
                    <a:pt x="6798" y="5127"/>
                    <a:pt x="6726" y="5093"/>
                    <a:pt x="6690" y="5012"/>
                  </a:cubicBezTo>
                  <a:cubicBezTo>
                    <a:pt x="5992" y="3403"/>
                    <a:pt x="5372" y="1728"/>
                    <a:pt x="5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303000" y="965725"/>
              <a:ext cx="351225" cy="221300"/>
            </a:xfrm>
            <a:custGeom>
              <a:avLst/>
              <a:gdLst/>
              <a:ahLst/>
              <a:cxnLst/>
              <a:rect l="l" t="t" r="r" b="b"/>
              <a:pathLst>
                <a:path w="14049" h="8852" extrusionOk="0">
                  <a:moveTo>
                    <a:pt x="10301" y="1"/>
                  </a:moveTo>
                  <a:cubicBezTo>
                    <a:pt x="10279" y="20"/>
                    <a:pt x="10250" y="37"/>
                    <a:pt x="10216" y="52"/>
                  </a:cubicBezTo>
                  <a:cubicBezTo>
                    <a:pt x="9299" y="368"/>
                    <a:pt x="8850" y="1761"/>
                    <a:pt x="8278" y="2463"/>
                  </a:cubicBezTo>
                  <a:cubicBezTo>
                    <a:pt x="7946" y="2862"/>
                    <a:pt x="7590" y="3212"/>
                    <a:pt x="7134" y="3468"/>
                  </a:cubicBezTo>
                  <a:cubicBezTo>
                    <a:pt x="6582" y="3780"/>
                    <a:pt x="5990" y="3899"/>
                    <a:pt x="5388" y="3899"/>
                  </a:cubicBezTo>
                  <a:cubicBezTo>
                    <a:pt x="4565" y="3899"/>
                    <a:pt x="3724" y="3676"/>
                    <a:pt x="2947" y="3424"/>
                  </a:cubicBezTo>
                  <a:cubicBezTo>
                    <a:pt x="2945" y="3422"/>
                    <a:pt x="2942" y="3421"/>
                    <a:pt x="2940" y="3421"/>
                  </a:cubicBezTo>
                  <a:lnTo>
                    <a:pt x="2940" y="3421"/>
                  </a:lnTo>
                  <a:cubicBezTo>
                    <a:pt x="2950" y="3443"/>
                    <a:pt x="2953" y="3465"/>
                    <a:pt x="2943" y="3494"/>
                  </a:cubicBezTo>
                  <a:cubicBezTo>
                    <a:pt x="2368" y="4956"/>
                    <a:pt x="1" y="8851"/>
                    <a:pt x="3096" y="8851"/>
                  </a:cubicBezTo>
                  <a:cubicBezTo>
                    <a:pt x="3184" y="8851"/>
                    <a:pt x="3276" y="8848"/>
                    <a:pt x="3373" y="8842"/>
                  </a:cubicBezTo>
                  <a:cubicBezTo>
                    <a:pt x="4894" y="8743"/>
                    <a:pt x="7046" y="7469"/>
                    <a:pt x="8386" y="6878"/>
                  </a:cubicBezTo>
                  <a:cubicBezTo>
                    <a:pt x="9795" y="6261"/>
                    <a:pt x="11403" y="5673"/>
                    <a:pt x="12674" y="4798"/>
                  </a:cubicBezTo>
                  <a:cubicBezTo>
                    <a:pt x="13629" y="4409"/>
                    <a:pt x="14048" y="3572"/>
                    <a:pt x="13938" y="2293"/>
                  </a:cubicBezTo>
                  <a:cubicBezTo>
                    <a:pt x="13493" y="1926"/>
                    <a:pt x="13026" y="1588"/>
                    <a:pt x="12542" y="1275"/>
                  </a:cubicBezTo>
                  <a:cubicBezTo>
                    <a:pt x="11821" y="798"/>
                    <a:pt x="11069" y="390"/>
                    <a:pt x="10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413850" y="899075"/>
              <a:ext cx="34650" cy="31350"/>
            </a:xfrm>
            <a:custGeom>
              <a:avLst/>
              <a:gdLst/>
              <a:ahLst/>
              <a:cxnLst/>
              <a:rect l="l" t="t" r="r" b="b"/>
              <a:pathLst>
                <a:path w="1386" h="1254" extrusionOk="0">
                  <a:moveTo>
                    <a:pt x="776" y="211"/>
                  </a:moveTo>
                  <a:cubicBezTo>
                    <a:pt x="776" y="258"/>
                    <a:pt x="801" y="309"/>
                    <a:pt x="860" y="331"/>
                  </a:cubicBezTo>
                  <a:cubicBezTo>
                    <a:pt x="1186" y="461"/>
                    <a:pt x="1084" y="975"/>
                    <a:pt x="763" y="975"/>
                  </a:cubicBezTo>
                  <a:cubicBezTo>
                    <a:pt x="722" y="975"/>
                    <a:pt x="677" y="966"/>
                    <a:pt x="629" y="948"/>
                  </a:cubicBezTo>
                  <a:cubicBezTo>
                    <a:pt x="446" y="878"/>
                    <a:pt x="327" y="688"/>
                    <a:pt x="405" y="496"/>
                  </a:cubicBezTo>
                  <a:cubicBezTo>
                    <a:pt x="466" y="341"/>
                    <a:pt x="614" y="243"/>
                    <a:pt x="776" y="211"/>
                  </a:cubicBezTo>
                  <a:close/>
                  <a:moveTo>
                    <a:pt x="736" y="0"/>
                  </a:moveTo>
                  <a:cubicBezTo>
                    <a:pt x="487" y="0"/>
                    <a:pt x="250" y="162"/>
                    <a:pt x="147" y="404"/>
                  </a:cubicBezTo>
                  <a:cubicBezTo>
                    <a:pt x="1" y="749"/>
                    <a:pt x="218" y="1109"/>
                    <a:pt x="555" y="1220"/>
                  </a:cubicBezTo>
                  <a:cubicBezTo>
                    <a:pt x="623" y="1242"/>
                    <a:pt x="693" y="1254"/>
                    <a:pt x="761" y="1254"/>
                  </a:cubicBezTo>
                  <a:cubicBezTo>
                    <a:pt x="1013" y="1254"/>
                    <a:pt x="1243" y="1103"/>
                    <a:pt x="1312" y="837"/>
                  </a:cubicBezTo>
                  <a:cubicBezTo>
                    <a:pt x="1385" y="559"/>
                    <a:pt x="1265" y="255"/>
                    <a:pt x="1007" y="126"/>
                  </a:cubicBezTo>
                  <a:cubicBezTo>
                    <a:pt x="1015" y="97"/>
                    <a:pt x="1007" y="66"/>
                    <a:pt x="974" y="53"/>
                  </a:cubicBezTo>
                  <a:cubicBezTo>
                    <a:pt x="896" y="17"/>
                    <a:pt x="815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9"/>
            <p:cNvSpPr/>
            <p:nvPr/>
          </p:nvSpPr>
          <p:spPr>
            <a:xfrm>
              <a:off x="402175" y="967725"/>
              <a:ext cx="45775" cy="43825"/>
            </a:xfrm>
            <a:custGeom>
              <a:avLst/>
              <a:gdLst/>
              <a:ahLst/>
              <a:cxnLst/>
              <a:rect l="l" t="t" r="r" b="b"/>
              <a:pathLst>
                <a:path w="1831" h="1753" extrusionOk="0">
                  <a:moveTo>
                    <a:pt x="828" y="278"/>
                  </a:moveTo>
                  <a:cubicBezTo>
                    <a:pt x="1163" y="307"/>
                    <a:pt x="1457" y="527"/>
                    <a:pt x="1448" y="905"/>
                  </a:cubicBezTo>
                  <a:cubicBezTo>
                    <a:pt x="1438" y="1224"/>
                    <a:pt x="1192" y="1438"/>
                    <a:pt x="882" y="1457"/>
                  </a:cubicBezTo>
                  <a:cubicBezTo>
                    <a:pt x="867" y="1458"/>
                    <a:pt x="852" y="1458"/>
                    <a:pt x="838" y="1458"/>
                  </a:cubicBezTo>
                  <a:cubicBezTo>
                    <a:pt x="180" y="1458"/>
                    <a:pt x="159" y="505"/>
                    <a:pt x="765" y="351"/>
                  </a:cubicBezTo>
                  <a:cubicBezTo>
                    <a:pt x="803" y="339"/>
                    <a:pt x="816" y="310"/>
                    <a:pt x="828" y="278"/>
                  </a:cubicBezTo>
                  <a:close/>
                  <a:moveTo>
                    <a:pt x="891" y="1"/>
                  </a:moveTo>
                  <a:cubicBezTo>
                    <a:pt x="778" y="1"/>
                    <a:pt x="662" y="24"/>
                    <a:pt x="549" y="76"/>
                  </a:cubicBezTo>
                  <a:cubicBezTo>
                    <a:pt x="478" y="104"/>
                    <a:pt x="478" y="167"/>
                    <a:pt x="509" y="215"/>
                  </a:cubicBezTo>
                  <a:cubicBezTo>
                    <a:pt x="196" y="361"/>
                    <a:pt x="1" y="708"/>
                    <a:pt x="38" y="1068"/>
                  </a:cubicBezTo>
                  <a:cubicBezTo>
                    <a:pt x="81" y="1492"/>
                    <a:pt x="456" y="1752"/>
                    <a:pt x="857" y="1752"/>
                  </a:cubicBezTo>
                  <a:cubicBezTo>
                    <a:pt x="902" y="1752"/>
                    <a:pt x="947" y="1749"/>
                    <a:pt x="993" y="1742"/>
                  </a:cubicBezTo>
                  <a:cubicBezTo>
                    <a:pt x="1492" y="1672"/>
                    <a:pt x="1830" y="1229"/>
                    <a:pt x="1742" y="725"/>
                  </a:cubicBezTo>
                  <a:cubicBezTo>
                    <a:pt x="1665" y="298"/>
                    <a:pt x="129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9"/>
            <p:cNvSpPr/>
            <p:nvPr/>
          </p:nvSpPr>
          <p:spPr>
            <a:xfrm>
              <a:off x="406125" y="974650"/>
              <a:ext cx="32475" cy="29550"/>
            </a:xfrm>
            <a:custGeom>
              <a:avLst/>
              <a:gdLst/>
              <a:ahLst/>
              <a:cxnLst/>
              <a:rect l="l" t="t" r="r" b="b"/>
              <a:pathLst>
                <a:path w="1299" h="1182" extrusionOk="0">
                  <a:moveTo>
                    <a:pt x="670" y="1"/>
                  </a:moveTo>
                  <a:cubicBezTo>
                    <a:pt x="658" y="33"/>
                    <a:pt x="645" y="62"/>
                    <a:pt x="607" y="74"/>
                  </a:cubicBezTo>
                  <a:cubicBezTo>
                    <a:pt x="1" y="228"/>
                    <a:pt x="22" y="1181"/>
                    <a:pt x="680" y="1181"/>
                  </a:cubicBezTo>
                  <a:cubicBezTo>
                    <a:pt x="694" y="1181"/>
                    <a:pt x="709" y="1181"/>
                    <a:pt x="724" y="1180"/>
                  </a:cubicBezTo>
                  <a:cubicBezTo>
                    <a:pt x="1034" y="1161"/>
                    <a:pt x="1280" y="949"/>
                    <a:pt x="1290" y="628"/>
                  </a:cubicBezTo>
                  <a:cubicBezTo>
                    <a:pt x="1299" y="250"/>
                    <a:pt x="1005" y="30"/>
                    <a:pt x="6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422025" y="904275"/>
              <a:ext cx="21475" cy="19175"/>
            </a:xfrm>
            <a:custGeom>
              <a:avLst/>
              <a:gdLst/>
              <a:ahLst/>
              <a:cxnLst/>
              <a:rect l="l" t="t" r="r" b="b"/>
              <a:pathLst>
                <a:path w="859" h="767" extrusionOk="0">
                  <a:moveTo>
                    <a:pt x="449" y="1"/>
                  </a:moveTo>
                  <a:cubicBezTo>
                    <a:pt x="287" y="35"/>
                    <a:pt x="141" y="133"/>
                    <a:pt x="78" y="288"/>
                  </a:cubicBezTo>
                  <a:cubicBezTo>
                    <a:pt x="0" y="480"/>
                    <a:pt x="119" y="670"/>
                    <a:pt x="302" y="740"/>
                  </a:cubicBezTo>
                  <a:cubicBezTo>
                    <a:pt x="350" y="758"/>
                    <a:pt x="395" y="767"/>
                    <a:pt x="436" y="767"/>
                  </a:cubicBezTo>
                  <a:cubicBezTo>
                    <a:pt x="757" y="767"/>
                    <a:pt x="859" y="253"/>
                    <a:pt x="533" y="123"/>
                  </a:cubicBezTo>
                  <a:cubicBezTo>
                    <a:pt x="474" y="101"/>
                    <a:pt x="449" y="50"/>
                    <a:pt x="4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/>
            <p:cNvSpPr/>
            <p:nvPr/>
          </p:nvSpPr>
          <p:spPr>
            <a:xfrm>
              <a:off x="346950" y="754175"/>
              <a:ext cx="72025" cy="31675"/>
            </a:xfrm>
            <a:custGeom>
              <a:avLst/>
              <a:gdLst/>
              <a:ahLst/>
              <a:cxnLst/>
              <a:rect l="l" t="t" r="r" b="b"/>
              <a:pathLst>
                <a:path w="2881" h="1267" extrusionOk="0">
                  <a:moveTo>
                    <a:pt x="2620" y="1"/>
                  </a:moveTo>
                  <a:cubicBezTo>
                    <a:pt x="2582" y="1"/>
                    <a:pt x="2544" y="13"/>
                    <a:pt x="2509" y="40"/>
                  </a:cubicBezTo>
                  <a:cubicBezTo>
                    <a:pt x="1773" y="621"/>
                    <a:pt x="1002" y="973"/>
                    <a:pt x="79" y="1128"/>
                  </a:cubicBezTo>
                  <a:cubicBezTo>
                    <a:pt x="1" y="1143"/>
                    <a:pt x="16" y="1267"/>
                    <a:pt x="95" y="1267"/>
                  </a:cubicBezTo>
                  <a:cubicBezTo>
                    <a:pt x="96" y="1267"/>
                    <a:pt x="97" y="1267"/>
                    <a:pt x="98" y="1267"/>
                  </a:cubicBezTo>
                  <a:cubicBezTo>
                    <a:pt x="1056" y="1229"/>
                    <a:pt x="2001" y="885"/>
                    <a:pt x="2747" y="275"/>
                  </a:cubicBezTo>
                  <a:cubicBezTo>
                    <a:pt x="2881" y="167"/>
                    <a:pt x="2759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/>
            <p:cNvSpPr/>
            <p:nvPr/>
          </p:nvSpPr>
          <p:spPr>
            <a:xfrm>
              <a:off x="321650" y="752175"/>
              <a:ext cx="103525" cy="48125"/>
            </a:xfrm>
            <a:custGeom>
              <a:avLst/>
              <a:gdLst/>
              <a:ahLst/>
              <a:cxnLst/>
              <a:rect l="l" t="t" r="r" b="b"/>
              <a:pathLst>
                <a:path w="4141" h="1925" extrusionOk="0">
                  <a:moveTo>
                    <a:pt x="3632" y="81"/>
                  </a:moveTo>
                  <a:cubicBezTo>
                    <a:pt x="3771" y="81"/>
                    <a:pt x="3893" y="247"/>
                    <a:pt x="3759" y="355"/>
                  </a:cubicBezTo>
                  <a:cubicBezTo>
                    <a:pt x="3013" y="965"/>
                    <a:pt x="2068" y="1311"/>
                    <a:pt x="1110" y="1347"/>
                  </a:cubicBezTo>
                  <a:cubicBezTo>
                    <a:pt x="1109" y="1347"/>
                    <a:pt x="1108" y="1347"/>
                    <a:pt x="1107" y="1347"/>
                  </a:cubicBezTo>
                  <a:cubicBezTo>
                    <a:pt x="1028" y="1347"/>
                    <a:pt x="1013" y="1223"/>
                    <a:pt x="1091" y="1208"/>
                  </a:cubicBezTo>
                  <a:cubicBezTo>
                    <a:pt x="2014" y="1053"/>
                    <a:pt x="2785" y="701"/>
                    <a:pt x="3521" y="120"/>
                  </a:cubicBezTo>
                  <a:cubicBezTo>
                    <a:pt x="3556" y="93"/>
                    <a:pt x="3594" y="81"/>
                    <a:pt x="3632" y="81"/>
                  </a:cubicBezTo>
                  <a:close/>
                  <a:moveTo>
                    <a:pt x="3029" y="1"/>
                  </a:moveTo>
                  <a:cubicBezTo>
                    <a:pt x="2691" y="1"/>
                    <a:pt x="2349" y="56"/>
                    <a:pt x="1995" y="161"/>
                  </a:cubicBezTo>
                  <a:cubicBezTo>
                    <a:pt x="1587" y="278"/>
                    <a:pt x="1190" y="447"/>
                    <a:pt x="823" y="661"/>
                  </a:cubicBezTo>
                  <a:cubicBezTo>
                    <a:pt x="740" y="708"/>
                    <a:pt x="655" y="756"/>
                    <a:pt x="570" y="807"/>
                  </a:cubicBezTo>
                  <a:cubicBezTo>
                    <a:pt x="60" y="995"/>
                    <a:pt x="1" y="1340"/>
                    <a:pt x="402" y="1840"/>
                  </a:cubicBezTo>
                  <a:cubicBezTo>
                    <a:pt x="405" y="1839"/>
                    <a:pt x="409" y="1839"/>
                    <a:pt x="413" y="1839"/>
                  </a:cubicBezTo>
                  <a:cubicBezTo>
                    <a:pt x="462" y="1839"/>
                    <a:pt x="504" y="1880"/>
                    <a:pt x="512" y="1924"/>
                  </a:cubicBezTo>
                  <a:cubicBezTo>
                    <a:pt x="1885" y="1729"/>
                    <a:pt x="3541" y="1700"/>
                    <a:pt x="4141" y="205"/>
                  </a:cubicBezTo>
                  <a:cubicBezTo>
                    <a:pt x="3766" y="67"/>
                    <a:pt x="3400" y="1"/>
                    <a:pt x="3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39"/>
          <p:cNvGrpSpPr/>
          <p:nvPr/>
        </p:nvGrpSpPr>
        <p:grpSpPr>
          <a:xfrm>
            <a:off x="8424007" y="1730604"/>
            <a:ext cx="290179" cy="294694"/>
            <a:chOff x="5015625" y="2751225"/>
            <a:chExt cx="404825" cy="411125"/>
          </a:xfrm>
        </p:grpSpPr>
        <p:sp>
          <p:nvSpPr>
            <p:cNvPr id="1370" name="Google Shape;1370;p39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9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9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9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9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9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9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9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9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3" name="Google Shape;1383;p39"/>
          <p:cNvSpPr/>
          <p:nvPr/>
        </p:nvSpPr>
        <p:spPr>
          <a:xfrm>
            <a:off x="8560481" y="676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39"/>
          <p:cNvSpPr/>
          <p:nvPr/>
        </p:nvSpPr>
        <p:spPr>
          <a:xfrm>
            <a:off x="8003006" y="48532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39"/>
          <p:cNvSpPr/>
          <p:nvPr/>
        </p:nvSpPr>
        <p:spPr>
          <a:xfrm>
            <a:off x="4134281" y="49454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39"/>
          <p:cNvSpPr/>
          <p:nvPr/>
        </p:nvSpPr>
        <p:spPr>
          <a:xfrm rot="9196425">
            <a:off x="181165" y="24676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39"/>
          <p:cNvSpPr/>
          <p:nvPr/>
        </p:nvSpPr>
        <p:spPr>
          <a:xfrm>
            <a:off x="761456" y="13880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39"/>
          <p:cNvSpPr/>
          <p:nvPr/>
        </p:nvSpPr>
        <p:spPr>
          <a:xfrm>
            <a:off x="295881" y="44778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9" name="Google Shape;1389;p39"/>
          <p:cNvGrpSpPr/>
          <p:nvPr/>
        </p:nvGrpSpPr>
        <p:grpSpPr>
          <a:xfrm>
            <a:off x="4147888" y="1573687"/>
            <a:ext cx="290176" cy="214079"/>
            <a:chOff x="5223609" y="3731112"/>
            <a:chExt cx="371782" cy="274285"/>
          </a:xfrm>
        </p:grpSpPr>
        <p:sp>
          <p:nvSpPr>
            <p:cNvPr id="1390" name="Google Shape;1390;p3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2" name="Google Shape;1392;p39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3" name="Google Shape;1393;p39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4" name="Google Shape;1394;p39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5" name="Google Shape;1395;p39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6" name="Google Shape;1396;p39">
            <a:hlinkClick r:id="rId7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7" name="Google Shape;1397;p39">
            <a:hlinkClick r:id="rId8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8" name="Google Shape;1398;p39">
            <a:hlinkClick r:id="rId9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399" name="Google Shape;1399;p39">
            <a:hlinkClick r:id="rId10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00" name="Google Shape;1400;p39">
            <a:hlinkClick r:id="rId11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01" name="Google Shape;1401;p39">
            <a:hlinkClick r:id="rId12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02" name="Google Shape;1402;p39">
            <a:hlinkClick r:id="rId13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03" name="Google Shape;1403;p39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40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Horario semanal</a:t>
            </a:r>
            <a:endParaRPr/>
          </a:p>
        </p:txBody>
      </p:sp>
      <p:graphicFrame>
        <p:nvGraphicFramePr>
          <p:cNvPr id="1409" name="Google Shape;1409;p40"/>
          <p:cNvGraphicFramePr/>
          <p:nvPr/>
        </p:nvGraphicFramePr>
        <p:xfrm>
          <a:off x="720000" y="1414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2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Hora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C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8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10:00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Examen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Lengua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Mates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Ed.física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Inglés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11:00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Ciencia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Mates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Lengua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Examen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Mates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12:00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Recreo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Recreo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Recreo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Recreo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Recreo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13:00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Física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Ed.Física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Examen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Ciencia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Física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14:00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Lengua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Ciencia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Inglés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Lengua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Examen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DBE4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10" name="Google Shape;1410;p40"/>
          <p:cNvGrpSpPr/>
          <p:nvPr/>
        </p:nvGrpSpPr>
        <p:grpSpPr>
          <a:xfrm>
            <a:off x="7178020" y="851136"/>
            <a:ext cx="472898" cy="294855"/>
            <a:chOff x="-1725525" y="2389300"/>
            <a:chExt cx="658174" cy="410319"/>
          </a:xfrm>
        </p:grpSpPr>
        <p:sp>
          <p:nvSpPr>
            <p:cNvPr id="1411" name="Google Shape;1411;p40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6" name="Google Shape;1416;p40"/>
          <p:cNvGrpSpPr/>
          <p:nvPr/>
        </p:nvGrpSpPr>
        <p:grpSpPr>
          <a:xfrm>
            <a:off x="285225" y="4345925"/>
            <a:ext cx="296850" cy="390925"/>
            <a:chOff x="-2421200" y="-205225"/>
            <a:chExt cx="296850" cy="390925"/>
          </a:xfrm>
        </p:grpSpPr>
        <p:sp>
          <p:nvSpPr>
            <p:cNvPr id="1417" name="Google Shape;1417;p40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0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0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0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0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0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0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0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7" name="Google Shape;1427;p40"/>
          <p:cNvSpPr/>
          <p:nvPr/>
        </p:nvSpPr>
        <p:spPr>
          <a:xfrm rot="9196425">
            <a:off x="8045115" y="9827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8" name="Google Shape;1428;p40"/>
          <p:cNvGrpSpPr/>
          <p:nvPr/>
        </p:nvGrpSpPr>
        <p:grpSpPr>
          <a:xfrm>
            <a:off x="8364632" y="1753579"/>
            <a:ext cx="290179" cy="294694"/>
            <a:chOff x="5015625" y="2751225"/>
            <a:chExt cx="404825" cy="411125"/>
          </a:xfrm>
        </p:grpSpPr>
        <p:sp>
          <p:nvSpPr>
            <p:cNvPr id="1429" name="Google Shape;1429;p40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0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0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0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0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0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0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0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0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0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0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0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0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2" name="Google Shape;1442;p40"/>
          <p:cNvSpPr/>
          <p:nvPr/>
        </p:nvSpPr>
        <p:spPr>
          <a:xfrm>
            <a:off x="213931" y="15352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40"/>
          <p:cNvSpPr/>
          <p:nvPr/>
        </p:nvSpPr>
        <p:spPr>
          <a:xfrm>
            <a:off x="328506" y="14150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40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45" name="Google Shape;1445;p40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46" name="Google Shape;1446;p40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47" name="Google Shape;1447;p40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48" name="Google Shape;1448;p40">
            <a:hlinkClick r:id="rId7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49" name="Google Shape;1449;p40">
            <a:hlinkClick r:id="rId8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0" name="Google Shape;1450;p40">
            <a:hlinkClick r:id="rId9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1" name="Google Shape;1451;p40">
            <a:hlinkClick r:id="rId10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2" name="Google Shape;1452;p40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3" name="Google Shape;1453;p40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4" name="Google Shape;1454;p40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455" name="Google Shape;1455;p40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41"/>
          <p:cNvSpPr txBox="1">
            <a:spLocks noGrp="1"/>
          </p:cNvSpPr>
          <p:nvPr>
            <p:ph type="title"/>
          </p:nvPr>
        </p:nvSpPr>
        <p:spPr>
          <a:xfrm>
            <a:off x="1132350" y="1558475"/>
            <a:ext cx="70101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123 456 789</a:t>
            </a:r>
            <a:endParaRPr/>
          </a:p>
        </p:txBody>
      </p:sp>
      <p:sp>
        <p:nvSpPr>
          <p:cNvPr id="1461" name="Google Shape;1461;p41"/>
          <p:cNvSpPr txBox="1">
            <a:spLocks noGrp="1"/>
          </p:cNvSpPr>
          <p:nvPr>
            <p:ph type="subTitle" idx="1"/>
          </p:nvPr>
        </p:nvSpPr>
        <p:spPr>
          <a:xfrm>
            <a:off x="1132350" y="3069575"/>
            <a:ext cx="68793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cifras grandes pueden ayudarte a captar la atención del público</a:t>
            </a:r>
            <a:endParaRPr/>
          </a:p>
        </p:txBody>
      </p:sp>
      <p:sp>
        <p:nvSpPr>
          <p:cNvPr id="1462" name="Google Shape;1462;p41"/>
          <p:cNvSpPr/>
          <p:nvPr/>
        </p:nvSpPr>
        <p:spPr>
          <a:xfrm rot="9196425">
            <a:off x="4515215" y="38649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3" name="Google Shape;1463;p41"/>
          <p:cNvGrpSpPr/>
          <p:nvPr/>
        </p:nvGrpSpPr>
        <p:grpSpPr>
          <a:xfrm>
            <a:off x="7721469" y="3947716"/>
            <a:ext cx="290179" cy="294694"/>
            <a:chOff x="5015625" y="2751225"/>
            <a:chExt cx="404825" cy="411125"/>
          </a:xfrm>
        </p:grpSpPr>
        <p:sp>
          <p:nvSpPr>
            <p:cNvPr id="1464" name="Google Shape;1464;p41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41"/>
          <p:cNvGrpSpPr/>
          <p:nvPr/>
        </p:nvGrpSpPr>
        <p:grpSpPr>
          <a:xfrm>
            <a:off x="3053620" y="925549"/>
            <a:ext cx="472898" cy="294855"/>
            <a:chOff x="-1725525" y="2389300"/>
            <a:chExt cx="658174" cy="410319"/>
          </a:xfrm>
        </p:grpSpPr>
        <p:sp>
          <p:nvSpPr>
            <p:cNvPr id="1478" name="Google Shape;1478;p41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1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1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1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3" name="Google Shape;1483;p41"/>
          <p:cNvSpPr/>
          <p:nvPr/>
        </p:nvSpPr>
        <p:spPr>
          <a:xfrm>
            <a:off x="763681" y="2902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41"/>
          <p:cNvSpPr/>
          <p:nvPr/>
        </p:nvSpPr>
        <p:spPr>
          <a:xfrm>
            <a:off x="4770293" y="9372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41"/>
          <p:cNvSpPr/>
          <p:nvPr/>
        </p:nvSpPr>
        <p:spPr>
          <a:xfrm rot="9196425">
            <a:off x="910153" y="38214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41"/>
          <p:cNvSpPr/>
          <p:nvPr/>
        </p:nvSpPr>
        <p:spPr>
          <a:xfrm rot="9196425">
            <a:off x="6416478" y="10158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7" name="Google Shape;1487;p41"/>
          <p:cNvGrpSpPr/>
          <p:nvPr/>
        </p:nvGrpSpPr>
        <p:grpSpPr>
          <a:xfrm>
            <a:off x="974950" y="910713"/>
            <a:ext cx="609700" cy="647700"/>
            <a:chOff x="-765675" y="35575"/>
            <a:chExt cx="609700" cy="647700"/>
          </a:xfrm>
        </p:grpSpPr>
        <p:sp>
          <p:nvSpPr>
            <p:cNvPr id="1488" name="Google Shape;1488;p41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1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1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1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1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1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1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1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1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1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1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1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1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1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1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3" name="Google Shape;1503;p41"/>
          <p:cNvGrpSpPr/>
          <p:nvPr/>
        </p:nvGrpSpPr>
        <p:grpSpPr>
          <a:xfrm rot="-4500329">
            <a:off x="1575785" y="4046225"/>
            <a:ext cx="280865" cy="414349"/>
            <a:chOff x="-3685000" y="236025"/>
            <a:chExt cx="400150" cy="590325"/>
          </a:xfrm>
        </p:grpSpPr>
        <p:sp>
          <p:nvSpPr>
            <p:cNvPr id="1504" name="Google Shape;1504;p41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1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1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0" name="Google Shape;1510;p41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1" name="Google Shape;1511;p41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2" name="Google Shape;1512;p41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3" name="Google Shape;1513;p41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4" name="Google Shape;1514;p41">
            <a:hlinkClick r:id="rId7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5" name="Google Shape;1515;p41">
            <a:hlinkClick r:id="rId8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6" name="Google Shape;1516;p41">
            <a:hlinkClick r:id="rId9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7" name="Google Shape;1517;p41">
            <a:hlinkClick r:id="rId10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8" name="Google Shape;1518;p41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19" name="Google Shape;1519;p41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20" name="Google Shape;1520;p41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21" name="Google Shape;1521;p41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2"/>
          <p:cNvSpPr txBox="1">
            <a:spLocks noGrp="1"/>
          </p:cNvSpPr>
          <p:nvPr>
            <p:ph type="subTitle" idx="1"/>
          </p:nvPr>
        </p:nvSpPr>
        <p:spPr>
          <a:xfrm>
            <a:off x="1334556" y="2763950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Aprender</a:t>
            </a:r>
            <a:endParaRPr/>
          </a:p>
        </p:txBody>
      </p:sp>
      <p:sp>
        <p:nvSpPr>
          <p:cNvPr id="1527" name="Google Shape;1527;p42"/>
          <p:cNvSpPr txBox="1">
            <a:spLocks noGrp="1"/>
          </p:cNvSpPr>
          <p:nvPr>
            <p:ph type="subTitle" idx="2"/>
          </p:nvPr>
        </p:nvSpPr>
        <p:spPr>
          <a:xfrm>
            <a:off x="5066244" y="2763950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Divertirse</a:t>
            </a:r>
            <a:endParaRPr/>
          </a:p>
        </p:txBody>
      </p:sp>
      <p:sp>
        <p:nvSpPr>
          <p:cNvPr id="1528" name="Google Shape;1528;p42"/>
          <p:cNvSpPr txBox="1">
            <a:spLocks noGrp="1"/>
          </p:cNvSpPr>
          <p:nvPr>
            <p:ph type="subTitle" idx="3"/>
          </p:nvPr>
        </p:nvSpPr>
        <p:spPr>
          <a:xfrm>
            <a:off x="1334556" y="3221150"/>
            <a:ext cx="2743200" cy="9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Mercurio es el planeta más cercano al Sol y el más pequeño del sistema solar</a:t>
            </a:r>
            <a:endParaRPr/>
          </a:p>
        </p:txBody>
      </p:sp>
      <p:sp>
        <p:nvSpPr>
          <p:cNvPr id="1529" name="Google Shape;1529;p42"/>
          <p:cNvSpPr txBox="1">
            <a:spLocks noGrp="1"/>
          </p:cNvSpPr>
          <p:nvPr>
            <p:ph type="subTitle" idx="4"/>
          </p:nvPr>
        </p:nvSpPr>
        <p:spPr>
          <a:xfrm>
            <a:off x="5066244" y="3221150"/>
            <a:ext cx="2743200" cy="9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Venus tiene un nombre precioso y es el segundo planeta más cercano al Sol</a:t>
            </a:r>
            <a:endParaRPr/>
          </a:p>
        </p:txBody>
      </p:sp>
      <p:sp>
        <p:nvSpPr>
          <p:cNvPr id="1530" name="Google Shape;1530;p42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Ir a clase para…</a:t>
            </a:r>
            <a:endParaRPr/>
          </a:p>
        </p:txBody>
      </p:sp>
      <p:grpSp>
        <p:nvGrpSpPr>
          <p:cNvPr id="1531" name="Google Shape;1531;p42"/>
          <p:cNvGrpSpPr/>
          <p:nvPr/>
        </p:nvGrpSpPr>
        <p:grpSpPr>
          <a:xfrm>
            <a:off x="2415969" y="2091075"/>
            <a:ext cx="580375" cy="468875"/>
            <a:chOff x="-1672375" y="48850"/>
            <a:chExt cx="580375" cy="468875"/>
          </a:xfrm>
        </p:grpSpPr>
        <p:sp>
          <p:nvSpPr>
            <p:cNvPr id="1532" name="Google Shape;1532;p42"/>
            <p:cNvSpPr/>
            <p:nvPr/>
          </p:nvSpPr>
          <p:spPr>
            <a:xfrm>
              <a:off x="-1113300" y="134600"/>
              <a:ext cx="21300" cy="345175"/>
            </a:xfrm>
            <a:custGeom>
              <a:avLst/>
              <a:gdLst/>
              <a:ahLst/>
              <a:cxnLst/>
              <a:rect l="l" t="t" r="r" b="b"/>
              <a:pathLst>
                <a:path w="852" h="13807" extrusionOk="0">
                  <a:moveTo>
                    <a:pt x="289" y="0"/>
                  </a:moveTo>
                  <a:cubicBezTo>
                    <a:pt x="185" y="17"/>
                    <a:pt x="94" y="92"/>
                    <a:pt x="97" y="228"/>
                  </a:cubicBezTo>
                  <a:cubicBezTo>
                    <a:pt x="129" y="4685"/>
                    <a:pt x="0" y="9180"/>
                    <a:pt x="289" y="13628"/>
                  </a:cubicBezTo>
                  <a:lnTo>
                    <a:pt x="481" y="13806"/>
                  </a:lnTo>
                  <a:cubicBezTo>
                    <a:pt x="563" y="13798"/>
                    <a:pt x="637" y="13745"/>
                    <a:pt x="641" y="13638"/>
                  </a:cubicBezTo>
                  <a:cubicBezTo>
                    <a:pt x="851" y="9184"/>
                    <a:pt x="634" y="4685"/>
                    <a:pt x="585" y="228"/>
                  </a:cubicBezTo>
                  <a:cubicBezTo>
                    <a:pt x="585" y="133"/>
                    <a:pt x="534" y="68"/>
                    <a:pt x="467" y="29"/>
                  </a:cubicBezTo>
                  <a:cubicBezTo>
                    <a:pt x="478" y="22"/>
                    <a:pt x="488" y="14"/>
                    <a:pt x="495" y="7"/>
                  </a:cubicBez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-1672375" y="48850"/>
              <a:ext cx="573075" cy="468875"/>
            </a:xfrm>
            <a:custGeom>
              <a:avLst/>
              <a:gdLst/>
              <a:ahLst/>
              <a:cxnLst/>
              <a:rect l="l" t="t" r="r" b="b"/>
              <a:pathLst>
                <a:path w="22923" h="18755" extrusionOk="0">
                  <a:moveTo>
                    <a:pt x="7232" y="515"/>
                  </a:moveTo>
                  <a:cubicBezTo>
                    <a:pt x="8876" y="515"/>
                    <a:pt x="10472" y="906"/>
                    <a:pt x="11912" y="2039"/>
                  </a:cubicBezTo>
                  <a:cubicBezTo>
                    <a:pt x="11951" y="2071"/>
                    <a:pt x="11999" y="2085"/>
                    <a:pt x="12041" y="2091"/>
                  </a:cubicBezTo>
                  <a:cubicBezTo>
                    <a:pt x="12038" y="2110"/>
                    <a:pt x="12026" y="2127"/>
                    <a:pt x="12026" y="2149"/>
                  </a:cubicBezTo>
                  <a:lnTo>
                    <a:pt x="12028" y="2149"/>
                  </a:lnTo>
                  <a:cubicBezTo>
                    <a:pt x="11967" y="3700"/>
                    <a:pt x="11892" y="5251"/>
                    <a:pt x="11814" y="6807"/>
                  </a:cubicBezTo>
                  <a:cubicBezTo>
                    <a:pt x="11693" y="9282"/>
                    <a:pt x="11571" y="11763"/>
                    <a:pt x="11515" y="14240"/>
                  </a:cubicBezTo>
                  <a:cubicBezTo>
                    <a:pt x="10907" y="12825"/>
                    <a:pt x="9050" y="12340"/>
                    <a:pt x="7080" y="12340"/>
                  </a:cubicBezTo>
                  <a:cubicBezTo>
                    <a:pt x="5098" y="12340"/>
                    <a:pt x="3001" y="12831"/>
                    <a:pt x="1951" y="13361"/>
                  </a:cubicBezTo>
                  <a:cubicBezTo>
                    <a:pt x="2117" y="11362"/>
                    <a:pt x="2195" y="9354"/>
                    <a:pt x="2224" y="7348"/>
                  </a:cubicBezTo>
                  <a:cubicBezTo>
                    <a:pt x="2253" y="5351"/>
                    <a:pt x="2227" y="3349"/>
                    <a:pt x="2188" y="1356"/>
                  </a:cubicBezTo>
                  <a:cubicBezTo>
                    <a:pt x="3842" y="918"/>
                    <a:pt x="5561" y="515"/>
                    <a:pt x="7232" y="515"/>
                  </a:cubicBezTo>
                  <a:close/>
                  <a:moveTo>
                    <a:pt x="17482" y="1210"/>
                  </a:moveTo>
                  <a:cubicBezTo>
                    <a:pt x="18695" y="1210"/>
                    <a:pt x="19916" y="1406"/>
                    <a:pt x="21140" y="1804"/>
                  </a:cubicBezTo>
                  <a:cubicBezTo>
                    <a:pt x="21120" y="1969"/>
                    <a:pt x="21260" y="2129"/>
                    <a:pt x="21406" y="2129"/>
                  </a:cubicBezTo>
                  <a:cubicBezTo>
                    <a:pt x="21466" y="2129"/>
                    <a:pt x="21526" y="2103"/>
                    <a:pt x="21577" y="2039"/>
                  </a:cubicBezTo>
                  <a:lnTo>
                    <a:pt x="21577" y="2039"/>
                  </a:lnTo>
                  <a:cubicBezTo>
                    <a:pt x="21118" y="2618"/>
                    <a:pt x="21375" y="4188"/>
                    <a:pt x="21364" y="4884"/>
                  </a:cubicBezTo>
                  <a:cubicBezTo>
                    <a:pt x="21361" y="5088"/>
                    <a:pt x="21356" y="5287"/>
                    <a:pt x="21356" y="5489"/>
                  </a:cubicBezTo>
                  <a:cubicBezTo>
                    <a:pt x="21342" y="6347"/>
                    <a:pt x="21332" y="7205"/>
                    <a:pt x="21320" y="8059"/>
                  </a:cubicBezTo>
                  <a:cubicBezTo>
                    <a:pt x="21296" y="9902"/>
                    <a:pt x="21278" y="11746"/>
                    <a:pt x="21325" y="13592"/>
                  </a:cubicBezTo>
                  <a:cubicBezTo>
                    <a:pt x="21317" y="13589"/>
                    <a:pt x="21313" y="13585"/>
                    <a:pt x="21303" y="13580"/>
                  </a:cubicBezTo>
                  <a:cubicBezTo>
                    <a:pt x="19848" y="13234"/>
                    <a:pt x="17807" y="12693"/>
                    <a:pt x="15951" y="12693"/>
                  </a:cubicBezTo>
                  <a:cubicBezTo>
                    <a:pt x="14245" y="12693"/>
                    <a:pt x="12694" y="13150"/>
                    <a:pt x="11899" y="14639"/>
                  </a:cubicBezTo>
                  <a:cubicBezTo>
                    <a:pt x="12181" y="11837"/>
                    <a:pt x="12325" y="9009"/>
                    <a:pt x="12429" y="6187"/>
                  </a:cubicBezTo>
                  <a:cubicBezTo>
                    <a:pt x="12475" y="4884"/>
                    <a:pt x="12514" y="3586"/>
                    <a:pt x="12553" y="2292"/>
                  </a:cubicBezTo>
                  <a:cubicBezTo>
                    <a:pt x="12565" y="2287"/>
                    <a:pt x="12578" y="2287"/>
                    <a:pt x="12588" y="2283"/>
                  </a:cubicBezTo>
                  <a:cubicBezTo>
                    <a:pt x="14199" y="1573"/>
                    <a:pt x="15833" y="1210"/>
                    <a:pt x="17482" y="1210"/>
                  </a:cubicBezTo>
                  <a:close/>
                  <a:moveTo>
                    <a:pt x="15981" y="13234"/>
                  </a:moveTo>
                  <a:cubicBezTo>
                    <a:pt x="17685" y="13234"/>
                    <a:pt x="19570" y="13785"/>
                    <a:pt x="21171" y="14065"/>
                  </a:cubicBezTo>
                  <a:cubicBezTo>
                    <a:pt x="21186" y="14067"/>
                    <a:pt x="21201" y="14069"/>
                    <a:pt x="21215" y="14069"/>
                  </a:cubicBezTo>
                  <a:cubicBezTo>
                    <a:pt x="21259" y="14069"/>
                    <a:pt x="21297" y="14056"/>
                    <a:pt x="21335" y="14041"/>
                  </a:cubicBezTo>
                  <a:lnTo>
                    <a:pt x="21335" y="14051"/>
                  </a:lnTo>
                  <a:cubicBezTo>
                    <a:pt x="21335" y="14065"/>
                    <a:pt x="21339" y="14073"/>
                    <a:pt x="21342" y="14083"/>
                  </a:cubicBezTo>
                  <a:cubicBezTo>
                    <a:pt x="21342" y="14955"/>
                    <a:pt x="20982" y="15712"/>
                    <a:pt x="20211" y="16064"/>
                  </a:cubicBezTo>
                  <a:cubicBezTo>
                    <a:pt x="20172" y="16022"/>
                    <a:pt x="20117" y="15986"/>
                    <a:pt x="20046" y="15979"/>
                  </a:cubicBezTo>
                  <a:cubicBezTo>
                    <a:pt x="17583" y="15723"/>
                    <a:pt x="15113" y="15585"/>
                    <a:pt x="12640" y="15585"/>
                  </a:cubicBezTo>
                  <a:cubicBezTo>
                    <a:pt x="12406" y="15585"/>
                    <a:pt x="12172" y="15586"/>
                    <a:pt x="11938" y="15588"/>
                  </a:cubicBezTo>
                  <a:cubicBezTo>
                    <a:pt x="12819" y="13762"/>
                    <a:pt x="14313" y="13234"/>
                    <a:pt x="15981" y="13234"/>
                  </a:cubicBezTo>
                  <a:close/>
                  <a:moveTo>
                    <a:pt x="7312" y="12857"/>
                  </a:moveTo>
                  <a:cubicBezTo>
                    <a:pt x="9416" y="12857"/>
                    <a:pt x="11292" y="13486"/>
                    <a:pt x="11386" y="15595"/>
                  </a:cubicBezTo>
                  <a:cubicBezTo>
                    <a:pt x="10862" y="15602"/>
                    <a:pt x="10339" y="15617"/>
                    <a:pt x="9818" y="15641"/>
                  </a:cubicBezTo>
                  <a:cubicBezTo>
                    <a:pt x="8226" y="15709"/>
                    <a:pt x="6636" y="15830"/>
                    <a:pt x="5053" y="16015"/>
                  </a:cubicBezTo>
                  <a:cubicBezTo>
                    <a:pt x="4567" y="16070"/>
                    <a:pt x="4074" y="16216"/>
                    <a:pt x="3618" y="16216"/>
                  </a:cubicBezTo>
                  <a:cubicBezTo>
                    <a:pt x="3171" y="16216"/>
                    <a:pt x="2761" y="16076"/>
                    <a:pt x="2433" y="15573"/>
                  </a:cubicBezTo>
                  <a:cubicBezTo>
                    <a:pt x="2159" y="15157"/>
                    <a:pt x="2059" y="14399"/>
                    <a:pt x="1935" y="13805"/>
                  </a:cubicBezTo>
                  <a:lnTo>
                    <a:pt x="1935" y="13805"/>
                  </a:lnTo>
                  <a:cubicBezTo>
                    <a:pt x="1958" y="13817"/>
                    <a:pt x="1983" y="13823"/>
                    <a:pt x="2010" y="13823"/>
                  </a:cubicBezTo>
                  <a:cubicBezTo>
                    <a:pt x="2033" y="13823"/>
                    <a:pt x="2057" y="13818"/>
                    <a:pt x="2081" y="13808"/>
                  </a:cubicBezTo>
                  <a:cubicBezTo>
                    <a:pt x="3180" y="13406"/>
                    <a:pt x="5346" y="12857"/>
                    <a:pt x="7312" y="12857"/>
                  </a:cubicBezTo>
                  <a:close/>
                  <a:moveTo>
                    <a:pt x="7180" y="0"/>
                  </a:moveTo>
                  <a:cubicBezTo>
                    <a:pt x="5463" y="0"/>
                    <a:pt x="3704" y="422"/>
                    <a:pt x="2049" y="1018"/>
                  </a:cubicBezTo>
                  <a:cubicBezTo>
                    <a:pt x="2001" y="992"/>
                    <a:pt x="1947" y="978"/>
                    <a:pt x="1893" y="978"/>
                  </a:cubicBezTo>
                  <a:cubicBezTo>
                    <a:pt x="1754" y="978"/>
                    <a:pt x="1621" y="1066"/>
                    <a:pt x="1626" y="1245"/>
                  </a:cubicBezTo>
                  <a:cubicBezTo>
                    <a:pt x="1633" y="1682"/>
                    <a:pt x="1633" y="2124"/>
                    <a:pt x="1636" y="2562"/>
                  </a:cubicBezTo>
                  <a:cubicBezTo>
                    <a:pt x="1528" y="2548"/>
                    <a:pt x="1418" y="2541"/>
                    <a:pt x="1308" y="2541"/>
                  </a:cubicBezTo>
                  <a:cubicBezTo>
                    <a:pt x="999" y="2541"/>
                    <a:pt x="687" y="2595"/>
                    <a:pt x="398" y="2686"/>
                  </a:cubicBezTo>
                  <a:cubicBezTo>
                    <a:pt x="245" y="2735"/>
                    <a:pt x="221" y="2892"/>
                    <a:pt x="270" y="3005"/>
                  </a:cubicBezTo>
                  <a:cubicBezTo>
                    <a:pt x="0" y="7917"/>
                    <a:pt x="299" y="12916"/>
                    <a:pt x="634" y="17819"/>
                  </a:cubicBezTo>
                  <a:cubicBezTo>
                    <a:pt x="646" y="17991"/>
                    <a:pt x="786" y="18077"/>
                    <a:pt x="920" y="18077"/>
                  </a:cubicBezTo>
                  <a:cubicBezTo>
                    <a:pt x="1016" y="18077"/>
                    <a:pt x="1109" y="18032"/>
                    <a:pt x="1149" y="17943"/>
                  </a:cubicBezTo>
                  <a:cubicBezTo>
                    <a:pt x="1967" y="17994"/>
                    <a:pt x="2792" y="18014"/>
                    <a:pt x="3618" y="18014"/>
                  </a:cubicBezTo>
                  <a:cubicBezTo>
                    <a:pt x="5687" y="18014"/>
                    <a:pt x="7771" y="17886"/>
                    <a:pt x="9821" y="17787"/>
                  </a:cubicBezTo>
                  <a:cubicBezTo>
                    <a:pt x="10253" y="18444"/>
                    <a:pt x="10941" y="18754"/>
                    <a:pt x="11636" y="18754"/>
                  </a:cubicBezTo>
                  <a:cubicBezTo>
                    <a:pt x="12374" y="18754"/>
                    <a:pt x="13119" y="18404"/>
                    <a:pt x="13574" y="17748"/>
                  </a:cubicBezTo>
                  <a:cubicBezTo>
                    <a:pt x="14282" y="17755"/>
                    <a:pt x="14992" y="17760"/>
                    <a:pt x="15703" y="17760"/>
                  </a:cubicBezTo>
                  <a:cubicBezTo>
                    <a:pt x="18006" y="17760"/>
                    <a:pt x="20320" y="17712"/>
                    <a:pt x="22608" y="17562"/>
                  </a:cubicBezTo>
                  <a:cubicBezTo>
                    <a:pt x="22802" y="17549"/>
                    <a:pt x="22880" y="17377"/>
                    <a:pt x="22844" y="17234"/>
                  </a:cubicBezTo>
                  <a:lnTo>
                    <a:pt x="22652" y="17058"/>
                  </a:lnTo>
                  <a:cubicBezTo>
                    <a:pt x="22637" y="17054"/>
                    <a:pt x="22627" y="17046"/>
                    <a:pt x="22608" y="17046"/>
                  </a:cubicBezTo>
                  <a:cubicBezTo>
                    <a:pt x="22158" y="17038"/>
                    <a:pt x="21708" y="17035"/>
                    <a:pt x="21257" y="17035"/>
                  </a:cubicBezTo>
                  <a:cubicBezTo>
                    <a:pt x="18760" y="17035"/>
                    <a:pt x="16245" y="17144"/>
                    <a:pt x="13759" y="17292"/>
                  </a:cubicBezTo>
                  <a:cubicBezTo>
                    <a:pt x="13729" y="17167"/>
                    <a:pt x="13609" y="17078"/>
                    <a:pt x="13490" y="17078"/>
                  </a:cubicBezTo>
                  <a:cubicBezTo>
                    <a:pt x="13412" y="17078"/>
                    <a:pt x="13335" y="17116"/>
                    <a:pt x="13283" y="17207"/>
                  </a:cubicBezTo>
                  <a:cubicBezTo>
                    <a:pt x="12886" y="17910"/>
                    <a:pt x="12269" y="18244"/>
                    <a:pt x="11634" y="18244"/>
                  </a:cubicBezTo>
                  <a:cubicBezTo>
                    <a:pt x="11125" y="18244"/>
                    <a:pt x="10603" y="18030"/>
                    <a:pt x="10173" y="17620"/>
                  </a:cubicBezTo>
                  <a:cubicBezTo>
                    <a:pt x="10229" y="17474"/>
                    <a:pt x="10159" y="17278"/>
                    <a:pt x="9961" y="17278"/>
                  </a:cubicBezTo>
                  <a:cubicBezTo>
                    <a:pt x="9957" y="17278"/>
                    <a:pt x="9953" y="17278"/>
                    <a:pt x="9948" y="17279"/>
                  </a:cubicBezTo>
                  <a:cubicBezTo>
                    <a:pt x="7032" y="17396"/>
                    <a:pt x="4071" y="17357"/>
                    <a:pt x="1161" y="17617"/>
                  </a:cubicBezTo>
                  <a:cubicBezTo>
                    <a:pt x="829" y="12770"/>
                    <a:pt x="822" y="7927"/>
                    <a:pt x="634" y="3077"/>
                  </a:cubicBezTo>
                  <a:cubicBezTo>
                    <a:pt x="967" y="2966"/>
                    <a:pt x="1291" y="2931"/>
                    <a:pt x="1640" y="2931"/>
                  </a:cubicBezTo>
                  <a:cubicBezTo>
                    <a:pt x="1669" y="6411"/>
                    <a:pt x="1584" y="9887"/>
                    <a:pt x="1561" y="13371"/>
                  </a:cubicBezTo>
                  <a:cubicBezTo>
                    <a:pt x="1541" y="13404"/>
                    <a:pt x="1529" y="13443"/>
                    <a:pt x="1541" y="13492"/>
                  </a:cubicBezTo>
                  <a:cubicBezTo>
                    <a:pt x="1704" y="14382"/>
                    <a:pt x="1701" y="16122"/>
                    <a:pt x="2672" y="16587"/>
                  </a:cubicBezTo>
                  <a:cubicBezTo>
                    <a:pt x="2835" y="16665"/>
                    <a:pt x="3035" y="16692"/>
                    <a:pt x="3246" y="16692"/>
                  </a:cubicBezTo>
                  <a:cubicBezTo>
                    <a:pt x="3645" y="16692"/>
                    <a:pt x="4083" y="16596"/>
                    <a:pt x="4376" y="16563"/>
                  </a:cubicBezTo>
                  <a:cubicBezTo>
                    <a:pt x="5394" y="16450"/>
                    <a:pt x="6412" y="16343"/>
                    <a:pt x="7433" y="16264"/>
                  </a:cubicBezTo>
                  <a:cubicBezTo>
                    <a:pt x="9131" y="16132"/>
                    <a:pt x="10831" y="16068"/>
                    <a:pt x="12532" y="16068"/>
                  </a:cubicBezTo>
                  <a:cubicBezTo>
                    <a:pt x="14939" y="16068"/>
                    <a:pt x="17346" y="16196"/>
                    <a:pt x="19744" y="16438"/>
                  </a:cubicBezTo>
                  <a:cubicBezTo>
                    <a:pt x="19768" y="16497"/>
                    <a:pt x="19815" y="16538"/>
                    <a:pt x="19891" y="16538"/>
                  </a:cubicBezTo>
                  <a:cubicBezTo>
                    <a:pt x="19894" y="16538"/>
                    <a:pt x="19897" y="16538"/>
                    <a:pt x="19900" y="16538"/>
                  </a:cubicBezTo>
                  <a:cubicBezTo>
                    <a:pt x="21060" y="16450"/>
                    <a:pt x="22146" y="15203"/>
                    <a:pt x="21818" y="14008"/>
                  </a:cubicBezTo>
                  <a:cubicBezTo>
                    <a:pt x="21798" y="13934"/>
                    <a:pt x="21752" y="13888"/>
                    <a:pt x="21694" y="13862"/>
                  </a:cubicBezTo>
                  <a:cubicBezTo>
                    <a:pt x="21826" y="11695"/>
                    <a:pt x="21859" y="9525"/>
                    <a:pt x="21901" y="7354"/>
                  </a:cubicBezTo>
                  <a:cubicBezTo>
                    <a:pt x="21922" y="6116"/>
                    <a:pt x="22142" y="4621"/>
                    <a:pt x="22100" y="3255"/>
                  </a:cubicBezTo>
                  <a:cubicBezTo>
                    <a:pt x="22107" y="3252"/>
                    <a:pt x="22110" y="3252"/>
                    <a:pt x="22114" y="3248"/>
                  </a:cubicBezTo>
                  <a:cubicBezTo>
                    <a:pt x="22145" y="3230"/>
                    <a:pt x="22181" y="3223"/>
                    <a:pt x="22220" y="3223"/>
                  </a:cubicBezTo>
                  <a:cubicBezTo>
                    <a:pt x="22372" y="3223"/>
                    <a:pt x="22561" y="3342"/>
                    <a:pt x="22652" y="3430"/>
                  </a:cubicBezTo>
                  <a:lnTo>
                    <a:pt x="22858" y="3437"/>
                  </a:lnTo>
                  <a:cubicBezTo>
                    <a:pt x="22900" y="3398"/>
                    <a:pt x="22922" y="3340"/>
                    <a:pt x="22880" y="3284"/>
                  </a:cubicBezTo>
                  <a:lnTo>
                    <a:pt x="22878" y="3284"/>
                  </a:lnTo>
                  <a:cubicBezTo>
                    <a:pt x="22783" y="3160"/>
                    <a:pt x="22672" y="3041"/>
                    <a:pt x="22530" y="2966"/>
                  </a:cubicBezTo>
                  <a:cubicBezTo>
                    <a:pt x="22380" y="2888"/>
                    <a:pt x="22238" y="2885"/>
                    <a:pt x="22081" y="2849"/>
                  </a:cubicBezTo>
                  <a:cubicBezTo>
                    <a:pt x="22049" y="2440"/>
                    <a:pt x="21996" y="2049"/>
                    <a:pt x="21893" y="1682"/>
                  </a:cubicBezTo>
                  <a:cubicBezTo>
                    <a:pt x="21862" y="1558"/>
                    <a:pt x="21747" y="1483"/>
                    <a:pt x="21623" y="1473"/>
                  </a:cubicBezTo>
                  <a:cubicBezTo>
                    <a:pt x="21594" y="1431"/>
                    <a:pt x="21555" y="1395"/>
                    <a:pt x="21499" y="1373"/>
                  </a:cubicBezTo>
                  <a:cubicBezTo>
                    <a:pt x="20221" y="890"/>
                    <a:pt x="18891" y="648"/>
                    <a:pt x="17568" y="648"/>
                  </a:cubicBezTo>
                  <a:cubicBezTo>
                    <a:pt x="15806" y="648"/>
                    <a:pt x="14056" y="1078"/>
                    <a:pt x="12458" y="1945"/>
                  </a:cubicBezTo>
                  <a:cubicBezTo>
                    <a:pt x="12425" y="1925"/>
                    <a:pt x="12390" y="1910"/>
                    <a:pt x="12354" y="1903"/>
                  </a:cubicBezTo>
                  <a:cubicBezTo>
                    <a:pt x="12379" y="1825"/>
                    <a:pt x="12364" y="1743"/>
                    <a:pt x="12279" y="1675"/>
                  </a:cubicBezTo>
                  <a:cubicBezTo>
                    <a:pt x="10736" y="464"/>
                    <a:pt x="8981" y="0"/>
                    <a:pt x="7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-1656550" y="122150"/>
              <a:ext cx="550500" cy="382825"/>
            </a:xfrm>
            <a:custGeom>
              <a:avLst/>
              <a:gdLst/>
              <a:ahLst/>
              <a:cxnLst/>
              <a:rect l="l" t="t" r="r" b="b"/>
              <a:pathLst>
                <a:path w="22020" h="15313" extrusionOk="0">
                  <a:moveTo>
                    <a:pt x="1007" y="0"/>
                  </a:moveTo>
                  <a:cubicBezTo>
                    <a:pt x="658" y="0"/>
                    <a:pt x="336" y="36"/>
                    <a:pt x="1" y="146"/>
                  </a:cubicBezTo>
                  <a:cubicBezTo>
                    <a:pt x="189" y="4995"/>
                    <a:pt x="196" y="9838"/>
                    <a:pt x="528" y="14685"/>
                  </a:cubicBezTo>
                  <a:cubicBezTo>
                    <a:pt x="3438" y="14425"/>
                    <a:pt x="6399" y="14464"/>
                    <a:pt x="9315" y="14347"/>
                  </a:cubicBezTo>
                  <a:cubicBezTo>
                    <a:pt x="9319" y="14347"/>
                    <a:pt x="9322" y="14346"/>
                    <a:pt x="9326" y="14346"/>
                  </a:cubicBezTo>
                  <a:cubicBezTo>
                    <a:pt x="9525" y="14346"/>
                    <a:pt x="9596" y="14541"/>
                    <a:pt x="9540" y="14688"/>
                  </a:cubicBezTo>
                  <a:cubicBezTo>
                    <a:pt x="9971" y="15098"/>
                    <a:pt x="10492" y="15312"/>
                    <a:pt x="11002" y="15312"/>
                  </a:cubicBezTo>
                  <a:cubicBezTo>
                    <a:pt x="11637" y="15312"/>
                    <a:pt x="12253" y="14979"/>
                    <a:pt x="12650" y="14275"/>
                  </a:cubicBezTo>
                  <a:cubicBezTo>
                    <a:pt x="12702" y="14184"/>
                    <a:pt x="12779" y="14146"/>
                    <a:pt x="12857" y="14146"/>
                  </a:cubicBezTo>
                  <a:cubicBezTo>
                    <a:pt x="12976" y="14146"/>
                    <a:pt x="13096" y="14236"/>
                    <a:pt x="13126" y="14360"/>
                  </a:cubicBezTo>
                  <a:cubicBezTo>
                    <a:pt x="15602" y="14213"/>
                    <a:pt x="18105" y="14104"/>
                    <a:pt x="20591" y="14104"/>
                  </a:cubicBezTo>
                  <a:cubicBezTo>
                    <a:pt x="21053" y="14104"/>
                    <a:pt x="21515" y="14108"/>
                    <a:pt x="21977" y="14116"/>
                  </a:cubicBezTo>
                  <a:cubicBezTo>
                    <a:pt x="21994" y="14116"/>
                    <a:pt x="22004" y="14122"/>
                    <a:pt x="22019" y="14126"/>
                  </a:cubicBezTo>
                  <a:cubicBezTo>
                    <a:pt x="21730" y="9678"/>
                    <a:pt x="21859" y="5183"/>
                    <a:pt x="21827" y="726"/>
                  </a:cubicBezTo>
                  <a:cubicBezTo>
                    <a:pt x="21824" y="590"/>
                    <a:pt x="21915" y="515"/>
                    <a:pt x="22019" y="498"/>
                  </a:cubicBezTo>
                  <a:cubicBezTo>
                    <a:pt x="21928" y="410"/>
                    <a:pt x="21740" y="291"/>
                    <a:pt x="21589" y="291"/>
                  </a:cubicBezTo>
                  <a:cubicBezTo>
                    <a:pt x="21550" y="291"/>
                    <a:pt x="21514" y="298"/>
                    <a:pt x="21482" y="316"/>
                  </a:cubicBezTo>
                  <a:cubicBezTo>
                    <a:pt x="21477" y="320"/>
                    <a:pt x="21474" y="320"/>
                    <a:pt x="21467" y="323"/>
                  </a:cubicBezTo>
                  <a:cubicBezTo>
                    <a:pt x="21509" y="1691"/>
                    <a:pt x="21290" y="3184"/>
                    <a:pt x="21268" y="4422"/>
                  </a:cubicBezTo>
                  <a:cubicBezTo>
                    <a:pt x="21226" y="6593"/>
                    <a:pt x="21193" y="8763"/>
                    <a:pt x="21061" y="10930"/>
                  </a:cubicBezTo>
                  <a:cubicBezTo>
                    <a:pt x="21119" y="10956"/>
                    <a:pt x="21165" y="11002"/>
                    <a:pt x="21187" y="11076"/>
                  </a:cubicBezTo>
                  <a:cubicBezTo>
                    <a:pt x="21513" y="12272"/>
                    <a:pt x="20429" y="13518"/>
                    <a:pt x="19269" y="13606"/>
                  </a:cubicBezTo>
                  <a:cubicBezTo>
                    <a:pt x="19266" y="13606"/>
                    <a:pt x="19263" y="13606"/>
                    <a:pt x="19260" y="13606"/>
                  </a:cubicBezTo>
                  <a:cubicBezTo>
                    <a:pt x="19183" y="13606"/>
                    <a:pt x="19135" y="13565"/>
                    <a:pt x="19112" y="13507"/>
                  </a:cubicBezTo>
                  <a:cubicBezTo>
                    <a:pt x="16709" y="13265"/>
                    <a:pt x="14298" y="13136"/>
                    <a:pt x="11885" y="13136"/>
                  </a:cubicBezTo>
                  <a:cubicBezTo>
                    <a:pt x="10189" y="13136"/>
                    <a:pt x="8493" y="13200"/>
                    <a:pt x="6800" y="13332"/>
                  </a:cubicBezTo>
                  <a:cubicBezTo>
                    <a:pt x="5779" y="13411"/>
                    <a:pt x="4761" y="13518"/>
                    <a:pt x="3743" y="13631"/>
                  </a:cubicBezTo>
                  <a:cubicBezTo>
                    <a:pt x="3449" y="13664"/>
                    <a:pt x="3010" y="13761"/>
                    <a:pt x="2610" y="13761"/>
                  </a:cubicBezTo>
                  <a:cubicBezTo>
                    <a:pt x="2400" y="13761"/>
                    <a:pt x="2201" y="13734"/>
                    <a:pt x="2039" y="13657"/>
                  </a:cubicBezTo>
                  <a:cubicBezTo>
                    <a:pt x="1068" y="13190"/>
                    <a:pt x="1071" y="11450"/>
                    <a:pt x="908" y="10560"/>
                  </a:cubicBezTo>
                  <a:cubicBezTo>
                    <a:pt x="896" y="10511"/>
                    <a:pt x="908" y="10472"/>
                    <a:pt x="928" y="10439"/>
                  </a:cubicBezTo>
                  <a:cubicBezTo>
                    <a:pt x="951" y="6957"/>
                    <a:pt x="1036" y="3479"/>
                    <a:pt x="10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2"/>
            <p:cNvSpPr/>
            <p:nvPr/>
          </p:nvSpPr>
          <p:spPr>
            <a:xfrm>
              <a:off x="-1361675" y="79050"/>
              <a:ext cx="228725" cy="124950"/>
            </a:xfrm>
            <a:custGeom>
              <a:avLst/>
              <a:gdLst/>
              <a:ahLst/>
              <a:cxnLst/>
              <a:rect l="l" t="t" r="r" b="b"/>
              <a:pathLst>
                <a:path w="9149" h="4998" extrusionOk="0">
                  <a:moveTo>
                    <a:pt x="4749" y="1688"/>
                  </a:moveTo>
                  <a:cubicBezTo>
                    <a:pt x="5738" y="1688"/>
                    <a:pt x="6730" y="1869"/>
                    <a:pt x="7672" y="2239"/>
                  </a:cubicBezTo>
                  <a:cubicBezTo>
                    <a:pt x="7932" y="2341"/>
                    <a:pt x="7862" y="2732"/>
                    <a:pt x="7626" y="2732"/>
                  </a:cubicBezTo>
                  <a:cubicBezTo>
                    <a:pt x="7599" y="2732"/>
                    <a:pt x="7570" y="2727"/>
                    <a:pt x="7540" y="2716"/>
                  </a:cubicBezTo>
                  <a:cubicBezTo>
                    <a:pt x="6530" y="2367"/>
                    <a:pt x="5530" y="2190"/>
                    <a:pt x="4538" y="2190"/>
                  </a:cubicBezTo>
                  <a:cubicBezTo>
                    <a:pt x="3315" y="2190"/>
                    <a:pt x="2104" y="2460"/>
                    <a:pt x="901" y="3009"/>
                  </a:cubicBezTo>
                  <a:cubicBezTo>
                    <a:pt x="876" y="3020"/>
                    <a:pt x="852" y="3025"/>
                    <a:pt x="829" y="3025"/>
                  </a:cubicBezTo>
                  <a:cubicBezTo>
                    <a:pt x="683" y="3025"/>
                    <a:pt x="588" y="2827"/>
                    <a:pt x="745" y="2742"/>
                  </a:cubicBezTo>
                  <a:cubicBezTo>
                    <a:pt x="1979" y="2045"/>
                    <a:pt x="3361" y="1688"/>
                    <a:pt x="4749" y="1688"/>
                  </a:cubicBezTo>
                  <a:close/>
                  <a:moveTo>
                    <a:pt x="5055" y="0"/>
                  </a:moveTo>
                  <a:cubicBezTo>
                    <a:pt x="3405" y="0"/>
                    <a:pt x="1770" y="364"/>
                    <a:pt x="160" y="1075"/>
                  </a:cubicBezTo>
                  <a:cubicBezTo>
                    <a:pt x="150" y="1079"/>
                    <a:pt x="135" y="1079"/>
                    <a:pt x="125" y="1082"/>
                  </a:cubicBezTo>
                  <a:cubicBezTo>
                    <a:pt x="86" y="2378"/>
                    <a:pt x="47" y="3676"/>
                    <a:pt x="1" y="4979"/>
                  </a:cubicBezTo>
                  <a:lnTo>
                    <a:pt x="442" y="4998"/>
                  </a:lnTo>
                  <a:cubicBezTo>
                    <a:pt x="446" y="4972"/>
                    <a:pt x="463" y="4947"/>
                    <a:pt x="488" y="4930"/>
                  </a:cubicBezTo>
                  <a:cubicBezTo>
                    <a:pt x="1874" y="3966"/>
                    <a:pt x="3473" y="3491"/>
                    <a:pt x="5093" y="3491"/>
                  </a:cubicBezTo>
                  <a:cubicBezTo>
                    <a:pt x="6111" y="3491"/>
                    <a:pt x="7137" y="3678"/>
                    <a:pt x="8124" y="4050"/>
                  </a:cubicBezTo>
                  <a:cubicBezTo>
                    <a:pt x="8231" y="4089"/>
                    <a:pt x="8277" y="4186"/>
                    <a:pt x="8277" y="4274"/>
                  </a:cubicBezTo>
                  <a:lnTo>
                    <a:pt x="8928" y="4283"/>
                  </a:lnTo>
                  <a:cubicBezTo>
                    <a:pt x="8928" y="4079"/>
                    <a:pt x="8931" y="3880"/>
                    <a:pt x="8935" y="3678"/>
                  </a:cubicBezTo>
                  <a:cubicBezTo>
                    <a:pt x="8947" y="2980"/>
                    <a:pt x="8690" y="1410"/>
                    <a:pt x="9149" y="831"/>
                  </a:cubicBezTo>
                  <a:lnTo>
                    <a:pt x="9149" y="831"/>
                  </a:lnTo>
                  <a:cubicBezTo>
                    <a:pt x="9098" y="895"/>
                    <a:pt x="9038" y="921"/>
                    <a:pt x="8978" y="921"/>
                  </a:cubicBezTo>
                  <a:cubicBezTo>
                    <a:pt x="8832" y="921"/>
                    <a:pt x="8692" y="761"/>
                    <a:pt x="8712" y="596"/>
                  </a:cubicBezTo>
                  <a:lnTo>
                    <a:pt x="8710" y="595"/>
                  </a:lnTo>
                  <a:cubicBezTo>
                    <a:pt x="7487" y="197"/>
                    <a:pt x="6267" y="0"/>
                    <a:pt x="50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2"/>
            <p:cNvSpPr/>
            <p:nvPr/>
          </p:nvSpPr>
          <p:spPr>
            <a:xfrm>
              <a:off x="-1374925" y="177225"/>
              <a:ext cx="236450" cy="237600"/>
            </a:xfrm>
            <a:custGeom>
              <a:avLst/>
              <a:gdLst/>
              <a:ahLst/>
              <a:cxnLst/>
              <a:rect l="l" t="t" r="r" b="b"/>
              <a:pathLst>
                <a:path w="9458" h="9504" extrusionOk="0">
                  <a:moveTo>
                    <a:pt x="5812" y="1508"/>
                  </a:moveTo>
                  <a:cubicBezTo>
                    <a:pt x="6524" y="1508"/>
                    <a:pt x="7239" y="1618"/>
                    <a:pt x="7932" y="1842"/>
                  </a:cubicBezTo>
                  <a:cubicBezTo>
                    <a:pt x="8171" y="1920"/>
                    <a:pt x="8101" y="2268"/>
                    <a:pt x="7882" y="2268"/>
                  </a:cubicBezTo>
                  <a:cubicBezTo>
                    <a:pt x="7862" y="2268"/>
                    <a:pt x="7841" y="2265"/>
                    <a:pt x="7819" y="2258"/>
                  </a:cubicBezTo>
                  <a:cubicBezTo>
                    <a:pt x="7105" y="2056"/>
                    <a:pt x="6404" y="1955"/>
                    <a:pt x="5719" y="1955"/>
                  </a:cubicBezTo>
                  <a:cubicBezTo>
                    <a:pt x="4191" y="1955"/>
                    <a:pt x="2743" y="2456"/>
                    <a:pt x="1421" y="3448"/>
                  </a:cubicBezTo>
                  <a:cubicBezTo>
                    <a:pt x="1396" y="3465"/>
                    <a:pt x="1371" y="3473"/>
                    <a:pt x="1346" y="3473"/>
                  </a:cubicBezTo>
                  <a:cubicBezTo>
                    <a:pt x="1231" y="3473"/>
                    <a:pt x="1133" y="3302"/>
                    <a:pt x="1239" y="3211"/>
                  </a:cubicBezTo>
                  <a:cubicBezTo>
                    <a:pt x="2516" y="2101"/>
                    <a:pt x="4153" y="1508"/>
                    <a:pt x="5812" y="1508"/>
                  </a:cubicBezTo>
                  <a:close/>
                  <a:moveTo>
                    <a:pt x="5825" y="3884"/>
                  </a:moveTo>
                  <a:cubicBezTo>
                    <a:pt x="6698" y="3884"/>
                    <a:pt x="7865" y="3925"/>
                    <a:pt x="8189" y="4784"/>
                  </a:cubicBezTo>
                  <a:cubicBezTo>
                    <a:pt x="8245" y="4935"/>
                    <a:pt x="8096" y="5056"/>
                    <a:pt x="7961" y="5056"/>
                  </a:cubicBezTo>
                  <a:cubicBezTo>
                    <a:pt x="7892" y="5056"/>
                    <a:pt x="7826" y="5024"/>
                    <a:pt x="7793" y="4948"/>
                  </a:cubicBezTo>
                  <a:cubicBezTo>
                    <a:pt x="7553" y="4414"/>
                    <a:pt x="6659" y="4277"/>
                    <a:pt x="5788" y="4277"/>
                  </a:cubicBezTo>
                  <a:cubicBezTo>
                    <a:pt x="5152" y="4277"/>
                    <a:pt x="4529" y="4350"/>
                    <a:pt x="4181" y="4394"/>
                  </a:cubicBezTo>
                  <a:cubicBezTo>
                    <a:pt x="3135" y="4521"/>
                    <a:pt x="2179" y="4837"/>
                    <a:pt x="1210" y="5233"/>
                  </a:cubicBezTo>
                  <a:cubicBezTo>
                    <a:pt x="1195" y="5239"/>
                    <a:pt x="1180" y="5242"/>
                    <a:pt x="1167" y="5242"/>
                  </a:cubicBezTo>
                  <a:cubicBezTo>
                    <a:pt x="1051" y="5242"/>
                    <a:pt x="993" y="5050"/>
                    <a:pt x="1107" y="4987"/>
                  </a:cubicBezTo>
                  <a:cubicBezTo>
                    <a:pt x="2449" y="4261"/>
                    <a:pt x="3964" y="3884"/>
                    <a:pt x="5491" y="3884"/>
                  </a:cubicBezTo>
                  <a:cubicBezTo>
                    <a:pt x="5513" y="3884"/>
                    <a:pt x="5536" y="3884"/>
                    <a:pt x="5559" y="3884"/>
                  </a:cubicBezTo>
                  <a:cubicBezTo>
                    <a:pt x="5643" y="3884"/>
                    <a:pt x="5732" y="3884"/>
                    <a:pt x="5825" y="3884"/>
                  </a:cubicBezTo>
                  <a:close/>
                  <a:moveTo>
                    <a:pt x="4421" y="5869"/>
                  </a:moveTo>
                  <a:cubicBezTo>
                    <a:pt x="5673" y="5869"/>
                    <a:pt x="6925" y="6199"/>
                    <a:pt x="8056" y="6852"/>
                  </a:cubicBezTo>
                  <a:cubicBezTo>
                    <a:pt x="8256" y="6965"/>
                    <a:pt x="8135" y="7240"/>
                    <a:pt x="7949" y="7240"/>
                  </a:cubicBezTo>
                  <a:cubicBezTo>
                    <a:pt x="7916" y="7240"/>
                    <a:pt x="7881" y="7232"/>
                    <a:pt x="7846" y="7212"/>
                  </a:cubicBezTo>
                  <a:cubicBezTo>
                    <a:pt x="6722" y="6586"/>
                    <a:pt x="5535" y="6274"/>
                    <a:pt x="4342" y="6274"/>
                  </a:cubicBezTo>
                  <a:cubicBezTo>
                    <a:pt x="3257" y="6274"/>
                    <a:pt x="2168" y="6532"/>
                    <a:pt x="1118" y="7047"/>
                  </a:cubicBezTo>
                  <a:cubicBezTo>
                    <a:pt x="1092" y="7060"/>
                    <a:pt x="1067" y="7066"/>
                    <a:pt x="1042" y="7066"/>
                  </a:cubicBezTo>
                  <a:cubicBezTo>
                    <a:pt x="894" y="7066"/>
                    <a:pt x="795" y="6856"/>
                    <a:pt x="954" y="6767"/>
                  </a:cubicBezTo>
                  <a:cubicBezTo>
                    <a:pt x="2041" y="6167"/>
                    <a:pt x="3232" y="5869"/>
                    <a:pt x="4421" y="5869"/>
                  </a:cubicBezTo>
                  <a:close/>
                  <a:moveTo>
                    <a:pt x="5491" y="1"/>
                  </a:moveTo>
                  <a:cubicBezTo>
                    <a:pt x="3996" y="1"/>
                    <a:pt x="2523" y="408"/>
                    <a:pt x="1129" y="1188"/>
                  </a:cubicBezTo>
                  <a:cubicBezTo>
                    <a:pt x="1109" y="1199"/>
                    <a:pt x="1090" y="1204"/>
                    <a:pt x="1072" y="1204"/>
                  </a:cubicBezTo>
                  <a:cubicBezTo>
                    <a:pt x="1003" y="1204"/>
                    <a:pt x="955" y="1133"/>
                    <a:pt x="972" y="1071"/>
                  </a:cubicBezTo>
                  <a:lnTo>
                    <a:pt x="531" y="1052"/>
                  </a:lnTo>
                  <a:cubicBezTo>
                    <a:pt x="427" y="3874"/>
                    <a:pt x="281" y="6702"/>
                    <a:pt x="1" y="9504"/>
                  </a:cubicBezTo>
                  <a:cubicBezTo>
                    <a:pt x="796" y="8016"/>
                    <a:pt x="2346" y="7558"/>
                    <a:pt x="4052" y="7558"/>
                  </a:cubicBezTo>
                  <a:cubicBezTo>
                    <a:pt x="5909" y="7558"/>
                    <a:pt x="7950" y="8100"/>
                    <a:pt x="9405" y="8447"/>
                  </a:cubicBezTo>
                  <a:cubicBezTo>
                    <a:pt x="9415" y="8450"/>
                    <a:pt x="9419" y="8454"/>
                    <a:pt x="9426" y="8457"/>
                  </a:cubicBezTo>
                  <a:cubicBezTo>
                    <a:pt x="9380" y="6611"/>
                    <a:pt x="9398" y="4767"/>
                    <a:pt x="9422" y="2924"/>
                  </a:cubicBezTo>
                  <a:cubicBezTo>
                    <a:pt x="9434" y="2070"/>
                    <a:pt x="9444" y="1212"/>
                    <a:pt x="9458" y="356"/>
                  </a:cubicBezTo>
                  <a:lnTo>
                    <a:pt x="8807" y="347"/>
                  </a:lnTo>
                  <a:cubicBezTo>
                    <a:pt x="8807" y="465"/>
                    <a:pt x="8732" y="581"/>
                    <a:pt x="8610" y="581"/>
                  </a:cubicBezTo>
                  <a:cubicBezTo>
                    <a:pt x="8585" y="581"/>
                    <a:pt x="8558" y="576"/>
                    <a:pt x="8529" y="565"/>
                  </a:cubicBezTo>
                  <a:cubicBezTo>
                    <a:pt x="7517" y="185"/>
                    <a:pt x="6499" y="1"/>
                    <a:pt x="54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2"/>
            <p:cNvSpPr/>
            <p:nvPr/>
          </p:nvSpPr>
          <p:spPr>
            <a:xfrm>
              <a:off x="-1373950" y="379675"/>
              <a:ext cx="235150" cy="70825"/>
            </a:xfrm>
            <a:custGeom>
              <a:avLst/>
              <a:gdLst/>
              <a:ahLst/>
              <a:cxnLst/>
              <a:rect l="l" t="t" r="r" b="b"/>
              <a:pathLst>
                <a:path w="9406" h="2833" extrusionOk="0">
                  <a:moveTo>
                    <a:pt x="4044" y="1"/>
                  </a:moveTo>
                  <a:cubicBezTo>
                    <a:pt x="2376" y="1"/>
                    <a:pt x="882" y="529"/>
                    <a:pt x="1" y="2355"/>
                  </a:cubicBezTo>
                  <a:cubicBezTo>
                    <a:pt x="235" y="2353"/>
                    <a:pt x="469" y="2352"/>
                    <a:pt x="703" y="2352"/>
                  </a:cubicBezTo>
                  <a:cubicBezTo>
                    <a:pt x="3176" y="2352"/>
                    <a:pt x="5646" y="2490"/>
                    <a:pt x="8111" y="2746"/>
                  </a:cubicBezTo>
                  <a:cubicBezTo>
                    <a:pt x="8180" y="2753"/>
                    <a:pt x="8235" y="2789"/>
                    <a:pt x="8274" y="2833"/>
                  </a:cubicBezTo>
                  <a:cubicBezTo>
                    <a:pt x="9047" y="2479"/>
                    <a:pt x="9405" y="1722"/>
                    <a:pt x="9405" y="850"/>
                  </a:cubicBezTo>
                  <a:cubicBezTo>
                    <a:pt x="9402" y="840"/>
                    <a:pt x="9398" y="832"/>
                    <a:pt x="9398" y="818"/>
                  </a:cubicBezTo>
                  <a:lnTo>
                    <a:pt x="9398" y="808"/>
                  </a:lnTo>
                  <a:cubicBezTo>
                    <a:pt x="9360" y="823"/>
                    <a:pt x="9322" y="836"/>
                    <a:pt x="9278" y="836"/>
                  </a:cubicBezTo>
                  <a:cubicBezTo>
                    <a:pt x="9264" y="836"/>
                    <a:pt x="9249" y="834"/>
                    <a:pt x="9234" y="832"/>
                  </a:cubicBezTo>
                  <a:cubicBezTo>
                    <a:pt x="7633" y="552"/>
                    <a:pt x="5748" y="1"/>
                    <a:pt x="4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2"/>
            <p:cNvSpPr/>
            <p:nvPr/>
          </p:nvSpPr>
          <p:spPr>
            <a:xfrm>
              <a:off x="-1351075" y="166300"/>
              <a:ext cx="196350" cy="41025"/>
            </a:xfrm>
            <a:custGeom>
              <a:avLst/>
              <a:gdLst/>
              <a:ahLst/>
              <a:cxnLst/>
              <a:rect l="l" t="t" r="r" b="b"/>
              <a:pathLst>
                <a:path w="7854" h="1641" extrusionOk="0">
                  <a:moveTo>
                    <a:pt x="4669" y="1"/>
                  </a:moveTo>
                  <a:cubicBezTo>
                    <a:pt x="3049" y="1"/>
                    <a:pt x="1450" y="476"/>
                    <a:pt x="64" y="1440"/>
                  </a:cubicBezTo>
                  <a:cubicBezTo>
                    <a:pt x="40" y="1457"/>
                    <a:pt x="22" y="1482"/>
                    <a:pt x="18" y="1508"/>
                  </a:cubicBezTo>
                  <a:cubicBezTo>
                    <a:pt x="1" y="1570"/>
                    <a:pt x="50" y="1641"/>
                    <a:pt x="118" y="1641"/>
                  </a:cubicBezTo>
                  <a:cubicBezTo>
                    <a:pt x="136" y="1641"/>
                    <a:pt x="155" y="1636"/>
                    <a:pt x="175" y="1625"/>
                  </a:cubicBezTo>
                  <a:cubicBezTo>
                    <a:pt x="1569" y="845"/>
                    <a:pt x="3042" y="438"/>
                    <a:pt x="4538" y="438"/>
                  </a:cubicBezTo>
                  <a:cubicBezTo>
                    <a:pt x="5545" y="438"/>
                    <a:pt x="6564" y="622"/>
                    <a:pt x="7576" y="1002"/>
                  </a:cubicBezTo>
                  <a:cubicBezTo>
                    <a:pt x="7605" y="1013"/>
                    <a:pt x="7632" y="1018"/>
                    <a:pt x="7657" y="1018"/>
                  </a:cubicBezTo>
                  <a:cubicBezTo>
                    <a:pt x="7778" y="1018"/>
                    <a:pt x="7853" y="902"/>
                    <a:pt x="7853" y="784"/>
                  </a:cubicBezTo>
                  <a:cubicBezTo>
                    <a:pt x="7853" y="696"/>
                    <a:pt x="7807" y="599"/>
                    <a:pt x="7700" y="560"/>
                  </a:cubicBezTo>
                  <a:cubicBezTo>
                    <a:pt x="6713" y="188"/>
                    <a:pt x="5687" y="1"/>
                    <a:pt x="4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-1347000" y="121225"/>
              <a:ext cx="183600" cy="33450"/>
            </a:xfrm>
            <a:custGeom>
              <a:avLst/>
              <a:gdLst/>
              <a:ahLst/>
              <a:cxnLst/>
              <a:rect l="l" t="t" r="r" b="b"/>
              <a:pathLst>
                <a:path w="7344" h="1338" extrusionOk="0">
                  <a:moveTo>
                    <a:pt x="4162" y="1"/>
                  </a:moveTo>
                  <a:cubicBezTo>
                    <a:pt x="2774" y="1"/>
                    <a:pt x="1392" y="358"/>
                    <a:pt x="158" y="1055"/>
                  </a:cubicBezTo>
                  <a:cubicBezTo>
                    <a:pt x="1" y="1140"/>
                    <a:pt x="96" y="1338"/>
                    <a:pt x="242" y="1338"/>
                  </a:cubicBezTo>
                  <a:cubicBezTo>
                    <a:pt x="265" y="1338"/>
                    <a:pt x="289" y="1333"/>
                    <a:pt x="314" y="1322"/>
                  </a:cubicBezTo>
                  <a:cubicBezTo>
                    <a:pt x="1517" y="773"/>
                    <a:pt x="2728" y="503"/>
                    <a:pt x="3952" y="503"/>
                  </a:cubicBezTo>
                  <a:cubicBezTo>
                    <a:pt x="4944" y="503"/>
                    <a:pt x="5944" y="680"/>
                    <a:pt x="6953" y="1029"/>
                  </a:cubicBezTo>
                  <a:cubicBezTo>
                    <a:pt x="6983" y="1040"/>
                    <a:pt x="7012" y="1045"/>
                    <a:pt x="7039" y="1045"/>
                  </a:cubicBezTo>
                  <a:cubicBezTo>
                    <a:pt x="7275" y="1045"/>
                    <a:pt x="7344" y="654"/>
                    <a:pt x="7085" y="552"/>
                  </a:cubicBezTo>
                  <a:cubicBezTo>
                    <a:pt x="6143" y="182"/>
                    <a:pt x="5151" y="1"/>
                    <a:pt x="4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2"/>
            <p:cNvSpPr/>
            <p:nvPr/>
          </p:nvSpPr>
          <p:spPr>
            <a:xfrm>
              <a:off x="-1350100" y="274325"/>
              <a:ext cx="181300" cy="33975"/>
            </a:xfrm>
            <a:custGeom>
              <a:avLst/>
              <a:gdLst/>
              <a:ahLst/>
              <a:cxnLst/>
              <a:rect l="l" t="t" r="r" b="b"/>
              <a:pathLst>
                <a:path w="7252" h="1359" extrusionOk="0">
                  <a:moveTo>
                    <a:pt x="4498" y="0"/>
                  </a:moveTo>
                  <a:cubicBezTo>
                    <a:pt x="2971" y="0"/>
                    <a:pt x="1456" y="377"/>
                    <a:pt x="114" y="1104"/>
                  </a:cubicBezTo>
                  <a:cubicBezTo>
                    <a:pt x="0" y="1168"/>
                    <a:pt x="58" y="1358"/>
                    <a:pt x="173" y="1358"/>
                  </a:cubicBezTo>
                  <a:cubicBezTo>
                    <a:pt x="187" y="1358"/>
                    <a:pt x="202" y="1355"/>
                    <a:pt x="217" y="1349"/>
                  </a:cubicBezTo>
                  <a:cubicBezTo>
                    <a:pt x="1186" y="955"/>
                    <a:pt x="2142" y="637"/>
                    <a:pt x="3188" y="510"/>
                  </a:cubicBezTo>
                  <a:cubicBezTo>
                    <a:pt x="3535" y="466"/>
                    <a:pt x="4158" y="393"/>
                    <a:pt x="4794" y="393"/>
                  </a:cubicBezTo>
                  <a:cubicBezTo>
                    <a:pt x="5665" y="393"/>
                    <a:pt x="6559" y="530"/>
                    <a:pt x="6800" y="1065"/>
                  </a:cubicBezTo>
                  <a:cubicBezTo>
                    <a:pt x="6833" y="1141"/>
                    <a:pt x="6898" y="1173"/>
                    <a:pt x="6967" y="1173"/>
                  </a:cubicBezTo>
                  <a:cubicBezTo>
                    <a:pt x="7103" y="1173"/>
                    <a:pt x="7252" y="1051"/>
                    <a:pt x="7194" y="900"/>
                  </a:cubicBezTo>
                  <a:cubicBezTo>
                    <a:pt x="6868" y="30"/>
                    <a:pt x="5676" y="0"/>
                    <a:pt x="4799" y="0"/>
                  </a:cubicBezTo>
                  <a:cubicBezTo>
                    <a:pt x="4734" y="0"/>
                    <a:pt x="4671" y="0"/>
                    <a:pt x="4611" y="0"/>
                  </a:cubicBezTo>
                  <a:cubicBezTo>
                    <a:pt x="4572" y="0"/>
                    <a:pt x="4535" y="0"/>
                    <a:pt x="4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2"/>
            <p:cNvSpPr/>
            <p:nvPr/>
          </p:nvSpPr>
          <p:spPr>
            <a:xfrm>
              <a:off x="-1355075" y="323950"/>
              <a:ext cx="186550" cy="34300"/>
            </a:xfrm>
            <a:custGeom>
              <a:avLst/>
              <a:gdLst/>
              <a:ahLst/>
              <a:cxnLst/>
              <a:rect l="l" t="t" r="r" b="b"/>
              <a:pathLst>
                <a:path w="7462" h="1372" extrusionOk="0">
                  <a:moveTo>
                    <a:pt x="3627" y="0"/>
                  </a:moveTo>
                  <a:cubicBezTo>
                    <a:pt x="2438" y="0"/>
                    <a:pt x="1247" y="298"/>
                    <a:pt x="160" y="898"/>
                  </a:cubicBezTo>
                  <a:cubicBezTo>
                    <a:pt x="1" y="987"/>
                    <a:pt x="100" y="1197"/>
                    <a:pt x="248" y="1197"/>
                  </a:cubicBezTo>
                  <a:cubicBezTo>
                    <a:pt x="273" y="1197"/>
                    <a:pt x="298" y="1191"/>
                    <a:pt x="324" y="1178"/>
                  </a:cubicBezTo>
                  <a:cubicBezTo>
                    <a:pt x="1374" y="663"/>
                    <a:pt x="2463" y="405"/>
                    <a:pt x="3548" y="405"/>
                  </a:cubicBezTo>
                  <a:cubicBezTo>
                    <a:pt x="4741" y="405"/>
                    <a:pt x="5928" y="717"/>
                    <a:pt x="7052" y="1343"/>
                  </a:cubicBezTo>
                  <a:cubicBezTo>
                    <a:pt x="7087" y="1363"/>
                    <a:pt x="7122" y="1371"/>
                    <a:pt x="7155" y="1371"/>
                  </a:cubicBezTo>
                  <a:cubicBezTo>
                    <a:pt x="7341" y="1371"/>
                    <a:pt x="7462" y="1096"/>
                    <a:pt x="7262" y="983"/>
                  </a:cubicBezTo>
                  <a:cubicBezTo>
                    <a:pt x="6131" y="330"/>
                    <a:pt x="4879" y="0"/>
                    <a:pt x="3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2"/>
            <p:cNvSpPr/>
            <p:nvPr/>
          </p:nvSpPr>
          <p:spPr>
            <a:xfrm>
              <a:off x="-1346575" y="214925"/>
              <a:ext cx="175925" cy="49150"/>
            </a:xfrm>
            <a:custGeom>
              <a:avLst/>
              <a:gdLst/>
              <a:ahLst/>
              <a:cxnLst/>
              <a:rect l="l" t="t" r="r" b="b"/>
              <a:pathLst>
                <a:path w="7037" h="1966" extrusionOk="0">
                  <a:moveTo>
                    <a:pt x="4679" y="0"/>
                  </a:moveTo>
                  <a:cubicBezTo>
                    <a:pt x="3020" y="0"/>
                    <a:pt x="1382" y="594"/>
                    <a:pt x="105" y="1705"/>
                  </a:cubicBezTo>
                  <a:cubicBezTo>
                    <a:pt x="0" y="1796"/>
                    <a:pt x="97" y="1966"/>
                    <a:pt x="211" y="1966"/>
                  </a:cubicBezTo>
                  <a:cubicBezTo>
                    <a:pt x="236" y="1966"/>
                    <a:pt x="262" y="1958"/>
                    <a:pt x="287" y="1940"/>
                  </a:cubicBezTo>
                  <a:cubicBezTo>
                    <a:pt x="1609" y="949"/>
                    <a:pt x="3059" y="448"/>
                    <a:pt x="4588" y="448"/>
                  </a:cubicBezTo>
                  <a:cubicBezTo>
                    <a:pt x="5272" y="448"/>
                    <a:pt x="5973" y="548"/>
                    <a:pt x="6685" y="750"/>
                  </a:cubicBezTo>
                  <a:cubicBezTo>
                    <a:pt x="6707" y="757"/>
                    <a:pt x="6728" y="760"/>
                    <a:pt x="6748" y="760"/>
                  </a:cubicBezTo>
                  <a:cubicBezTo>
                    <a:pt x="6967" y="760"/>
                    <a:pt x="7037" y="412"/>
                    <a:pt x="6798" y="334"/>
                  </a:cubicBezTo>
                  <a:cubicBezTo>
                    <a:pt x="6106" y="110"/>
                    <a:pt x="5391" y="0"/>
                    <a:pt x="4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2"/>
            <p:cNvSpPr/>
            <p:nvPr/>
          </p:nvSpPr>
          <p:spPr>
            <a:xfrm>
              <a:off x="-1617675" y="61700"/>
              <a:ext cx="246350" cy="171100"/>
            </a:xfrm>
            <a:custGeom>
              <a:avLst/>
              <a:gdLst/>
              <a:ahLst/>
              <a:cxnLst/>
              <a:rect l="l" t="t" r="r" b="b"/>
              <a:pathLst>
                <a:path w="9854" h="6844" extrusionOk="0">
                  <a:moveTo>
                    <a:pt x="5012" y="1481"/>
                  </a:moveTo>
                  <a:cubicBezTo>
                    <a:pt x="6247" y="1481"/>
                    <a:pt x="7486" y="1775"/>
                    <a:pt x="8622" y="2361"/>
                  </a:cubicBezTo>
                  <a:cubicBezTo>
                    <a:pt x="8837" y="2475"/>
                    <a:pt x="8702" y="2761"/>
                    <a:pt x="8500" y="2761"/>
                  </a:cubicBezTo>
                  <a:cubicBezTo>
                    <a:pt x="8468" y="2761"/>
                    <a:pt x="8435" y="2754"/>
                    <a:pt x="8401" y="2738"/>
                  </a:cubicBezTo>
                  <a:cubicBezTo>
                    <a:pt x="7241" y="2195"/>
                    <a:pt x="6054" y="1925"/>
                    <a:pt x="4868" y="1925"/>
                  </a:cubicBezTo>
                  <a:cubicBezTo>
                    <a:pt x="3632" y="1925"/>
                    <a:pt x="2396" y="2218"/>
                    <a:pt x="1193" y="2799"/>
                  </a:cubicBezTo>
                  <a:cubicBezTo>
                    <a:pt x="1172" y="2809"/>
                    <a:pt x="1151" y="2813"/>
                    <a:pt x="1131" y="2813"/>
                  </a:cubicBezTo>
                  <a:cubicBezTo>
                    <a:pt x="1010" y="2813"/>
                    <a:pt x="932" y="2644"/>
                    <a:pt x="1060" y="2568"/>
                  </a:cubicBezTo>
                  <a:cubicBezTo>
                    <a:pt x="2278" y="1842"/>
                    <a:pt x="3643" y="1481"/>
                    <a:pt x="5012" y="1481"/>
                  </a:cubicBezTo>
                  <a:close/>
                  <a:moveTo>
                    <a:pt x="5536" y="3482"/>
                  </a:moveTo>
                  <a:cubicBezTo>
                    <a:pt x="6527" y="3482"/>
                    <a:pt x="7519" y="3662"/>
                    <a:pt x="8459" y="4044"/>
                  </a:cubicBezTo>
                  <a:cubicBezTo>
                    <a:pt x="8683" y="4138"/>
                    <a:pt x="8629" y="4472"/>
                    <a:pt x="8417" y="4472"/>
                  </a:cubicBezTo>
                  <a:cubicBezTo>
                    <a:pt x="8395" y="4472"/>
                    <a:pt x="8371" y="4468"/>
                    <a:pt x="8345" y="4460"/>
                  </a:cubicBezTo>
                  <a:cubicBezTo>
                    <a:pt x="7302" y="4130"/>
                    <a:pt x="6279" y="3953"/>
                    <a:pt x="5267" y="3953"/>
                  </a:cubicBezTo>
                  <a:cubicBezTo>
                    <a:pt x="4010" y="3953"/>
                    <a:pt x="2771" y="4226"/>
                    <a:pt x="1531" y="4815"/>
                  </a:cubicBezTo>
                  <a:cubicBezTo>
                    <a:pt x="1506" y="4827"/>
                    <a:pt x="1482" y="4832"/>
                    <a:pt x="1459" y="4832"/>
                  </a:cubicBezTo>
                  <a:cubicBezTo>
                    <a:pt x="1320" y="4832"/>
                    <a:pt x="1230" y="4639"/>
                    <a:pt x="1376" y="4561"/>
                  </a:cubicBezTo>
                  <a:cubicBezTo>
                    <a:pt x="2656" y="3862"/>
                    <a:pt x="4096" y="3482"/>
                    <a:pt x="5536" y="3482"/>
                  </a:cubicBezTo>
                  <a:close/>
                  <a:moveTo>
                    <a:pt x="5042" y="0"/>
                  </a:moveTo>
                  <a:cubicBezTo>
                    <a:pt x="3372" y="0"/>
                    <a:pt x="1653" y="404"/>
                    <a:pt x="0" y="842"/>
                  </a:cubicBezTo>
                  <a:cubicBezTo>
                    <a:pt x="39" y="2835"/>
                    <a:pt x="65" y="4837"/>
                    <a:pt x="36" y="6834"/>
                  </a:cubicBezTo>
                  <a:lnTo>
                    <a:pt x="986" y="6844"/>
                  </a:lnTo>
                  <a:cubicBezTo>
                    <a:pt x="992" y="6811"/>
                    <a:pt x="1011" y="6784"/>
                    <a:pt x="1047" y="6762"/>
                  </a:cubicBezTo>
                  <a:cubicBezTo>
                    <a:pt x="2342" y="5870"/>
                    <a:pt x="3904" y="5443"/>
                    <a:pt x="5469" y="5443"/>
                  </a:cubicBezTo>
                  <a:cubicBezTo>
                    <a:pt x="6539" y="5443"/>
                    <a:pt x="7611" y="5642"/>
                    <a:pt x="8600" y="6030"/>
                  </a:cubicBezTo>
                  <a:cubicBezTo>
                    <a:pt x="8703" y="6069"/>
                    <a:pt x="8749" y="6161"/>
                    <a:pt x="8749" y="6249"/>
                  </a:cubicBezTo>
                  <a:lnTo>
                    <a:pt x="9626" y="6293"/>
                  </a:lnTo>
                  <a:cubicBezTo>
                    <a:pt x="9704" y="4737"/>
                    <a:pt x="9779" y="3186"/>
                    <a:pt x="9838" y="1635"/>
                  </a:cubicBezTo>
                  <a:cubicBezTo>
                    <a:pt x="9838" y="1613"/>
                    <a:pt x="9850" y="1596"/>
                    <a:pt x="9853" y="1577"/>
                  </a:cubicBezTo>
                  <a:cubicBezTo>
                    <a:pt x="9809" y="1571"/>
                    <a:pt x="9763" y="1557"/>
                    <a:pt x="9724" y="1525"/>
                  </a:cubicBezTo>
                  <a:cubicBezTo>
                    <a:pt x="8284" y="391"/>
                    <a:pt x="6687" y="0"/>
                    <a:pt x="50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2"/>
            <p:cNvSpPr/>
            <p:nvPr/>
          </p:nvSpPr>
          <p:spPr>
            <a:xfrm>
              <a:off x="-1623625" y="210250"/>
              <a:ext cx="246600" cy="194600"/>
            </a:xfrm>
            <a:custGeom>
              <a:avLst/>
              <a:gdLst/>
              <a:ahLst/>
              <a:cxnLst/>
              <a:rect l="l" t="t" r="r" b="b"/>
              <a:pathLst>
                <a:path w="9864" h="7784" extrusionOk="0">
                  <a:moveTo>
                    <a:pt x="5456" y="1641"/>
                  </a:moveTo>
                  <a:cubicBezTo>
                    <a:pt x="6684" y="1641"/>
                    <a:pt x="7918" y="1908"/>
                    <a:pt x="9031" y="2400"/>
                  </a:cubicBezTo>
                  <a:cubicBezTo>
                    <a:pt x="9241" y="2493"/>
                    <a:pt x="9125" y="2827"/>
                    <a:pt x="8928" y="2827"/>
                  </a:cubicBezTo>
                  <a:cubicBezTo>
                    <a:pt x="8905" y="2827"/>
                    <a:pt x="8881" y="2823"/>
                    <a:pt x="8856" y="2813"/>
                  </a:cubicBezTo>
                  <a:cubicBezTo>
                    <a:pt x="7694" y="2340"/>
                    <a:pt x="6577" y="2125"/>
                    <a:pt x="5464" y="2125"/>
                  </a:cubicBezTo>
                  <a:cubicBezTo>
                    <a:pt x="4222" y="2125"/>
                    <a:pt x="2985" y="2392"/>
                    <a:pt x="1694" y="2869"/>
                  </a:cubicBezTo>
                  <a:cubicBezTo>
                    <a:pt x="1681" y="2874"/>
                    <a:pt x="1668" y="2876"/>
                    <a:pt x="1655" y="2876"/>
                  </a:cubicBezTo>
                  <a:cubicBezTo>
                    <a:pt x="1555" y="2876"/>
                    <a:pt x="1510" y="2718"/>
                    <a:pt x="1604" y="2660"/>
                  </a:cubicBezTo>
                  <a:cubicBezTo>
                    <a:pt x="2771" y="1962"/>
                    <a:pt x="4110" y="1641"/>
                    <a:pt x="5456" y="1641"/>
                  </a:cubicBezTo>
                  <a:close/>
                  <a:moveTo>
                    <a:pt x="5095" y="3813"/>
                  </a:moveTo>
                  <a:cubicBezTo>
                    <a:pt x="6181" y="3813"/>
                    <a:pt x="7270" y="4050"/>
                    <a:pt x="8277" y="4517"/>
                  </a:cubicBezTo>
                  <a:cubicBezTo>
                    <a:pt x="8513" y="4627"/>
                    <a:pt x="8361" y="4933"/>
                    <a:pt x="8144" y="4933"/>
                  </a:cubicBezTo>
                  <a:cubicBezTo>
                    <a:pt x="8112" y="4933"/>
                    <a:pt x="8079" y="4927"/>
                    <a:pt x="8046" y="4913"/>
                  </a:cubicBezTo>
                  <a:cubicBezTo>
                    <a:pt x="7028" y="4480"/>
                    <a:pt x="6008" y="4270"/>
                    <a:pt x="4996" y="4270"/>
                  </a:cubicBezTo>
                  <a:cubicBezTo>
                    <a:pt x="3751" y="4270"/>
                    <a:pt x="2518" y="4587"/>
                    <a:pt x="1314" y="5196"/>
                  </a:cubicBezTo>
                  <a:cubicBezTo>
                    <a:pt x="1291" y="5208"/>
                    <a:pt x="1269" y="5213"/>
                    <a:pt x="1248" y="5213"/>
                  </a:cubicBezTo>
                  <a:cubicBezTo>
                    <a:pt x="1129" y="5213"/>
                    <a:pt x="1053" y="5044"/>
                    <a:pt x="1178" y="4962"/>
                  </a:cubicBezTo>
                  <a:cubicBezTo>
                    <a:pt x="2359" y="4191"/>
                    <a:pt x="3724" y="3813"/>
                    <a:pt x="5095" y="3813"/>
                  </a:cubicBezTo>
                  <a:close/>
                  <a:moveTo>
                    <a:pt x="5732" y="0"/>
                  </a:moveTo>
                  <a:cubicBezTo>
                    <a:pt x="4281" y="0"/>
                    <a:pt x="2867" y="369"/>
                    <a:pt x="1416" y="1048"/>
                  </a:cubicBezTo>
                  <a:cubicBezTo>
                    <a:pt x="1394" y="1058"/>
                    <a:pt x="1373" y="1062"/>
                    <a:pt x="1353" y="1062"/>
                  </a:cubicBezTo>
                  <a:cubicBezTo>
                    <a:pt x="1266" y="1062"/>
                    <a:pt x="1204" y="978"/>
                    <a:pt x="1224" y="902"/>
                  </a:cubicBezTo>
                  <a:lnTo>
                    <a:pt x="274" y="892"/>
                  </a:lnTo>
                  <a:cubicBezTo>
                    <a:pt x="245" y="2898"/>
                    <a:pt x="167" y="4904"/>
                    <a:pt x="1" y="6905"/>
                  </a:cubicBezTo>
                  <a:cubicBezTo>
                    <a:pt x="1051" y="6375"/>
                    <a:pt x="3148" y="5883"/>
                    <a:pt x="5131" y="5883"/>
                  </a:cubicBezTo>
                  <a:cubicBezTo>
                    <a:pt x="7100" y="5883"/>
                    <a:pt x="8956" y="6368"/>
                    <a:pt x="9565" y="7784"/>
                  </a:cubicBezTo>
                  <a:cubicBezTo>
                    <a:pt x="9621" y="5307"/>
                    <a:pt x="9743" y="2826"/>
                    <a:pt x="9864" y="351"/>
                  </a:cubicBezTo>
                  <a:lnTo>
                    <a:pt x="8989" y="307"/>
                  </a:lnTo>
                  <a:cubicBezTo>
                    <a:pt x="8989" y="418"/>
                    <a:pt x="8916" y="528"/>
                    <a:pt x="8796" y="528"/>
                  </a:cubicBezTo>
                  <a:cubicBezTo>
                    <a:pt x="8773" y="528"/>
                    <a:pt x="8747" y="524"/>
                    <a:pt x="8720" y="514"/>
                  </a:cubicBezTo>
                  <a:cubicBezTo>
                    <a:pt x="7693" y="166"/>
                    <a:pt x="6704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2"/>
            <p:cNvSpPr/>
            <p:nvPr/>
          </p:nvSpPr>
          <p:spPr>
            <a:xfrm>
              <a:off x="-1585925" y="251250"/>
              <a:ext cx="193350" cy="30950"/>
            </a:xfrm>
            <a:custGeom>
              <a:avLst/>
              <a:gdLst/>
              <a:ahLst/>
              <a:cxnLst/>
              <a:rect l="l" t="t" r="r" b="b"/>
              <a:pathLst>
                <a:path w="7734" h="1238" extrusionOk="0">
                  <a:moveTo>
                    <a:pt x="3948" y="1"/>
                  </a:moveTo>
                  <a:cubicBezTo>
                    <a:pt x="2602" y="1"/>
                    <a:pt x="1263" y="322"/>
                    <a:pt x="96" y="1020"/>
                  </a:cubicBezTo>
                  <a:cubicBezTo>
                    <a:pt x="0" y="1078"/>
                    <a:pt x="49" y="1238"/>
                    <a:pt x="149" y="1238"/>
                  </a:cubicBezTo>
                  <a:cubicBezTo>
                    <a:pt x="161" y="1238"/>
                    <a:pt x="173" y="1235"/>
                    <a:pt x="186" y="1231"/>
                  </a:cubicBezTo>
                  <a:cubicBezTo>
                    <a:pt x="1478" y="754"/>
                    <a:pt x="2716" y="485"/>
                    <a:pt x="3959" y="485"/>
                  </a:cubicBezTo>
                  <a:cubicBezTo>
                    <a:pt x="5072" y="485"/>
                    <a:pt x="6187" y="700"/>
                    <a:pt x="7348" y="1173"/>
                  </a:cubicBezTo>
                  <a:cubicBezTo>
                    <a:pt x="7373" y="1183"/>
                    <a:pt x="7398" y="1188"/>
                    <a:pt x="7421" y="1188"/>
                  </a:cubicBezTo>
                  <a:cubicBezTo>
                    <a:pt x="7618" y="1188"/>
                    <a:pt x="7733" y="853"/>
                    <a:pt x="7523" y="760"/>
                  </a:cubicBezTo>
                  <a:cubicBezTo>
                    <a:pt x="6410" y="268"/>
                    <a:pt x="5176" y="1"/>
                    <a:pt x="3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2"/>
            <p:cNvSpPr/>
            <p:nvPr/>
          </p:nvSpPr>
          <p:spPr>
            <a:xfrm>
              <a:off x="-1594400" y="98700"/>
              <a:ext cx="197675" cy="33350"/>
            </a:xfrm>
            <a:custGeom>
              <a:avLst/>
              <a:gdLst/>
              <a:ahLst/>
              <a:cxnLst/>
              <a:rect l="l" t="t" r="r" b="b"/>
              <a:pathLst>
                <a:path w="7907" h="1334" extrusionOk="0">
                  <a:moveTo>
                    <a:pt x="4081" y="1"/>
                  </a:moveTo>
                  <a:cubicBezTo>
                    <a:pt x="2712" y="1"/>
                    <a:pt x="1347" y="362"/>
                    <a:pt x="129" y="1088"/>
                  </a:cubicBezTo>
                  <a:cubicBezTo>
                    <a:pt x="1" y="1164"/>
                    <a:pt x="79" y="1333"/>
                    <a:pt x="200" y="1333"/>
                  </a:cubicBezTo>
                  <a:cubicBezTo>
                    <a:pt x="220" y="1333"/>
                    <a:pt x="241" y="1329"/>
                    <a:pt x="262" y="1319"/>
                  </a:cubicBezTo>
                  <a:cubicBezTo>
                    <a:pt x="1465" y="738"/>
                    <a:pt x="2701" y="445"/>
                    <a:pt x="3937" y="445"/>
                  </a:cubicBezTo>
                  <a:cubicBezTo>
                    <a:pt x="5123" y="445"/>
                    <a:pt x="6310" y="715"/>
                    <a:pt x="7470" y="1258"/>
                  </a:cubicBezTo>
                  <a:cubicBezTo>
                    <a:pt x="7504" y="1274"/>
                    <a:pt x="7537" y="1281"/>
                    <a:pt x="7569" y="1281"/>
                  </a:cubicBezTo>
                  <a:cubicBezTo>
                    <a:pt x="7771" y="1281"/>
                    <a:pt x="7906" y="995"/>
                    <a:pt x="7691" y="881"/>
                  </a:cubicBezTo>
                  <a:cubicBezTo>
                    <a:pt x="6555" y="295"/>
                    <a:pt x="5316" y="1"/>
                    <a:pt x="4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2"/>
            <p:cNvSpPr/>
            <p:nvPr/>
          </p:nvSpPr>
          <p:spPr>
            <a:xfrm>
              <a:off x="-1593525" y="197750"/>
              <a:ext cx="194625" cy="39050"/>
            </a:xfrm>
            <a:custGeom>
              <a:avLst/>
              <a:gdLst/>
              <a:ahLst/>
              <a:cxnLst/>
              <a:rect l="l" t="t" r="r" b="b"/>
              <a:pathLst>
                <a:path w="7785" h="1562" extrusionOk="0">
                  <a:moveTo>
                    <a:pt x="4504" y="1"/>
                  </a:moveTo>
                  <a:cubicBezTo>
                    <a:pt x="2938" y="1"/>
                    <a:pt x="1376" y="428"/>
                    <a:pt x="81" y="1320"/>
                  </a:cubicBezTo>
                  <a:cubicBezTo>
                    <a:pt x="45" y="1342"/>
                    <a:pt x="26" y="1369"/>
                    <a:pt x="20" y="1402"/>
                  </a:cubicBezTo>
                  <a:cubicBezTo>
                    <a:pt x="0" y="1478"/>
                    <a:pt x="62" y="1562"/>
                    <a:pt x="149" y="1562"/>
                  </a:cubicBezTo>
                  <a:cubicBezTo>
                    <a:pt x="169" y="1562"/>
                    <a:pt x="190" y="1558"/>
                    <a:pt x="212" y="1548"/>
                  </a:cubicBezTo>
                  <a:cubicBezTo>
                    <a:pt x="1663" y="869"/>
                    <a:pt x="3077" y="500"/>
                    <a:pt x="4528" y="500"/>
                  </a:cubicBezTo>
                  <a:cubicBezTo>
                    <a:pt x="5500" y="500"/>
                    <a:pt x="6489" y="666"/>
                    <a:pt x="7516" y="1014"/>
                  </a:cubicBezTo>
                  <a:cubicBezTo>
                    <a:pt x="7543" y="1024"/>
                    <a:pt x="7569" y="1028"/>
                    <a:pt x="7592" y="1028"/>
                  </a:cubicBezTo>
                  <a:cubicBezTo>
                    <a:pt x="7712" y="1028"/>
                    <a:pt x="7785" y="918"/>
                    <a:pt x="7785" y="807"/>
                  </a:cubicBezTo>
                  <a:cubicBezTo>
                    <a:pt x="7785" y="719"/>
                    <a:pt x="7737" y="627"/>
                    <a:pt x="7635" y="588"/>
                  </a:cubicBezTo>
                  <a:cubicBezTo>
                    <a:pt x="6646" y="200"/>
                    <a:pt x="5574" y="1"/>
                    <a:pt x="4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2"/>
            <p:cNvSpPr/>
            <p:nvPr/>
          </p:nvSpPr>
          <p:spPr>
            <a:xfrm>
              <a:off x="-1586925" y="148725"/>
              <a:ext cx="186350" cy="33775"/>
            </a:xfrm>
            <a:custGeom>
              <a:avLst/>
              <a:gdLst/>
              <a:ahLst/>
              <a:cxnLst/>
              <a:rect l="l" t="t" r="r" b="b"/>
              <a:pathLst>
                <a:path w="7454" h="1351" extrusionOk="0">
                  <a:moveTo>
                    <a:pt x="4306" y="1"/>
                  </a:moveTo>
                  <a:cubicBezTo>
                    <a:pt x="2867" y="1"/>
                    <a:pt x="1427" y="381"/>
                    <a:pt x="148" y="1080"/>
                  </a:cubicBezTo>
                  <a:cubicBezTo>
                    <a:pt x="0" y="1158"/>
                    <a:pt x="91" y="1351"/>
                    <a:pt x="230" y="1351"/>
                  </a:cubicBezTo>
                  <a:cubicBezTo>
                    <a:pt x="253" y="1351"/>
                    <a:pt x="277" y="1346"/>
                    <a:pt x="301" y="1334"/>
                  </a:cubicBezTo>
                  <a:cubicBezTo>
                    <a:pt x="1541" y="745"/>
                    <a:pt x="2781" y="472"/>
                    <a:pt x="4038" y="472"/>
                  </a:cubicBezTo>
                  <a:cubicBezTo>
                    <a:pt x="5050" y="472"/>
                    <a:pt x="6072" y="649"/>
                    <a:pt x="7115" y="979"/>
                  </a:cubicBezTo>
                  <a:cubicBezTo>
                    <a:pt x="7141" y="987"/>
                    <a:pt x="7165" y="991"/>
                    <a:pt x="7187" y="991"/>
                  </a:cubicBezTo>
                  <a:cubicBezTo>
                    <a:pt x="7399" y="991"/>
                    <a:pt x="7453" y="657"/>
                    <a:pt x="7229" y="563"/>
                  </a:cubicBezTo>
                  <a:cubicBezTo>
                    <a:pt x="6290" y="181"/>
                    <a:pt x="5298" y="1"/>
                    <a:pt x="4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-1624000" y="370275"/>
              <a:ext cx="236275" cy="83975"/>
            </a:xfrm>
            <a:custGeom>
              <a:avLst/>
              <a:gdLst/>
              <a:ahLst/>
              <a:cxnLst/>
              <a:rect l="l" t="t" r="r" b="b"/>
              <a:pathLst>
                <a:path w="9451" h="3359" extrusionOk="0">
                  <a:moveTo>
                    <a:pt x="5378" y="0"/>
                  </a:moveTo>
                  <a:cubicBezTo>
                    <a:pt x="3411" y="0"/>
                    <a:pt x="1244" y="550"/>
                    <a:pt x="146" y="953"/>
                  </a:cubicBezTo>
                  <a:cubicBezTo>
                    <a:pt x="123" y="962"/>
                    <a:pt x="99" y="966"/>
                    <a:pt x="77" y="966"/>
                  </a:cubicBezTo>
                  <a:cubicBezTo>
                    <a:pt x="49" y="966"/>
                    <a:pt x="24" y="960"/>
                    <a:pt x="0" y="948"/>
                  </a:cubicBezTo>
                  <a:lnTo>
                    <a:pt x="0" y="948"/>
                  </a:lnTo>
                  <a:cubicBezTo>
                    <a:pt x="126" y="1542"/>
                    <a:pt x="224" y="2300"/>
                    <a:pt x="498" y="2716"/>
                  </a:cubicBezTo>
                  <a:cubicBezTo>
                    <a:pt x="826" y="3219"/>
                    <a:pt x="1237" y="3359"/>
                    <a:pt x="1684" y="3359"/>
                  </a:cubicBezTo>
                  <a:cubicBezTo>
                    <a:pt x="2140" y="3359"/>
                    <a:pt x="2633" y="3213"/>
                    <a:pt x="3118" y="3158"/>
                  </a:cubicBezTo>
                  <a:cubicBezTo>
                    <a:pt x="4701" y="2973"/>
                    <a:pt x="6291" y="2852"/>
                    <a:pt x="7883" y="2784"/>
                  </a:cubicBezTo>
                  <a:cubicBezTo>
                    <a:pt x="8406" y="2760"/>
                    <a:pt x="8929" y="2745"/>
                    <a:pt x="9451" y="2738"/>
                  </a:cubicBezTo>
                  <a:cubicBezTo>
                    <a:pt x="9357" y="629"/>
                    <a:pt x="7481" y="0"/>
                    <a:pt x="5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2"/>
            <p:cNvSpPr/>
            <p:nvPr/>
          </p:nvSpPr>
          <p:spPr>
            <a:xfrm>
              <a:off x="-1597300" y="305575"/>
              <a:ext cx="186500" cy="35025"/>
            </a:xfrm>
            <a:custGeom>
              <a:avLst/>
              <a:gdLst/>
              <a:ahLst/>
              <a:cxnLst/>
              <a:rect l="l" t="t" r="r" b="b"/>
              <a:pathLst>
                <a:path w="7460" h="1401" extrusionOk="0">
                  <a:moveTo>
                    <a:pt x="4043" y="0"/>
                  </a:moveTo>
                  <a:cubicBezTo>
                    <a:pt x="2672" y="0"/>
                    <a:pt x="1307" y="379"/>
                    <a:pt x="125" y="1149"/>
                  </a:cubicBezTo>
                  <a:cubicBezTo>
                    <a:pt x="1" y="1231"/>
                    <a:pt x="75" y="1401"/>
                    <a:pt x="194" y="1401"/>
                  </a:cubicBezTo>
                  <a:cubicBezTo>
                    <a:pt x="215" y="1401"/>
                    <a:pt x="238" y="1395"/>
                    <a:pt x="261" y="1383"/>
                  </a:cubicBezTo>
                  <a:cubicBezTo>
                    <a:pt x="1465" y="774"/>
                    <a:pt x="2698" y="457"/>
                    <a:pt x="3943" y="457"/>
                  </a:cubicBezTo>
                  <a:cubicBezTo>
                    <a:pt x="4955" y="457"/>
                    <a:pt x="5975" y="667"/>
                    <a:pt x="6993" y="1100"/>
                  </a:cubicBezTo>
                  <a:cubicBezTo>
                    <a:pt x="7026" y="1114"/>
                    <a:pt x="7059" y="1120"/>
                    <a:pt x="7091" y="1120"/>
                  </a:cubicBezTo>
                  <a:cubicBezTo>
                    <a:pt x="7308" y="1120"/>
                    <a:pt x="7460" y="814"/>
                    <a:pt x="7224" y="704"/>
                  </a:cubicBezTo>
                  <a:cubicBezTo>
                    <a:pt x="6218" y="237"/>
                    <a:pt x="5129" y="0"/>
                    <a:pt x="4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1" name="Google Shape;1551;p42"/>
          <p:cNvGrpSpPr/>
          <p:nvPr/>
        </p:nvGrpSpPr>
        <p:grpSpPr>
          <a:xfrm>
            <a:off x="6193431" y="2133863"/>
            <a:ext cx="488825" cy="479950"/>
            <a:chOff x="-2539750" y="716850"/>
            <a:chExt cx="488825" cy="479950"/>
          </a:xfrm>
        </p:grpSpPr>
        <p:sp>
          <p:nvSpPr>
            <p:cNvPr id="1552" name="Google Shape;1552;p42"/>
            <p:cNvSpPr/>
            <p:nvPr/>
          </p:nvSpPr>
          <p:spPr>
            <a:xfrm>
              <a:off x="-2539750" y="716850"/>
              <a:ext cx="488825" cy="479950"/>
            </a:xfrm>
            <a:custGeom>
              <a:avLst/>
              <a:gdLst/>
              <a:ahLst/>
              <a:cxnLst/>
              <a:rect l="l" t="t" r="r" b="b"/>
              <a:pathLst>
                <a:path w="19553" h="19198" extrusionOk="0">
                  <a:moveTo>
                    <a:pt x="11099" y="690"/>
                  </a:moveTo>
                  <a:lnTo>
                    <a:pt x="11099" y="690"/>
                  </a:lnTo>
                  <a:cubicBezTo>
                    <a:pt x="12845" y="932"/>
                    <a:pt x="14522" y="1711"/>
                    <a:pt x="15845" y="2878"/>
                  </a:cubicBezTo>
                  <a:cubicBezTo>
                    <a:pt x="14226" y="3974"/>
                    <a:pt x="12937" y="5427"/>
                    <a:pt x="11711" y="6928"/>
                  </a:cubicBezTo>
                  <a:cubicBezTo>
                    <a:pt x="11678" y="6899"/>
                    <a:pt x="11646" y="6871"/>
                    <a:pt x="11617" y="6843"/>
                  </a:cubicBezTo>
                  <a:cubicBezTo>
                    <a:pt x="9942" y="5066"/>
                    <a:pt x="10112" y="2719"/>
                    <a:pt x="11099" y="690"/>
                  </a:cubicBezTo>
                  <a:close/>
                  <a:moveTo>
                    <a:pt x="9934" y="614"/>
                  </a:moveTo>
                  <a:cubicBezTo>
                    <a:pt x="10186" y="614"/>
                    <a:pt x="10439" y="626"/>
                    <a:pt x="10690" y="648"/>
                  </a:cubicBezTo>
                  <a:cubicBezTo>
                    <a:pt x="9280" y="2472"/>
                    <a:pt x="9643" y="5394"/>
                    <a:pt x="11102" y="7085"/>
                  </a:cubicBezTo>
                  <a:cubicBezTo>
                    <a:pt x="11184" y="7180"/>
                    <a:pt x="11272" y="7266"/>
                    <a:pt x="11362" y="7355"/>
                  </a:cubicBezTo>
                  <a:cubicBezTo>
                    <a:pt x="10953" y="7863"/>
                    <a:pt x="10547" y="8372"/>
                    <a:pt x="10134" y="8877"/>
                  </a:cubicBezTo>
                  <a:cubicBezTo>
                    <a:pt x="10109" y="8906"/>
                    <a:pt x="10083" y="8938"/>
                    <a:pt x="10059" y="8967"/>
                  </a:cubicBezTo>
                  <a:cubicBezTo>
                    <a:pt x="8145" y="6938"/>
                    <a:pt x="6201" y="4939"/>
                    <a:pt x="4231" y="2975"/>
                  </a:cubicBezTo>
                  <a:cubicBezTo>
                    <a:pt x="5209" y="2046"/>
                    <a:pt x="6390" y="1331"/>
                    <a:pt x="7703" y="937"/>
                  </a:cubicBezTo>
                  <a:cubicBezTo>
                    <a:pt x="8433" y="715"/>
                    <a:pt x="9184" y="614"/>
                    <a:pt x="9934" y="614"/>
                  </a:cubicBezTo>
                  <a:close/>
                  <a:moveTo>
                    <a:pt x="3961" y="3238"/>
                  </a:moveTo>
                  <a:cubicBezTo>
                    <a:pt x="5872" y="5294"/>
                    <a:pt x="7786" y="7344"/>
                    <a:pt x="9696" y="9397"/>
                  </a:cubicBezTo>
                  <a:cubicBezTo>
                    <a:pt x="9166" y="10027"/>
                    <a:pt x="8619" y="10638"/>
                    <a:pt x="8060" y="11240"/>
                  </a:cubicBezTo>
                  <a:cubicBezTo>
                    <a:pt x="7045" y="10569"/>
                    <a:pt x="5885" y="10311"/>
                    <a:pt x="4694" y="10311"/>
                  </a:cubicBezTo>
                  <a:cubicBezTo>
                    <a:pt x="3612" y="10311"/>
                    <a:pt x="2504" y="10524"/>
                    <a:pt x="1458" y="10834"/>
                  </a:cubicBezTo>
                  <a:cubicBezTo>
                    <a:pt x="986" y="8056"/>
                    <a:pt x="2033" y="5219"/>
                    <a:pt x="3961" y="3238"/>
                  </a:cubicBezTo>
                  <a:close/>
                  <a:moveTo>
                    <a:pt x="4533" y="10752"/>
                  </a:moveTo>
                  <a:cubicBezTo>
                    <a:pt x="5617" y="10752"/>
                    <a:pt x="6683" y="10973"/>
                    <a:pt x="7647" y="11574"/>
                  </a:cubicBezTo>
                  <a:cubicBezTo>
                    <a:pt x="7667" y="11590"/>
                    <a:pt x="7683" y="11603"/>
                    <a:pt x="7703" y="11614"/>
                  </a:cubicBezTo>
                  <a:cubicBezTo>
                    <a:pt x="6444" y="12952"/>
                    <a:pt x="5131" y="14233"/>
                    <a:pt x="3779" y="15489"/>
                  </a:cubicBezTo>
                  <a:cubicBezTo>
                    <a:pt x="2676" y="14279"/>
                    <a:pt x="1880" y="12791"/>
                    <a:pt x="1530" y="11194"/>
                  </a:cubicBezTo>
                  <a:cubicBezTo>
                    <a:pt x="2503" y="10942"/>
                    <a:pt x="3526" y="10752"/>
                    <a:pt x="4533" y="10752"/>
                  </a:cubicBezTo>
                  <a:close/>
                  <a:moveTo>
                    <a:pt x="16219" y="3227"/>
                  </a:moveTo>
                  <a:cubicBezTo>
                    <a:pt x="17058" y="4056"/>
                    <a:pt x="17731" y="5056"/>
                    <a:pt x="18147" y="6174"/>
                  </a:cubicBezTo>
                  <a:cubicBezTo>
                    <a:pt x="18326" y="6655"/>
                    <a:pt x="18485" y="7170"/>
                    <a:pt x="18609" y="7706"/>
                  </a:cubicBezTo>
                  <a:cubicBezTo>
                    <a:pt x="19146" y="9998"/>
                    <a:pt x="19126" y="12657"/>
                    <a:pt x="17859" y="14539"/>
                  </a:cubicBezTo>
                  <a:cubicBezTo>
                    <a:pt x="17488" y="15091"/>
                    <a:pt x="17048" y="15589"/>
                    <a:pt x="16561" y="16034"/>
                  </a:cubicBezTo>
                  <a:cubicBezTo>
                    <a:pt x="14536" y="13785"/>
                    <a:pt x="12490" y="11551"/>
                    <a:pt x="10414" y="9344"/>
                  </a:cubicBezTo>
                  <a:cubicBezTo>
                    <a:pt x="10871" y="8799"/>
                    <a:pt x="11318" y="8255"/>
                    <a:pt x="11770" y="7718"/>
                  </a:cubicBezTo>
                  <a:cubicBezTo>
                    <a:pt x="12771" y="8512"/>
                    <a:pt x="14069" y="8928"/>
                    <a:pt x="15358" y="8928"/>
                  </a:cubicBezTo>
                  <a:cubicBezTo>
                    <a:pt x="16473" y="8928"/>
                    <a:pt x="17581" y="8617"/>
                    <a:pt x="18485" y="7971"/>
                  </a:cubicBezTo>
                  <a:cubicBezTo>
                    <a:pt x="18584" y="7900"/>
                    <a:pt x="18613" y="7800"/>
                    <a:pt x="18599" y="7711"/>
                  </a:cubicBezTo>
                  <a:cubicBezTo>
                    <a:pt x="18577" y="7599"/>
                    <a:pt x="18483" y="7503"/>
                    <a:pt x="18360" y="7503"/>
                  </a:cubicBezTo>
                  <a:cubicBezTo>
                    <a:pt x="18320" y="7503"/>
                    <a:pt x="18277" y="7513"/>
                    <a:pt x="18232" y="7536"/>
                  </a:cubicBezTo>
                  <a:cubicBezTo>
                    <a:pt x="17267" y="8032"/>
                    <a:pt x="16199" y="8323"/>
                    <a:pt x="15152" y="8323"/>
                  </a:cubicBezTo>
                  <a:cubicBezTo>
                    <a:pt x="14073" y="8323"/>
                    <a:pt x="13017" y="8014"/>
                    <a:pt x="12123" y="7302"/>
                  </a:cubicBezTo>
                  <a:cubicBezTo>
                    <a:pt x="13346" y="5856"/>
                    <a:pt x="14617" y="4468"/>
                    <a:pt x="16158" y="3295"/>
                  </a:cubicBezTo>
                  <a:cubicBezTo>
                    <a:pt x="16183" y="3274"/>
                    <a:pt x="16200" y="3252"/>
                    <a:pt x="16219" y="3227"/>
                  </a:cubicBezTo>
                  <a:close/>
                  <a:moveTo>
                    <a:pt x="8119" y="11916"/>
                  </a:moveTo>
                  <a:cubicBezTo>
                    <a:pt x="10027" y="13457"/>
                    <a:pt x="10297" y="16136"/>
                    <a:pt x="9208" y="18285"/>
                  </a:cubicBezTo>
                  <a:cubicBezTo>
                    <a:pt x="9195" y="18314"/>
                    <a:pt x="9188" y="18342"/>
                    <a:pt x="9184" y="18371"/>
                  </a:cubicBezTo>
                  <a:cubicBezTo>
                    <a:pt x="7521" y="18054"/>
                    <a:pt x="5967" y="17488"/>
                    <a:pt x="4594" y="16295"/>
                  </a:cubicBezTo>
                  <a:cubicBezTo>
                    <a:pt x="4384" y="16115"/>
                    <a:pt x="4185" y="15923"/>
                    <a:pt x="3990" y="15723"/>
                  </a:cubicBezTo>
                  <a:cubicBezTo>
                    <a:pt x="5450" y="14556"/>
                    <a:pt x="6825" y="13272"/>
                    <a:pt x="8119" y="11916"/>
                  </a:cubicBezTo>
                  <a:close/>
                  <a:moveTo>
                    <a:pt x="10049" y="9777"/>
                  </a:moveTo>
                  <a:cubicBezTo>
                    <a:pt x="12094" y="11970"/>
                    <a:pt x="14133" y="14169"/>
                    <a:pt x="16158" y="16382"/>
                  </a:cubicBezTo>
                  <a:cubicBezTo>
                    <a:pt x="14855" y="17439"/>
                    <a:pt x="13268" y="18161"/>
                    <a:pt x="11671" y="18580"/>
                  </a:cubicBezTo>
                  <a:cubicBezTo>
                    <a:pt x="11604" y="18599"/>
                    <a:pt x="11558" y="18638"/>
                    <a:pt x="11529" y="18687"/>
                  </a:cubicBezTo>
                  <a:cubicBezTo>
                    <a:pt x="10924" y="18628"/>
                    <a:pt x="10326" y="18560"/>
                    <a:pt x="9742" y="18467"/>
                  </a:cubicBezTo>
                  <a:cubicBezTo>
                    <a:pt x="10931" y="16282"/>
                    <a:pt x="10639" y="13589"/>
                    <a:pt x="8804" y="11831"/>
                  </a:cubicBezTo>
                  <a:cubicBezTo>
                    <a:pt x="8697" y="11727"/>
                    <a:pt x="8583" y="11636"/>
                    <a:pt x="8473" y="11542"/>
                  </a:cubicBezTo>
                  <a:cubicBezTo>
                    <a:pt x="9013" y="10966"/>
                    <a:pt x="9539" y="10375"/>
                    <a:pt x="10049" y="9777"/>
                  </a:cubicBezTo>
                  <a:close/>
                  <a:moveTo>
                    <a:pt x="10184" y="1"/>
                  </a:moveTo>
                  <a:cubicBezTo>
                    <a:pt x="7792" y="1"/>
                    <a:pt x="5529" y="979"/>
                    <a:pt x="3815" y="2556"/>
                  </a:cubicBezTo>
                  <a:lnTo>
                    <a:pt x="3730" y="2469"/>
                  </a:lnTo>
                  <a:cubicBezTo>
                    <a:pt x="3692" y="2431"/>
                    <a:pt x="3650" y="2415"/>
                    <a:pt x="3609" y="2415"/>
                  </a:cubicBezTo>
                  <a:cubicBezTo>
                    <a:pt x="3475" y="2415"/>
                    <a:pt x="3359" y="2589"/>
                    <a:pt x="3476" y="2719"/>
                  </a:cubicBezTo>
                  <a:cubicBezTo>
                    <a:pt x="3505" y="2748"/>
                    <a:pt x="3531" y="2775"/>
                    <a:pt x="3558" y="2804"/>
                  </a:cubicBezTo>
                  <a:cubicBezTo>
                    <a:pt x="1203" y="5131"/>
                    <a:pt x="1" y="8622"/>
                    <a:pt x="1161" y="12198"/>
                  </a:cubicBezTo>
                  <a:cubicBezTo>
                    <a:pt x="2741" y="17080"/>
                    <a:pt x="7078" y="19054"/>
                    <a:pt x="11889" y="19197"/>
                  </a:cubicBezTo>
                  <a:cubicBezTo>
                    <a:pt x="11893" y="19197"/>
                    <a:pt x="11898" y="19197"/>
                    <a:pt x="11902" y="19197"/>
                  </a:cubicBezTo>
                  <a:cubicBezTo>
                    <a:pt x="12046" y="19197"/>
                    <a:pt x="12117" y="19087"/>
                    <a:pt x="12117" y="18973"/>
                  </a:cubicBezTo>
                  <a:cubicBezTo>
                    <a:pt x="15998" y="18072"/>
                    <a:pt x="19542" y="15076"/>
                    <a:pt x="19545" y="10875"/>
                  </a:cubicBezTo>
                  <a:cubicBezTo>
                    <a:pt x="19552" y="6544"/>
                    <a:pt x="17898" y="2552"/>
                    <a:pt x="13746" y="751"/>
                  </a:cubicBezTo>
                  <a:cubicBezTo>
                    <a:pt x="12561" y="236"/>
                    <a:pt x="11357" y="1"/>
                    <a:pt x="10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-2279400" y="909500"/>
              <a:ext cx="218325" cy="208200"/>
            </a:xfrm>
            <a:custGeom>
              <a:avLst/>
              <a:gdLst/>
              <a:ahLst/>
              <a:cxnLst/>
              <a:rect l="l" t="t" r="r" b="b"/>
              <a:pathLst>
                <a:path w="8733" h="8328" extrusionOk="0">
                  <a:moveTo>
                    <a:pt x="8195" y="0"/>
                  </a:moveTo>
                  <a:lnTo>
                    <a:pt x="8195" y="2"/>
                  </a:lnTo>
                  <a:lnTo>
                    <a:pt x="8185" y="5"/>
                  </a:lnTo>
                  <a:cubicBezTo>
                    <a:pt x="8199" y="94"/>
                    <a:pt x="8170" y="194"/>
                    <a:pt x="8071" y="265"/>
                  </a:cubicBezTo>
                  <a:cubicBezTo>
                    <a:pt x="7167" y="912"/>
                    <a:pt x="6060" y="1222"/>
                    <a:pt x="4945" y="1222"/>
                  </a:cubicBezTo>
                  <a:cubicBezTo>
                    <a:pt x="3655" y="1222"/>
                    <a:pt x="2357" y="806"/>
                    <a:pt x="1356" y="12"/>
                  </a:cubicBezTo>
                  <a:cubicBezTo>
                    <a:pt x="904" y="549"/>
                    <a:pt x="457" y="1094"/>
                    <a:pt x="0" y="1638"/>
                  </a:cubicBezTo>
                  <a:cubicBezTo>
                    <a:pt x="2076" y="3845"/>
                    <a:pt x="4122" y="6079"/>
                    <a:pt x="6147" y="8328"/>
                  </a:cubicBezTo>
                  <a:cubicBezTo>
                    <a:pt x="6634" y="7883"/>
                    <a:pt x="7074" y="7385"/>
                    <a:pt x="7445" y="6833"/>
                  </a:cubicBezTo>
                  <a:cubicBezTo>
                    <a:pt x="8712" y="4951"/>
                    <a:pt x="8732" y="2292"/>
                    <a:pt x="8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2"/>
            <p:cNvSpPr/>
            <p:nvPr/>
          </p:nvSpPr>
          <p:spPr>
            <a:xfrm>
              <a:off x="-2236675" y="797500"/>
              <a:ext cx="162175" cy="127425"/>
            </a:xfrm>
            <a:custGeom>
              <a:avLst/>
              <a:gdLst/>
              <a:ahLst/>
              <a:cxnLst/>
              <a:rect l="l" t="t" r="r" b="b"/>
              <a:pathLst>
                <a:path w="6487" h="5097" extrusionOk="0">
                  <a:moveTo>
                    <a:pt x="4096" y="1"/>
                  </a:moveTo>
                  <a:cubicBezTo>
                    <a:pt x="4077" y="26"/>
                    <a:pt x="4060" y="48"/>
                    <a:pt x="4035" y="69"/>
                  </a:cubicBezTo>
                  <a:cubicBezTo>
                    <a:pt x="2494" y="1242"/>
                    <a:pt x="1223" y="2630"/>
                    <a:pt x="0" y="4076"/>
                  </a:cubicBezTo>
                  <a:cubicBezTo>
                    <a:pt x="895" y="4788"/>
                    <a:pt x="1951" y="5097"/>
                    <a:pt x="3030" y="5097"/>
                  </a:cubicBezTo>
                  <a:cubicBezTo>
                    <a:pt x="4076" y="5097"/>
                    <a:pt x="5144" y="4806"/>
                    <a:pt x="6109" y="4310"/>
                  </a:cubicBezTo>
                  <a:cubicBezTo>
                    <a:pt x="6154" y="4287"/>
                    <a:pt x="6197" y="4277"/>
                    <a:pt x="6237" y="4277"/>
                  </a:cubicBezTo>
                  <a:cubicBezTo>
                    <a:pt x="6360" y="4277"/>
                    <a:pt x="6454" y="4373"/>
                    <a:pt x="6476" y="4485"/>
                  </a:cubicBezTo>
                  <a:lnTo>
                    <a:pt x="6486" y="4480"/>
                  </a:lnTo>
                  <a:cubicBezTo>
                    <a:pt x="6362" y="3944"/>
                    <a:pt x="6203" y="3427"/>
                    <a:pt x="6024" y="2948"/>
                  </a:cubicBezTo>
                  <a:cubicBezTo>
                    <a:pt x="5608" y="1830"/>
                    <a:pt x="4935" y="830"/>
                    <a:pt x="4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2"/>
            <p:cNvSpPr/>
            <p:nvPr/>
          </p:nvSpPr>
          <p:spPr>
            <a:xfrm>
              <a:off x="-2327950" y="961300"/>
              <a:ext cx="192150" cy="222750"/>
            </a:xfrm>
            <a:custGeom>
              <a:avLst/>
              <a:gdLst/>
              <a:ahLst/>
              <a:cxnLst/>
              <a:rect l="l" t="t" r="r" b="b"/>
              <a:pathLst>
                <a:path w="7686" h="8910" extrusionOk="0">
                  <a:moveTo>
                    <a:pt x="1577" y="1"/>
                  </a:moveTo>
                  <a:cubicBezTo>
                    <a:pt x="1067" y="599"/>
                    <a:pt x="541" y="1188"/>
                    <a:pt x="1" y="1766"/>
                  </a:cubicBezTo>
                  <a:cubicBezTo>
                    <a:pt x="111" y="1858"/>
                    <a:pt x="225" y="1949"/>
                    <a:pt x="332" y="2053"/>
                  </a:cubicBezTo>
                  <a:cubicBezTo>
                    <a:pt x="2167" y="3811"/>
                    <a:pt x="2459" y="6504"/>
                    <a:pt x="1271" y="8689"/>
                  </a:cubicBezTo>
                  <a:cubicBezTo>
                    <a:pt x="1854" y="8782"/>
                    <a:pt x="2452" y="8850"/>
                    <a:pt x="3057" y="8909"/>
                  </a:cubicBezTo>
                  <a:cubicBezTo>
                    <a:pt x="3086" y="8860"/>
                    <a:pt x="3132" y="8821"/>
                    <a:pt x="3199" y="8802"/>
                  </a:cubicBezTo>
                  <a:cubicBezTo>
                    <a:pt x="4796" y="8383"/>
                    <a:pt x="6383" y="7661"/>
                    <a:pt x="7686" y="6604"/>
                  </a:cubicBezTo>
                  <a:cubicBezTo>
                    <a:pt x="5661" y="4391"/>
                    <a:pt x="3622" y="2192"/>
                    <a:pt x="15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2"/>
            <p:cNvSpPr/>
            <p:nvPr/>
          </p:nvSpPr>
          <p:spPr>
            <a:xfrm>
              <a:off x="-2291200" y="734100"/>
              <a:ext cx="147600" cy="155975"/>
            </a:xfrm>
            <a:custGeom>
              <a:avLst/>
              <a:gdLst/>
              <a:ahLst/>
              <a:cxnLst/>
              <a:rect l="l" t="t" r="r" b="b"/>
              <a:pathLst>
                <a:path w="5904" h="6239" extrusionOk="0">
                  <a:moveTo>
                    <a:pt x="1157" y="0"/>
                  </a:moveTo>
                  <a:lnTo>
                    <a:pt x="1157" y="0"/>
                  </a:lnTo>
                  <a:cubicBezTo>
                    <a:pt x="170" y="2029"/>
                    <a:pt x="0" y="4376"/>
                    <a:pt x="1675" y="6153"/>
                  </a:cubicBezTo>
                  <a:cubicBezTo>
                    <a:pt x="1704" y="6181"/>
                    <a:pt x="1736" y="6209"/>
                    <a:pt x="1769" y="6238"/>
                  </a:cubicBezTo>
                  <a:cubicBezTo>
                    <a:pt x="2995" y="4737"/>
                    <a:pt x="4284" y="3284"/>
                    <a:pt x="5903" y="2188"/>
                  </a:cubicBezTo>
                  <a:cubicBezTo>
                    <a:pt x="4580" y="1021"/>
                    <a:pt x="2903" y="242"/>
                    <a:pt x="1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2"/>
            <p:cNvSpPr/>
            <p:nvPr/>
          </p:nvSpPr>
          <p:spPr>
            <a:xfrm>
              <a:off x="-2434000" y="732175"/>
              <a:ext cx="178325" cy="208850"/>
            </a:xfrm>
            <a:custGeom>
              <a:avLst/>
              <a:gdLst/>
              <a:ahLst/>
              <a:cxnLst/>
              <a:rect l="l" t="t" r="r" b="b"/>
              <a:pathLst>
                <a:path w="7133" h="8354" extrusionOk="0">
                  <a:moveTo>
                    <a:pt x="5701" y="0"/>
                  </a:moveTo>
                  <a:cubicBezTo>
                    <a:pt x="4952" y="0"/>
                    <a:pt x="4202" y="102"/>
                    <a:pt x="3473" y="322"/>
                  </a:cubicBezTo>
                  <a:cubicBezTo>
                    <a:pt x="2160" y="718"/>
                    <a:pt x="979" y="1433"/>
                    <a:pt x="1" y="2362"/>
                  </a:cubicBezTo>
                  <a:cubicBezTo>
                    <a:pt x="1971" y="4326"/>
                    <a:pt x="3915" y="6325"/>
                    <a:pt x="5829" y="8354"/>
                  </a:cubicBezTo>
                  <a:cubicBezTo>
                    <a:pt x="5855" y="8325"/>
                    <a:pt x="5879" y="8293"/>
                    <a:pt x="5904" y="8264"/>
                  </a:cubicBezTo>
                  <a:cubicBezTo>
                    <a:pt x="6317" y="7759"/>
                    <a:pt x="6723" y="7251"/>
                    <a:pt x="7132" y="6742"/>
                  </a:cubicBezTo>
                  <a:cubicBezTo>
                    <a:pt x="7042" y="6653"/>
                    <a:pt x="6954" y="6567"/>
                    <a:pt x="6872" y="6472"/>
                  </a:cubicBezTo>
                  <a:cubicBezTo>
                    <a:pt x="5413" y="4781"/>
                    <a:pt x="5050" y="1859"/>
                    <a:pt x="6460" y="35"/>
                  </a:cubicBezTo>
                  <a:cubicBezTo>
                    <a:pt x="6207" y="12"/>
                    <a:pt x="5954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2"/>
            <p:cNvSpPr/>
            <p:nvPr/>
          </p:nvSpPr>
          <p:spPr>
            <a:xfrm>
              <a:off x="-2440025" y="1014725"/>
              <a:ext cx="157725" cy="161425"/>
            </a:xfrm>
            <a:custGeom>
              <a:avLst/>
              <a:gdLst/>
              <a:ahLst/>
              <a:cxnLst/>
              <a:rect l="l" t="t" r="r" b="b"/>
              <a:pathLst>
                <a:path w="6309" h="6457" extrusionOk="0">
                  <a:moveTo>
                    <a:pt x="4130" y="1"/>
                  </a:moveTo>
                  <a:cubicBezTo>
                    <a:pt x="2836" y="1357"/>
                    <a:pt x="1461" y="2641"/>
                    <a:pt x="1" y="3808"/>
                  </a:cubicBezTo>
                  <a:cubicBezTo>
                    <a:pt x="196" y="4008"/>
                    <a:pt x="395" y="4200"/>
                    <a:pt x="605" y="4382"/>
                  </a:cubicBezTo>
                  <a:cubicBezTo>
                    <a:pt x="1978" y="5573"/>
                    <a:pt x="3534" y="6139"/>
                    <a:pt x="5195" y="6456"/>
                  </a:cubicBezTo>
                  <a:cubicBezTo>
                    <a:pt x="5199" y="6427"/>
                    <a:pt x="5206" y="6399"/>
                    <a:pt x="5219" y="6371"/>
                  </a:cubicBezTo>
                  <a:cubicBezTo>
                    <a:pt x="6308" y="4221"/>
                    <a:pt x="6038" y="1542"/>
                    <a:pt x="41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2"/>
            <p:cNvSpPr/>
            <p:nvPr/>
          </p:nvSpPr>
          <p:spPr>
            <a:xfrm>
              <a:off x="-2515100" y="797800"/>
              <a:ext cx="217750" cy="200050"/>
            </a:xfrm>
            <a:custGeom>
              <a:avLst/>
              <a:gdLst/>
              <a:ahLst/>
              <a:cxnLst/>
              <a:rect l="l" t="t" r="r" b="b"/>
              <a:pathLst>
                <a:path w="8710" h="8002" extrusionOk="0">
                  <a:moveTo>
                    <a:pt x="2975" y="0"/>
                  </a:moveTo>
                  <a:cubicBezTo>
                    <a:pt x="1047" y="1983"/>
                    <a:pt x="0" y="4818"/>
                    <a:pt x="472" y="7598"/>
                  </a:cubicBezTo>
                  <a:cubicBezTo>
                    <a:pt x="1519" y="7287"/>
                    <a:pt x="2627" y="7073"/>
                    <a:pt x="3710" y="7073"/>
                  </a:cubicBezTo>
                  <a:cubicBezTo>
                    <a:pt x="4900" y="7073"/>
                    <a:pt x="6060" y="7331"/>
                    <a:pt x="7074" y="8002"/>
                  </a:cubicBezTo>
                  <a:cubicBezTo>
                    <a:pt x="7633" y="7400"/>
                    <a:pt x="8180" y="6789"/>
                    <a:pt x="8710" y="6159"/>
                  </a:cubicBezTo>
                  <a:cubicBezTo>
                    <a:pt x="6800" y="4106"/>
                    <a:pt x="4886" y="2056"/>
                    <a:pt x="29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2"/>
            <p:cNvSpPr/>
            <p:nvPr/>
          </p:nvSpPr>
          <p:spPr>
            <a:xfrm>
              <a:off x="-2501525" y="985650"/>
              <a:ext cx="154375" cy="118425"/>
            </a:xfrm>
            <a:custGeom>
              <a:avLst/>
              <a:gdLst/>
              <a:ahLst/>
              <a:cxnLst/>
              <a:rect l="l" t="t" r="r" b="b"/>
              <a:pathLst>
                <a:path w="6175" h="4737" extrusionOk="0">
                  <a:moveTo>
                    <a:pt x="3004" y="0"/>
                  </a:moveTo>
                  <a:cubicBezTo>
                    <a:pt x="1997" y="0"/>
                    <a:pt x="974" y="190"/>
                    <a:pt x="1" y="442"/>
                  </a:cubicBezTo>
                  <a:cubicBezTo>
                    <a:pt x="351" y="2041"/>
                    <a:pt x="1147" y="3527"/>
                    <a:pt x="2250" y="4737"/>
                  </a:cubicBezTo>
                  <a:cubicBezTo>
                    <a:pt x="3602" y="3481"/>
                    <a:pt x="4915" y="2200"/>
                    <a:pt x="6174" y="862"/>
                  </a:cubicBezTo>
                  <a:cubicBezTo>
                    <a:pt x="6154" y="851"/>
                    <a:pt x="6140" y="838"/>
                    <a:pt x="6118" y="822"/>
                  </a:cubicBezTo>
                  <a:cubicBezTo>
                    <a:pt x="5155" y="221"/>
                    <a:pt x="4089" y="0"/>
                    <a:pt x="3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561;p42"/>
          <p:cNvGrpSpPr/>
          <p:nvPr/>
        </p:nvGrpSpPr>
        <p:grpSpPr>
          <a:xfrm>
            <a:off x="926000" y="1122863"/>
            <a:ext cx="446975" cy="455625"/>
            <a:chOff x="-980375" y="1066250"/>
            <a:chExt cx="446975" cy="455625"/>
          </a:xfrm>
        </p:grpSpPr>
        <p:sp>
          <p:nvSpPr>
            <p:cNvPr id="1562" name="Google Shape;1562;p42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2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2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2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2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2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8" name="Google Shape;1568;p42"/>
          <p:cNvSpPr/>
          <p:nvPr/>
        </p:nvSpPr>
        <p:spPr>
          <a:xfrm>
            <a:off x="7385181" y="18634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42"/>
          <p:cNvSpPr/>
          <p:nvPr/>
        </p:nvSpPr>
        <p:spPr>
          <a:xfrm>
            <a:off x="5104681" y="45368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42"/>
          <p:cNvSpPr/>
          <p:nvPr/>
        </p:nvSpPr>
        <p:spPr>
          <a:xfrm>
            <a:off x="762493" y="31544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42"/>
          <p:cNvSpPr/>
          <p:nvPr/>
        </p:nvSpPr>
        <p:spPr>
          <a:xfrm>
            <a:off x="2867831" y="15908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42"/>
          <p:cNvSpPr/>
          <p:nvPr/>
        </p:nvSpPr>
        <p:spPr>
          <a:xfrm rot="9196425">
            <a:off x="4584378" y="16168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42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4" name="Google Shape;1574;p42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5" name="Google Shape;1575;p42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6" name="Google Shape;1576;p42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7" name="Google Shape;1577;p42">
            <a:hlinkClick r:id="rId7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8" name="Google Shape;1578;p42">
            <a:hlinkClick r:id="rId8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79" name="Google Shape;1579;p42">
            <a:hlinkClick r:id="rId9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80" name="Google Shape;1580;p42">
            <a:hlinkClick r:id="rId10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81" name="Google Shape;1581;p42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82" name="Google Shape;1582;p42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83" name="Google Shape;1583;p42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584" name="Google Shape;1584;p42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43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Por hacer…</a:t>
            </a:r>
            <a:endParaRPr/>
          </a:p>
        </p:txBody>
      </p:sp>
      <p:graphicFrame>
        <p:nvGraphicFramePr>
          <p:cNvPr id="1590" name="Google Shape;1590;p43"/>
          <p:cNvGraphicFramePr/>
          <p:nvPr/>
        </p:nvGraphicFramePr>
        <p:xfrm>
          <a:off x="792413" y="1598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32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Fecha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Lista de tareas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Prioridad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12-02-2XXX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Hacer la tarea de inglés antes de el jueves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91" name="Google Shape;1591;p43"/>
          <p:cNvSpPr/>
          <p:nvPr/>
        </p:nvSpPr>
        <p:spPr>
          <a:xfrm>
            <a:off x="242706" y="31485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43"/>
          <p:cNvSpPr/>
          <p:nvPr/>
        </p:nvSpPr>
        <p:spPr>
          <a:xfrm>
            <a:off x="5886418" y="13327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3" name="Google Shape;1593;p43"/>
          <p:cNvGrpSpPr/>
          <p:nvPr/>
        </p:nvGrpSpPr>
        <p:grpSpPr>
          <a:xfrm>
            <a:off x="7386526" y="860779"/>
            <a:ext cx="681865" cy="507692"/>
            <a:chOff x="77725" y="1289075"/>
            <a:chExt cx="997900" cy="743000"/>
          </a:xfrm>
        </p:grpSpPr>
        <p:sp>
          <p:nvSpPr>
            <p:cNvPr id="1594" name="Google Shape;1594;p43"/>
            <p:cNvSpPr/>
            <p:nvPr/>
          </p:nvSpPr>
          <p:spPr>
            <a:xfrm>
              <a:off x="77725" y="1289075"/>
              <a:ext cx="997900" cy="709075"/>
            </a:xfrm>
            <a:custGeom>
              <a:avLst/>
              <a:gdLst/>
              <a:ahLst/>
              <a:cxnLst/>
              <a:rect l="l" t="t" r="r" b="b"/>
              <a:pathLst>
                <a:path w="39916" h="28363" extrusionOk="0">
                  <a:moveTo>
                    <a:pt x="35864" y="11414"/>
                  </a:moveTo>
                  <a:cubicBezTo>
                    <a:pt x="35988" y="11516"/>
                    <a:pt x="36101" y="11629"/>
                    <a:pt x="36208" y="11765"/>
                  </a:cubicBezTo>
                  <a:cubicBezTo>
                    <a:pt x="36523" y="12173"/>
                    <a:pt x="36778" y="12654"/>
                    <a:pt x="36993" y="13163"/>
                  </a:cubicBezTo>
                  <a:cubicBezTo>
                    <a:pt x="36824" y="13245"/>
                    <a:pt x="36637" y="13288"/>
                    <a:pt x="36453" y="13288"/>
                  </a:cubicBezTo>
                  <a:cubicBezTo>
                    <a:pt x="36104" y="13288"/>
                    <a:pt x="35765" y="13135"/>
                    <a:pt x="35580" y="12798"/>
                  </a:cubicBezTo>
                  <a:cubicBezTo>
                    <a:pt x="35317" y="12323"/>
                    <a:pt x="35515" y="11779"/>
                    <a:pt x="35864" y="11414"/>
                  </a:cubicBezTo>
                  <a:close/>
                  <a:moveTo>
                    <a:pt x="38215" y="15947"/>
                  </a:moveTo>
                  <a:cubicBezTo>
                    <a:pt x="38494" y="15947"/>
                    <a:pt x="38610" y="16099"/>
                    <a:pt x="38565" y="16408"/>
                  </a:cubicBezTo>
                  <a:cubicBezTo>
                    <a:pt x="38641" y="16807"/>
                    <a:pt x="38633" y="16790"/>
                    <a:pt x="38366" y="17008"/>
                  </a:cubicBezTo>
                  <a:cubicBezTo>
                    <a:pt x="38179" y="17156"/>
                    <a:pt x="37970" y="17292"/>
                    <a:pt x="37758" y="17407"/>
                  </a:cubicBezTo>
                  <a:cubicBezTo>
                    <a:pt x="37367" y="17624"/>
                    <a:pt x="36959" y="17755"/>
                    <a:pt x="36526" y="17862"/>
                  </a:cubicBezTo>
                  <a:cubicBezTo>
                    <a:pt x="36514" y="17866"/>
                    <a:pt x="36509" y="17874"/>
                    <a:pt x="36497" y="17879"/>
                  </a:cubicBezTo>
                  <a:cubicBezTo>
                    <a:pt x="36305" y="17591"/>
                    <a:pt x="36242" y="17246"/>
                    <a:pt x="36322" y="16909"/>
                  </a:cubicBezTo>
                  <a:cubicBezTo>
                    <a:pt x="36327" y="16884"/>
                    <a:pt x="36327" y="16858"/>
                    <a:pt x="36327" y="16838"/>
                  </a:cubicBezTo>
                  <a:cubicBezTo>
                    <a:pt x="36577" y="16617"/>
                    <a:pt x="36840" y="16417"/>
                    <a:pt x="37143" y="16260"/>
                  </a:cubicBezTo>
                  <a:cubicBezTo>
                    <a:pt x="37316" y="16167"/>
                    <a:pt x="37503" y="16077"/>
                    <a:pt x="37695" y="16026"/>
                  </a:cubicBezTo>
                  <a:cubicBezTo>
                    <a:pt x="37826" y="15980"/>
                    <a:pt x="37962" y="15955"/>
                    <a:pt x="38103" y="15955"/>
                  </a:cubicBezTo>
                  <a:cubicBezTo>
                    <a:pt x="38143" y="15950"/>
                    <a:pt x="38180" y="15947"/>
                    <a:pt x="38215" y="15947"/>
                  </a:cubicBezTo>
                  <a:close/>
                  <a:moveTo>
                    <a:pt x="3504" y="23057"/>
                  </a:moveTo>
                  <a:cubicBezTo>
                    <a:pt x="4053" y="23057"/>
                    <a:pt x="4611" y="23428"/>
                    <a:pt x="4674" y="24000"/>
                  </a:cubicBezTo>
                  <a:cubicBezTo>
                    <a:pt x="4733" y="24501"/>
                    <a:pt x="4461" y="24849"/>
                    <a:pt x="4088" y="25087"/>
                  </a:cubicBezTo>
                  <a:cubicBezTo>
                    <a:pt x="3841" y="24416"/>
                    <a:pt x="3603" y="23740"/>
                    <a:pt x="3378" y="23064"/>
                  </a:cubicBezTo>
                  <a:cubicBezTo>
                    <a:pt x="3420" y="23060"/>
                    <a:pt x="3462" y="23057"/>
                    <a:pt x="3504" y="23057"/>
                  </a:cubicBezTo>
                  <a:close/>
                  <a:moveTo>
                    <a:pt x="24288" y="631"/>
                  </a:moveTo>
                  <a:cubicBezTo>
                    <a:pt x="25189" y="631"/>
                    <a:pt x="26066" y="843"/>
                    <a:pt x="26773" y="1508"/>
                  </a:cubicBezTo>
                  <a:cubicBezTo>
                    <a:pt x="27696" y="2379"/>
                    <a:pt x="28061" y="3857"/>
                    <a:pt x="28498" y="5004"/>
                  </a:cubicBezTo>
                  <a:cubicBezTo>
                    <a:pt x="29310" y="7124"/>
                    <a:pt x="30120" y="9243"/>
                    <a:pt x="30961" y="11346"/>
                  </a:cubicBezTo>
                  <a:cubicBezTo>
                    <a:pt x="31009" y="11462"/>
                    <a:pt x="31109" y="11513"/>
                    <a:pt x="31206" y="11513"/>
                  </a:cubicBezTo>
                  <a:cubicBezTo>
                    <a:pt x="31251" y="11513"/>
                    <a:pt x="31296" y="11502"/>
                    <a:pt x="31335" y="11482"/>
                  </a:cubicBezTo>
                  <a:cubicBezTo>
                    <a:pt x="31358" y="11490"/>
                    <a:pt x="31381" y="11497"/>
                    <a:pt x="31406" y="11497"/>
                  </a:cubicBezTo>
                  <a:cubicBezTo>
                    <a:pt x="31421" y="11497"/>
                    <a:pt x="31435" y="11495"/>
                    <a:pt x="31450" y="11490"/>
                  </a:cubicBezTo>
                  <a:cubicBezTo>
                    <a:pt x="32295" y="11242"/>
                    <a:pt x="33317" y="10889"/>
                    <a:pt x="34258" y="10889"/>
                  </a:cubicBezTo>
                  <a:cubicBezTo>
                    <a:pt x="34736" y="10889"/>
                    <a:pt x="35193" y="10980"/>
                    <a:pt x="35595" y="11223"/>
                  </a:cubicBezTo>
                  <a:cubicBezTo>
                    <a:pt x="35052" y="11614"/>
                    <a:pt x="34873" y="12413"/>
                    <a:pt x="35210" y="13016"/>
                  </a:cubicBezTo>
                  <a:cubicBezTo>
                    <a:pt x="35464" y="13475"/>
                    <a:pt x="35979" y="13733"/>
                    <a:pt x="36493" y="13733"/>
                  </a:cubicBezTo>
                  <a:cubicBezTo>
                    <a:pt x="36725" y="13733"/>
                    <a:pt x="36956" y="13681"/>
                    <a:pt x="37163" y="13571"/>
                  </a:cubicBezTo>
                  <a:cubicBezTo>
                    <a:pt x="37418" y="14225"/>
                    <a:pt x="37630" y="14905"/>
                    <a:pt x="37843" y="15509"/>
                  </a:cubicBezTo>
                  <a:cubicBezTo>
                    <a:pt x="37168" y="15640"/>
                    <a:pt x="36450" y="16175"/>
                    <a:pt x="36042" y="16643"/>
                  </a:cubicBezTo>
                  <a:cubicBezTo>
                    <a:pt x="35974" y="16660"/>
                    <a:pt x="35915" y="16702"/>
                    <a:pt x="35889" y="16790"/>
                  </a:cubicBezTo>
                  <a:cubicBezTo>
                    <a:pt x="35886" y="16812"/>
                    <a:pt x="35886" y="16829"/>
                    <a:pt x="35881" y="16850"/>
                  </a:cubicBezTo>
                  <a:cubicBezTo>
                    <a:pt x="35869" y="16880"/>
                    <a:pt x="35860" y="16906"/>
                    <a:pt x="35869" y="16931"/>
                  </a:cubicBezTo>
                  <a:cubicBezTo>
                    <a:pt x="35801" y="17317"/>
                    <a:pt x="35903" y="17701"/>
                    <a:pt x="36152" y="17990"/>
                  </a:cubicBezTo>
                  <a:cubicBezTo>
                    <a:pt x="35694" y="18134"/>
                    <a:pt x="35252" y="18363"/>
                    <a:pt x="34824" y="18579"/>
                  </a:cubicBezTo>
                  <a:cubicBezTo>
                    <a:pt x="34722" y="17857"/>
                    <a:pt x="33788" y="17122"/>
                    <a:pt x="33270" y="16804"/>
                  </a:cubicBezTo>
                  <a:cubicBezTo>
                    <a:pt x="32387" y="16260"/>
                    <a:pt x="31341" y="16009"/>
                    <a:pt x="30302" y="16009"/>
                  </a:cubicBezTo>
                  <a:cubicBezTo>
                    <a:pt x="29969" y="16009"/>
                    <a:pt x="29636" y="16035"/>
                    <a:pt x="29310" y="16085"/>
                  </a:cubicBezTo>
                  <a:cubicBezTo>
                    <a:pt x="26629" y="16498"/>
                    <a:pt x="24259" y="18984"/>
                    <a:pt x="25227" y="21753"/>
                  </a:cubicBezTo>
                  <a:cubicBezTo>
                    <a:pt x="22739" y="22458"/>
                    <a:pt x="20233" y="23129"/>
                    <a:pt x="17782" y="23958"/>
                  </a:cubicBezTo>
                  <a:cubicBezTo>
                    <a:pt x="17008" y="21964"/>
                    <a:pt x="15193" y="20568"/>
                    <a:pt x="13096" y="20568"/>
                  </a:cubicBezTo>
                  <a:cubicBezTo>
                    <a:pt x="12731" y="20568"/>
                    <a:pt x="12357" y="20610"/>
                    <a:pt x="11979" y="20699"/>
                  </a:cubicBezTo>
                  <a:cubicBezTo>
                    <a:pt x="9376" y="21314"/>
                    <a:pt x="7596" y="24071"/>
                    <a:pt x="8433" y="26654"/>
                  </a:cubicBezTo>
                  <a:cubicBezTo>
                    <a:pt x="7766" y="26798"/>
                    <a:pt x="7064" y="27024"/>
                    <a:pt x="6435" y="27316"/>
                  </a:cubicBezTo>
                  <a:cubicBezTo>
                    <a:pt x="6461" y="27287"/>
                    <a:pt x="6483" y="27248"/>
                    <a:pt x="6483" y="27197"/>
                  </a:cubicBezTo>
                  <a:cubicBezTo>
                    <a:pt x="6512" y="26577"/>
                    <a:pt x="6050" y="26022"/>
                    <a:pt x="5464" y="25855"/>
                  </a:cubicBezTo>
                  <a:cubicBezTo>
                    <a:pt x="5341" y="25820"/>
                    <a:pt x="5219" y="25804"/>
                    <a:pt x="5099" y="25804"/>
                  </a:cubicBezTo>
                  <a:cubicBezTo>
                    <a:pt x="4857" y="25804"/>
                    <a:pt x="4624" y="25871"/>
                    <a:pt x="4414" y="25988"/>
                  </a:cubicBezTo>
                  <a:lnTo>
                    <a:pt x="4235" y="25490"/>
                  </a:lnTo>
                  <a:cubicBezTo>
                    <a:pt x="4827" y="25223"/>
                    <a:pt x="5192" y="24501"/>
                    <a:pt x="5056" y="23859"/>
                  </a:cubicBezTo>
                  <a:cubicBezTo>
                    <a:pt x="4910" y="23178"/>
                    <a:pt x="4276" y="22740"/>
                    <a:pt x="3613" y="22740"/>
                  </a:cubicBezTo>
                  <a:cubicBezTo>
                    <a:pt x="3504" y="22740"/>
                    <a:pt x="3393" y="22752"/>
                    <a:pt x="3284" y="22777"/>
                  </a:cubicBezTo>
                  <a:cubicBezTo>
                    <a:pt x="2409" y="20113"/>
                    <a:pt x="1696" y="17399"/>
                    <a:pt x="1263" y="14621"/>
                  </a:cubicBezTo>
                  <a:cubicBezTo>
                    <a:pt x="1198" y="14225"/>
                    <a:pt x="1144" y="13826"/>
                    <a:pt x="1093" y="13427"/>
                  </a:cubicBezTo>
                  <a:cubicBezTo>
                    <a:pt x="744" y="10658"/>
                    <a:pt x="1385" y="8526"/>
                    <a:pt x="3972" y="7187"/>
                  </a:cubicBezTo>
                  <a:cubicBezTo>
                    <a:pt x="6019" y="6129"/>
                    <a:pt x="8262" y="5347"/>
                    <a:pt x="10424" y="4549"/>
                  </a:cubicBezTo>
                  <a:cubicBezTo>
                    <a:pt x="13490" y="3424"/>
                    <a:pt x="16652" y="2298"/>
                    <a:pt x="19846" y="1466"/>
                  </a:cubicBezTo>
                  <a:cubicBezTo>
                    <a:pt x="20709" y="1241"/>
                    <a:pt x="21575" y="1032"/>
                    <a:pt x="22441" y="854"/>
                  </a:cubicBezTo>
                  <a:cubicBezTo>
                    <a:pt x="23038" y="731"/>
                    <a:pt x="23669" y="631"/>
                    <a:pt x="24288" y="631"/>
                  </a:cubicBezTo>
                  <a:close/>
                  <a:moveTo>
                    <a:pt x="5142" y="26316"/>
                  </a:moveTo>
                  <a:cubicBezTo>
                    <a:pt x="5601" y="26316"/>
                    <a:pt x="6036" y="26609"/>
                    <a:pt x="6096" y="27199"/>
                  </a:cubicBezTo>
                  <a:cubicBezTo>
                    <a:pt x="6109" y="27318"/>
                    <a:pt x="6203" y="27381"/>
                    <a:pt x="6296" y="27386"/>
                  </a:cubicBezTo>
                  <a:cubicBezTo>
                    <a:pt x="6248" y="27406"/>
                    <a:pt x="6198" y="27428"/>
                    <a:pt x="6152" y="27449"/>
                  </a:cubicBezTo>
                  <a:cubicBezTo>
                    <a:pt x="6096" y="27479"/>
                    <a:pt x="6067" y="27525"/>
                    <a:pt x="6050" y="27573"/>
                  </a:cubicBezTo>
                  <a:cubicBezTo>
                    <a:pt x="5671" y="27641"/>
                    <a:pt x="5294" y="27717"/>
                    <a:pt x="4920" y="27819"/>
                  </a:cubicBezTo>
                  <a:cubicBezTo>
                    <a:pt x="4852" y="27831"/>
                    <a:pt x="4784" y="27843"/>
                    <a:pt x="4711" y="27853"/>
                  </a:cubicBezTo>
                  <a:cubicBezTo>
                    <a:pt x="4661" y="27858"/>
                    <a:pt x="4610" y="27862"/>
                    <a:pt x="4559" y="27862"/>
                  </a:cubicBezTo>
                  <a:cubicBezTo>
                    <a:pt x="4284" y="27862"/>
                    <a:pt x="4015" y="27767"/>
                    <a:pt x="4015" y="27398"/>
                  </a:cubicBezTo>
                  <a:cubicBezTo>
                    <a:pt x="4011" y="27211"/>
                    <a:pt x="4100" y="27012"/>
                    <a:pt x="4193" y="26851"/>
                  </a:cubicBezTo>
                  <a:cubicBezTo>
                    <a:pt x="4411" y="26495"/>
                    <a:pt x="4783" y="26316"/>
                    <a:pt x="5142" y="26316"/>
                  </a:cubicBezTo>
                  <a:close/>
                  <a:moveTo>
                    <a:pt x="24175" y="0"/>
                  </a:moveTo>
                  <a:cubicBezTo>
                    <a:pt x="22306" y="0"/>
                    <a:pt x="20318" y="765"/>
                    <a:pt x="18597" y="1253"/>
                  </a:cubicBezTo>
                  <a:cubicBezTo>
                    <a:pt x="15658" y="2091"/>
                    <a:pt x="12751" y="3037"/>
                    <a:pt x="9889" y="4099"/>
                  </a:cubicBezTo>
                  <a:cubicBezTo>
                    <a:pt x="6614" y="5313"/>
                    <a:pt x="1020" y="6550"/>
                    <a:pt x="371" y="10678"/>
                  </a:cubicBezTo>
                  <a:cubicBezTo>
                    <a:pt x="0" y="13024"/>
                    <a:pt x="795" y="15814"/>
                    <a:pt x="1325" y="18070"/>
                  </a:cubicBezTo>
                  <a:cubicBezTo>
                    <a:pt x="1920" y="20580"/>
                    <a:pt x="2706" y="23023"/>
                    <a:pt x="3704" y="25393"/>
                  </a:cubicBezTo>
                  <a:cubicBezTo>
                    <a:pt x="3704" y="25456"/>
                    <a:pt x="3729" y="25524"/>
                    <a:pt x="3777" y="25563"/>
                  </a:cubicBezTo>
                  <a:lnTo>
                    <a:pt x="4043" y="26186"/>
                  </a:lnTo>
                  <a:cubicBezTo>
                    <a:pt x="4052" y="26203"/>
                    <a:pt x="4066" y="26217"/>
                    <a:pt x="4077" y="26229"/>
                  </a:cubicBezTo>
                  <a:cubicBezTo>
                    <a:pt x="3981" y="26327"/>
                    <a:pt x="3887" y="26433"/>
                    <a:pt x="3811" y="26548"/>
                  </a:cubicBezTo>
                  <a:cubicBezTo>
                    <a:pt x="3522" y="26993"/>
                    <a:pt x="3296" y="27887"/>
                    <a:pt x="3865" y="28222"/>
                  </a:cubicBezTo>
                  <a:cubicBezTo>
                    <a:pt x="4034" y="28321"/>
                    <a:pt x="4233" y="28363"/>
                    <a:pt x="4444" y="28363"/>
                  </a:cubicBezTo>
                  <a:cubicBezTo>
                    <a:pt x="4835" y="28363"/>
                    <a:pt x="5266" y="28220"/>
                    <a:pt x="5625" y="28043"/>
                  </a:cubicBezTo>
                  <a:cubicBezTo>
                    <a:pt x="5824" y="28006"/>
                    <a:pt x="6019" y="27963"/>
                    <a:pt x="6215" y="27916"/>
                  </a:cubicBezTo>
                  <a:cubicBezTo>
                    <a:pt x="6240" y="27924"/>
                    <a:pt x="6268" y="27930"/>
                    <a:pt x="6296" y="27930"/>
                  </a:cubicBezTo>
                  <a:cubicBezTo>
                    <a:pt x="6314" y="27930"/>
                    <a:pt x="6332" y="27928"/>
                    <a:pt x="6350" y="27921"/>
                  </a:cubicBezTo>
                  <a:cubicBezTo>
                    <a:pt x="7115" y="27703"/>
                    <a:pt x="7913" y="27321"/>
                    <a:pt x="8589" y="26905"/>
                  </a:cubicBezTo>
                  <a:cubicBezTo>
                    <a:pt x="8593" y="26905"/>
                    <a:pt x="8596" y="26905"/>
                    <a:pt x="8599" y="26905"/>
                  </a:cubicBezTo>
                  <a:cubicBezTo>
                    <a:pt x="8650" y="26905"/>
                    <a:pt x="8699" y="26879"/>
                    <a:pt x="8691" y="26812"/>
                  </a:cubicBezTo>
                  <a:cubicBezTo>
                    <a:pt x="8465" y="24433"/>
                    <a:pt x="9243" y="21914"/>
                    <a:pt x="11839" y="21217"/>
                  </a:cubicBezTo>
                  <a:cubicBezTo>
                    <a:pt x="12255" y="21105"/>
                    <a:pt x="12667" y="21051"/>
                    <a:pt x="13066" y="21051"/>
                  </a:cubicBezTo>
                  <a:cubicBezTo>
                    <a:pt x="15009" y="21051"/>
                    <a:pt x="16682" y="22318"/>
                    <a:pt x="17348" y="24255"/>
                  </a:cubicBezTo>
                  <a:cubicBezTo>
                    <a:pt x="17391" y="24376"/>
                    <a:pt x="17490" y="24428"/>
                    <a:pt x="17592" y="24428"/>
                  </a:cubicBezTo>
                  <a:cubicBezTo>
                    <a:pt x="17633" y="24428"/>
                    <a:pt x="17675" y="24419"/>
                    <a:pt x="17714" y="24403"/>
                  </a:cubicBezTo>
                  <a:cubicBezTo>
                    <a:pt x="17728" y="24407"/>
                    <a:pt x="17744" y="24409"/>
                    <a:pt x="17760" y="24409"/>
                  </a:cubicBezTo>
                  <a:cubicBezTo>
                    <a:pt x="17777" y="24409"/>
                    <a:pt x="17794" y="24407"/>
                    <a:pt x="17811" y="24403"/>
                  </a:cubicBezTo>
                  <a:cubicBezTo>
                    <a:pt x="20381" y="23813"/>
                    <a:pt x="22909" y="23049"/>
                    <a:pt x="25443" y="22330"/>
                  </a:cubicBezTo>
                  <a:cubicBezTo>
                    <a:pt x="25669" y="22262"/>
                    <a:pt x="25698" y="22033"/>
                    <a:pt x="25610" y="21875"/>
                  </a:cubicBezTo>
                  <a:lnTo>
                    <a:pt x="25610" y="21863"/>
                  </a:lnTo>
                  <a:cubicBezTo>
                    <a:pt x="25163" y="19425"/>
                    <a:pt x="26527" y="17331"/>
                    <a:pt x="28953" y="16748"/>
                  </a:cubicBezTo>
                  <a:cubicBezTo>
                    <a:pt x="29388" y="16642"/>
                    <a:pt x="29845" y="16588"/>
                    <a:pt x="30302" y="16588"/>
                  </a:cubicBezTo>
                  <a:cubicBezTo>
                    <a:pt x="30839" y="16588"/>
                    <a:pt x="31376" y="16663"/>
                    <a:pt x="31880" y="16816"/>
                  </a:cubicBezTo>
                  <a:cubicBezTo>
                    <a:pt x="32495" y="16991"/>
                    <a:pt x="33044" y="17288"/>
                    <a:pt x="33523" y="17709"/>
                  </a:cubicBezTo>
                  <a:cubicBezTo>
                    <a:pt x="33659" y="17981"/>
                    <a:pt x="33842" y="18202"/>
                    <a:pt x="34063" y="18380"/>
                  </a:cubicBezTo>
                  <a:cubicBezTo>
                    <a:pt x="34041" y="18579"/>
                    <a:pt x="34097" y="18788"/>
                    <a:pt x="34224" y="18944"/>
                  </a:cubicBezTo>
                  <a:cubicBezTo>
                    <a:pt x="34262" y="19038"/>
                    <a:pt x="34343" y="19114"/>
                    <a:pt x="34457" y="19123"/>
                  </a:cubicBezTo>
                  <a:cubicBezTo>
                    <a:pt x="34479" y="19136"/>
                    <a:pt x="34499" y="19148"/>
                    <a:pt x="34525" y="19157"/>
                  </a:cubicBezTo>
                  <a:cubicBezTo>
                    <a:pt x="34537" y="19161"/>
                    <a:pt x="34550" y="19163"/>
                    <a:pt x="34562" y="19163"/>
                  </a:cubicBezTo>
                  <a:cubicBezTo>
                    <a:pt x="34617" y="19163"/>
                    <a:pt x="34667" y="19126"/>
                    <a:pt x="34695" y="19077"/>
                  </a:cubicBezTo>
                  <a:cubicBezTo>
                    <a:pt x="34708" y="19068"/>
                    <a:pt x="34717" y="19055"/>
                    <a:pt x="34729" y="19043"/>
                  </a:cubicBezTo>
                  <a:lnTo>
                    <a:pt x="34746" y="19043"/>
                  </a:lnTo>
                  <a:cubicBezTo>
                    <a:pt x="35320" y="18865"/>
                    <a:pt x="35932" y="18720"/>
                    <a:pt x="36467" y="18440"/>
                  </a:cubicBezTo>
                  <a:cubicBezTo>
                    <a:pt x="36513" y="18418"/>
                    <a:pt x="36543" y="18384"/>
                    <a:pt x="36564" y="18346"/>
                  </a:cubicBezTo>
                  <a:cubicBezTo>
                    <a:pt x="36575" y="18348"/>
                    <a:pt x="36587" y="18349"/>
                    <a:pt x="36599" y="18349"/>
                  </a:cubicBezTo>
                  <a:cubicBezTo>
                    <a:pt x="36617" y="18349"/>
                    <a:pt x="36636" y="18347"/>
                    <a:pt x="36657" y="18341"/>
                  </a:cubicBezTo>
                  <a:cubicBezTo>
                    <a:pt x="37494" y="18146"/>
                    <a:pt x="39915" y="17174"/>
                    <a:pt x="39057" y="15955"/>
                  </a:cubicBezTo>
                  <a:cubicBezTo>
                    <a:pt x="38862" y="15678"/>
                    <a:pt x="38621" y="15538"/>
                    <a:pt x="38352" y="15491"/>
                  </a:cubicBezTo>
                  <a:cubicBezTo>
                    <a:pt x="38352" y="15462"/>
                    <a:pt x="38352" y="15431"/>
                    <a:pt x="38340" y="15397"/>
                  </a:cubicBezTo>
                  <a:cubicBezTo>
                    <a:pt x="37877" y="14001"/>
                    <a:pt x="37236" y="11495"/>
                    <a:pt x="35898" y="10683"/>
                  </a:cubicBezTo>
                  <a:cubicBezTo>
                    <a:pt x="35472" y="10424"/>
                    <a:pt x="34961" y="10322"/>
                    <a:pt x="34422" y="10322"/>
                  </a:cubicBezTo>
                  <a:cubicBezTo>
                    <a:pt x="33371" y="10322"/>
                    <a:pt x="32216" y="10712"/>
                    <a:pt x="31396" y="11082"/>
                  </a:cubicBezTo>
                  <a:cubicBezTo>
                    <a:pt x="30436" y="8436"/>
                    <a:pt x="29505" y="5747"/>
                    <a:pt x="28413" y="3152"/>
                  </a:cubicBezTo>
                  <a:cubicBezTo>
                    <a:pt x="27730" y="1533"/>
                    <a:pt x="26787" y="276"/>
                    <a:pt x="24942" y="47"/>
                  </a:cubicBezTo>
                  <a:cubicBezTo>
                    <a:pt x="24689" y="15"/>
                    <a:pt x="24433" y="0"/>
                    <a:pt x="24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3"/>
            <p:cNvSpPr/>
            <p:nvPr/>
          </p:nvSpPr>
          <p:spPr>
            <a:xfrm>
              <a:off x="983775" y="1687750"/>
              <a:ext cx="60025" cy="48275"/>
            </a:xfrm>
            <a:custGeom>
              <a:avLst/>
              <a:gdLst/>
              <a:ahLst/>
              <a:cxnLst/>
              <a:rect l="l" t="t" r="r" b="b"/>
              <a:pathLst>
                <a:path w="2401" h="1931" extrusionOk="0">
                  <a:moveTo>
                    <a:pt x="1974" y="0"/>
                  </a:moveTo>
                  <a:cubicBezTo>
                    <a:pt x="1939" y="0"/>
                    <a:pt x="1901" y="3"/>
                    <a:pt x="1861" y="8"/>
                  </a:cubicBezTo>
                  <a:cubicBezTo>
                    <a:pt x="1721" y="8"/>
                    <a:pt x="1585" y="33"/>
                    <a:pt x="1453" y="79"/>
                  </a:cubicBezTo>
                  <a:cubicBezTo>
                    <a:pt x="1263" y="130"/>
                    <a:pt x="1076" y="220"/>
                    <a:pt x="901" y="313"/>
                  </a:cubicBezTo>
                  <a:cubicBezTo>
                    <a:pt x="598" y="470"/>
                    <a:pt x="335" y="670"/>
                    <a:pt x="85" y="891"/>
                  </a:cubicBezTo>
                  <a:cubicBezTo>
                    <a:pt x="85" y="911"/>
                    <a:pt x="85" y="937"/>
                    <a:pt x="80" y="962"/>
                  </a:cubicBezTo>
                  <a:cubicBezTo>
                    <a:pt x="0" y="1299"/>
                    <a:pt x="63" y="1642"/>
                    <a:pt x="255" y="1931"/>
                  </a:cubicBezTo>
                  <a:cubicBezTo>
                    <a:pt x="267" y="1927"/>
                    <a:pt x="272" y="1919"/>
                    <a:pt x="284" y="1914"/>
                  </a:cubicBezTo>
                  <a:cubicBezTo>
                    <a:pt x="717" y="1808"/>
                    <a:pt x="1127" y="1676"/>
                    <a:pt x="1517" y="1460"/>
                  </a:cubicBezTo>
                  <a:cubicBezTo>
                    <a:pt x="1730" y="1345"/>
                    <a:pt x="1937" y="1209"/>
                    <a:pt x="2124" y="1061"/>
                  </a:cubicBezTo>
                  <a:cubicBezTo>
                    <a:pt x="2392" y="843"/>
                    <a:pt x="2401" y="860"/>
                    <a:pt x="2324" y="461"/>
                  </a:cubicBezTo>
                  <a:cubicBezTo>
                    <a:pt x="2370" y="152"/>
                    <a:pt x="2254" y="0"/>
                    <a:pt x="19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3"/>
            <p:cNvSpPr/>
            <p:nvPr/>
          </p:nvSpPr>
          <p:spPr>
            <a:xfrm>
              <a:off x="109275" y="1304825"/>
              <a:ext cx="914575" cy="667175"/>
            </a:xfrm>
            <a:custGeom>
              <a:avLst/>
              <a:gdLst/>
              <a:ahLst/>
              <a:cxnLst/>
              <a:rect l="l" t="t" r="r" b="b"/>
              <a:pathLst>
                <a:path w="36583" h="26687" extrusionOk="0">
                  <a:moveTo>
                    <a:pt x="22971" y="1247"/>
                  </a:moveTo>
                  <a:cubicBezTo>
                    <a:pt x="23803" y="1247"/>
                    <a:pt x="24599" y="1482"/>
                    <a:pt x="25092" y="2123"/>
                  </a:cubicBezTo>
                  <a:cubicBezTo>
                    <a:pt x="25911" y="3180"/>
                    <a:pt x="26267" y="4812"/>
                    <a:pt x="26765" y="6039"/>
                  </a:cubicBezTo>
                  <a:cubicBezTo>
                    <a:pt x="27355" y="7508"/>
                    <a:pt x="27949" y="8978"/>
                    <a:pt x="28528" y="10452"/>
                  </a:cubicBezTo>
                  <a:cubicBezTo>
                    <a:pt x="28586" y="10614"/>
                    <a:pt x="28494" y="10729"/>
                    <a:pt x="28367" y="10763"/>
                  </a:cubicBezTo>
                  <a:cubicBezTo>
                    <a:pt x="28382" y="10852"/>
                    <a:pt x="28353" y="10950"/>
                    <a:pt x="28255" y="10993"/>
                  </a:cubicBezTo>
                  <a:lnTo>
                    <a:pt x="28257" y="10993"/>
                  </a:lnTo>
                  <a:cubicBezTo>
                    <a:pt x="27024" y="11542"/>
                    <a:pt x="25658" y="11854"/>
                    <a:pt x="24303" y="11854"/>
                  </a:cubicBezTo>
                  <a:cubicBezTo>
                    <a:pt x="24150" y="11854"/>
                    <a:pt x="23996" y="11850"/>
                    <a:pt x="23843" y="11842"/>
                  </a:cubicBezTo>
                  <a:cubicBezTo>
                    <a:pt x="23753" y="11837"/>
                    <a:pt x="23702" y="11777"/>
                    <a:pt x="23699" y="11710"/>
                  </a:cubicBezTo>
                  <a:cubicBezTo>
                    <a:pt x="23690" y="11701"/>
                    <a:pt x="23682" y="11689"/>
                    <a:pt x="23677" y="11676"/>
                  </a:cubicBezTo>
                  <a:cubicBezTo>
                    <a:pt x="22510" y="8596"/>
                    <a:pt x="21375" y="5432"/>
                    <a:pt x="20418" y="2280"/>
                  </a:cubicBezTo>
                  <a:cubicBezTo>
                    <a:pt x="20376" y="2144"/>
                    <a:pt x="20452" y="2050"/>
                    <a:pt x="20551" y="2021"/>
                  </a:cubicBezTo>
                  <a:cubicBezTo>
                    <a:pt x="20508" y="1940"/>
                    <a:pt x="20517" y="1843"/>
                    <a:pt x="20614" y="1792"/>
                  </a:cubicBezTo>
                  <a:cubicBezTo>
                    <a:pt x="21254" y="1487"/>
                    <a:pt x="22131" y="1247"/>
                    <a:pt x="22971" y="1247"/>
                  </a:cubicBezTo>
                  <a:close/>
                  <a:moveTo>
                    <a:pt x="26123" y="12401"/>
                  </a:moveTo>
                  <a:cubicBezTo>
                    <a:pt x="26304" y="12401"/>
                    <a:pt x="26411" y="12664"/>
                    <a:pt x="26225" y="12754"/>
                  </a:cubicBezTo>
                  <a:cubicBezTo>
                    <a:pt x="25788" y="12972"/>
                    <a:pt x="25245" y="13082"/>
                    <a:pt x="24777" y="13227"/>
                  </a:cubicBezTo>
                  <a:cubicBezTo>
                    <a:pt x="24761" y="13232"/>
                    <a:pt x="24745" y="13234"/>
                    <a:pt x="24730" y="13234"/>
                  </a:cubicBezTo>
                  <a:cubicBezTo>
                    <a:pt x="24590" y="13234"/>
                    <a:pt x="24555" y="13016"/>
                    <a:pt x="24701" y="12955"/>
                  </a:cubicBezTo>
                  <a:cubicBezTo>
                    <a:pt x="24930" y="12861"/>
                    <a:pt x="25160" y="12768"/>
                    <a:pt x="25389" y="12674"/>
                  </a:cubicBezTo>
                  <a:cubicBezTo>
                    <a:pt x="25613" y="12584"/>
                    <a:pt x="25843" y="12462"/>
                    <a:pt x="26080" y="12406"/>
                  </a:cubicBezTo>
                  <a:cubicBezTo>
                    <a:pt x="26095" y="12403"/>
                    <a:pt x="26109" y="12401"/>
                    <a:pt x="26123" y="12401"/>
                  </a:cubicBezTo>
                  <a:close/>
                  <a:moveTo>
                    <a:pt x="23027" y="1"/>
                  </a:moveTo>
                  <a:cubicBezTo>
                    <a:pt x="22408" y="1"/>
                    <a:pt x="21776" y="101"/>
                    <a:pt x="21179" y="224"/>
                  </a:cubicBezTo>
                  <a:cubicBezTo>
                    <a:pt x="20313" y="402"/>
                    <a:pt x="19447" y="610"/>
                    <a:pt x="18584" y="836"/>
                  </a:cubicBezTo>
                  <a:lnTo>
                    <a:pt x="18827" y="1758"/>
                  </a:lnTo>
                  <a:cubicBezTo>
                    <a:pt x="18847" y="1758"/>
                    <a:pt x="18872" y="1770"/>
                    <a:pt x="18881" y="1795"/>
                  </a:cubicBezTo>
                  <a:cubicBezTo>
                    <a:pt x="20811" y="6455"/>
                    <a:pt x="22428" y="11259"/>
                    <a:pt x="24127" y="16004"/>
                  </a:cubicBezTo>
                  <a:cubicBezTo>
                    <a:pt x="24183" y="16168"/>
                    <a:pt x="24050" y="16275"/>
                    <a:pt x="23914" y="16275"/>
                  </a:cubicBezTo>
                  <a:cubicBezTo>
                    <a:pt x="23825" y="16275"/>
                    <a:pt x="23736" y="16229"/>
                    <a:pt x="23699" y="16123"/>
                  </a:cubicBezTo>
                  <a:cubicBezTo>
                    <a:pt x="22717" y="13357"/>
                    <a:pt x="21698" y="10597"/>
                    <a:pt x="20734" y="7819"/>
                  </a:cubicBezTo>
                  <a:lnTo>
                    <a:pt x="19705" y="8179"/>
                  </a:lnTo>
                  <a:cubicBezTo>
                    <a:pt x="20316" y="9938"/>
                    <a:pt x="20882" y="11715"/>
                    <a:pt x="21392" y="13510"/>
                  </a:cubicBezTo>
                  <a:cubicBezTo>
                    <a:pt x="21426" y="13626"/>
                    <a:pt x="21380" y="13719"/>
                    <a:pt x="21298" y="13770"/>
                  </a:cubicBezTo>
                  <a:cubicBezTo>
                    <a:pt x="21278" y="13842"/>
                    <a:pt x="21227" y="13909"/>
                    <a:pt x="21137" y="13940"/>
                  </a:cubicBezTo>
                  <a:cubicBezTo>
                    <a:pt x="19549" y="14470"/>
                    <a:pt x="17952" y="14980"/>
                    <a:pt x="16341" y="15477"/>
                  </a:cubicBezTo>
                  <a:cubicBezTo>
                    <a:pt x="16333" y="15427"/>
                    <a:pt x="16316" y="15379"/>
                    <a:pt x="16295" y="15328"/>
                  </a:cubicBezTo>
                  <a:cubicBezTo>
                    <a:pt x="16266" y="15338"/>
                    <a:pt x="16234" y="15343"/>
                    <a:pt x="16203" y="15343"/>
                  </a:cubicBezTo>
                  <a:cubicBezTo>
                    <a:pt x="16102" y="15343"/>
                    <a:pt x="16000" y="15289"/>
                    <a:pt x="15959" y="15167"/>
                  </a:cubicBezTo>
                  <a:cubicBezTo>
                    <a:pt x="15062" y="12539"/>
                    <a:pt x="14196" y="9883"/>
                    <a:pt x="13419" y="7208"/>
                  </a:cubicBezTo>
                  <a:lnTo>
                    <a:pt x="12344" y="7522"/>
                  </a:lnTo>
                  <a:cubicBezTo>
                    <a:pt x="13125" y="10232"/>
                    <a:pt x="13898" y="12941"/>
                    <a:pt x="14756" y="15634"/>
                  </a:cubicBezTo>
                  <a:cubicBezTo>
                    <a:pt x="14782" y="15719"/>
                    <a:pt x="14756" y="15787"/>
                    <a:pt x="14710" y="15829"/>
                  </a:cubicBezTo>
                  <a:cubicBezTo>
                    <a:pt x="14736" y="15868"/>
                    <a:pt x="14761" y="15911"/>
                    <a:pt x="14787" y="15948"/>
                  </a:cubicBezTo>
                  <a:cubicBezTo>
                    <a:pt x="12901" y="16509"/>
                    <a:pt x="11002" y="17035"/>
                    <a:pt x="9094" y="17516"/>
                  </a:cubicBezTo>
                  <a:cubicBezTo>
                    <a:pt x="9091" y="17508"/>
                    <a:pt x="9086" y="17494"/>
                    <a:pt x="9082" y="17485"/>
                  </a:cubicBezTo>
                  <a:cubicBezTo>
                    <a:pt x="9031" y="17542"/>
                    <a:pt x="8951" y="17574"/>
                    <a:pt x="8870" y="17574"/>
                  </a:cubicBezTo>
                  <a:cubicBezTo>
                    <a:pt x="8768" y="17574"/>
                    <a:pt x="8664" y="17522"/>
                    <a:pt x="8619" y="17401"/>
                  </a:cubicBezTo>
                  <a:cubicBezTo>
                    <a:pt x="8556" y="17236"/>
                    <a:pt x="8496" y="17074"/>
                    <a:pt x="8437" y="16908"/>
                  </a:cubicBezTo>
                  <a:lnTo>
                    <a:pt x="7310" y="17329"/>
                  </a:lnTo>
                  <a:cubicBezTo>
                    <a:pt x="7316" y="17341"/>
                    <a:pt x="7316" y="17355"/>
                    <a:pt x="7319" y="17367"/>
                  </a:cubicBezTo>
                  <a:lnTo>
                    <a:pt x="7523" y="17902"/>
                  </a:lnTo>
                  <a:cubicBezTo>
                    <a:pt x="5999" y="18263"/>
                    <a:pt x="4465" y="18591"/>
                    <a:pt x="2928" y="18880"/>
                  </a:cubicBezTo>
                  <a:cubicBezTo>
                    <a:pt x="2914" y="18883"/>
                    <a:pt x="2900" y="18884"/>
                    <a:pt x="2888" y="18884"/>
                  </a:cubicBezTo>
                  <a:cubicBezTo>
                    <a:pt x="2763" y="18884"/>
                    <a:pt x="2692" y="18763"/>
                    <a:pt x="2710" y="18659"/>
                  </a:cubicBezTo>
                  <a:cubicBezTo>
                    <a:pt x="2659" y="18642"/>
                    <a:pt x="2613" y="18600"/>
                    <a:pt x="2588" y="18535"/>
                  </a:cubicBezTo>
                  <a:cubicBezTo>
                    <a:pt x="2065" y="17273"/>
                    <a:pt x="1428" y="15571"/>
                    <a:pt x="1144" y="13859"/>
                  </a:cubicBezTo>
                  <a:lnTo>
                    <a:pt x="1" y="13989"/>
                  </a:lnTo>
                  <a:cubicBezTo>
                    <a:pt x="434" y="16769"/>
                    <a:pt x="1147" y="19482"/>
                    <a:pt x="2022" y="22145"/>
                  </a:cubicBezTo>
                  <a:cubicBezTo>
                    <a:pt x="2131" y="22121"/>
                    <a:pt x="2241" y="22109"/>
                    <a:pt x="2350" y="22109"/>
                  </a:cubicBezTo>
                  <a:cubicBezTo>
                    <a:pt x="3013" y="22109"/>
                    <a:pt x="3648" y="22546"/>
                    <a:pt x="3794" y="23229"/>
                  </a:cubicBezTo>
                  <a:cubicBezTo>
                    <a:pt x="3930" y="23870"/>
                    <a:pt x="3565" y="24592"/>
                    <a:pt x="2973" y="24860"/>
                  </a:cubicBezTo>
                  <a:lnTo>
                    <a:pt x="3152" y="25356"/>
                  </a:lnTo>
                  <a:cubicBezTo>
                    <a:pt x="3362" y="25240"/>
                    <a:pt x="3594" y="25174"/>
                    <a:pt x="3836" y="25174"/>
                  </a:cubicBezTo>
                  <a:cubicBezTo>
                    <a:pt x="3956" y="25174"/>
                    <a:pt x="4079" y="25190"/>
                    <a:pt x="4202" y="25225"/>
                  </a:cubicBezTo>
                  <a:cubicBezTo>
                    <a:pt x="4788" y="25392"/>
                    <a:pt x="5252" y="25947"/>
                    <a:pt x="5221" y="26567"/>
                  </a:cubicBezTo>
                  <a:cubicBezTo>
                    <a:pt x="5221" y="26618"/>
                    <a:pt x="5201" y="26657"/>
                    <a:pt x="5175" y="26686"/>
                  </a:cubicBezTo>
                  <a:cubicBezTo>
                    <a:pt x="5804" y="26394"/>
                    <a:pt x="6504" y="26168"/>
                    <a:pt x="7171" y="26024"/>
                  </a:cubicBezTo>
                  <a:cubicBezTo>
                    <a:pt x="6334" y="23441"/>
                    <a:pt x="8114" y="20684"/>
                    <a:pt x="10718" y="20068"/>
                  </a:cubicBezTo>
                  <a:cubicBezTo>
                    <a:pt x="11096" y="19979"/>
                    <a:pt x="11468" y="19937"/>
                    <a:pt x="11833" y="19937"/>
                  </a:cubicBezTo>
                  <a:cubicBezTo>
                    <a:pt x="13929" y="19937"/>
                    <a:pt x="15745" y="21333"/>
                    <a:pt x="16520" y="23326"/>
                  </a:cubicBezTo>
                  <a:cubicBezTo>
                    <a:pt x="18971" y="22499"/>
                    <a:pt x="21477" y="21828"/>
                    <a:pt x="23967" y="21121"/>
                  </a:cubicBezTo>
                  <a:cubicBezTo>
                    <a:pt x="22997" y="18352"/>
                    <a:pt x="25369" y="15866"/>
                    <a:pt x="28048" y="15455"/>
                  </a:cubicBezTo>
                  <a:cubicBezTo>
                    <a:pt x="28375" y="15405"/>
                    <a:pt x="28708" y="15378"/>
                    <a:pt x="29043" y="15378"/>
                  </a:cubicBezTo>
                  <a:cubicBezTo>
                    <a:pt x="30082" y="15378"/>
                    <a:pt x="31127" y="15630"/>
                    <a:pt x="32008" y="16174"/>
                  </a:cubicBezTo>
                  <a:cubicBezTo>
                    <a:pt x="32526" y="16492"/>
                    <a:pt x="33460" y="17227"/>
                    <a:pt x="33562" y="17949"/>
                  </a:cubicBezTo>
                  <a:cubicBezTo>
                    <a:pt x="33990" y="17732"/>
                    <a:pt x="34433" y="17502"/>
                    <a:pt x="34892" y="17358"/>
                  </a:cubicBezTo>
                  <a:cubicBezTo>
                    <a:pt x="34641" y="17069"/>
                    <a:pt x="34539" y="16687"/>
                    <a:pt x="34607" y="16301"/>
                  </a:cubicBezTo>
                  <a:cubicBezTo>
                    <a:pt x="34598" y="16276"/>
                    <a:pt x="34607" y="16250"/>
                    <a:pt x="34620" y="16220"/>
                  </a:cubicBezTo>
                  <a:cubicBezTo>
                    <a:pt x="34624" y="16199"/>
                    <a:pt x="34624" y="16182"/>
                    <a:pt x="34629" y="16160"/>
                  </a:cubicBezTo>
                  <a:cubicBezTo>
                    <a:pt x="34654" y="16072"/>
                    <a:pt x="34714" y="16030"/>
                    <a:pt x="34782" y="16013"/>
                  </a:cubicBezTo>
                  <a:cubicBezTo>
                    <a:pt x="35189" y="15545"/>
                    <a:pt x="35906" y="15009"/>
                    <a:pt x="36582" y="14878"/>
                  </a:cubicBezTo>
                  <a:cubicBezTo>
                    <a:pt x="36370" y="14275"/>
                    <a:pt x="36158" y="13595"/>
                    <a:pt x="35903" y="12941"/>
                  </a:cubicBezTo>
                  <a:cubicBezTo>
                    <a:pt x="35696" y="13050"/>
                    <a:pt x="35465" y="13102"/>
                    <a:pt x="35234" y="13102"/>
                  </a:cubicBezTo>
                  <a:cubicBezTo>
                    <a:pt x="34719" y="13102"/>
                    <a:pt x="34203" y="12845"/>
                    <a:pt x="33948" y="12384"/>
                  </a:cubicBezTo>
                  <a:lnTo>
                    <a:pt x="33948" y="12386"/>
                  </a:lnTo>
                  <a:cubicBezTo>
                    <a:pt x="33613" y="11783"/>
                    <a:pt x="33791" y="10984"/>
                    <a:pt x="34335" y="10593"/>
                  </a:cubicBezTo>
                  <a:cubicBezTo>
                    <a:pt x="33932" y="10349"/>
                    <a:pt x="33475" y="10258"/>
                    <a:pt x="32996" y="10258"/>
                  </a:cubicBezTo>
                  <a:cubicBezTo>
                    <a:pt x="32055" y="10258"/>
                    <a:pt x="31033" y="10612"/>
                    <a:pt x="30188" y="10860"/>
                  </a:cubicBezTo>
                  <a:cubicBezTo>
                    <a:pt x="30173" y="10865"/>
                    <a:pt x="30159" y="10867"/>
                    <a:pt x="30145" y="10867"/>
                  </a:cubicBezTo>
                  <a:cubicBezTo>
                    <a:pt x="30119" y="10867"/>
                    <a:pt x="30096" y="10860"/>
                    <a:pt x="30074" y="10852"/>
                  </a:cubicBezTo>
                  <a:cubicBezTo>
                    <a:pt x="30035" y="10872"/>
                    <a:pt x="29990" y="10883"/>
                    <a:pt x="29945" y="10883"/>
                  </a:cubicBezTo>
                  <a:cubicBezTo>
                    <a:pt x="29847" y="10883"/>
                    <a:pt x="29747" y="10832"/>
                    <a:pt x="29701" y="10716"/>
                  </a:cubicBezTo>
                  <a:cubicBezTo>
                    <a:pt x="28860" y="8613"/>
                    <a:pt x="28048" y="6494"/>
                    <a:pt x="27237" y="4374"/>
                  </a:cubicBezTo>
                  <a:cubicBezTo>
                    <a:pt x="26799" y="3227"/>
                    <a:pt x="26434" y="1749"/>
                    <a:pt x="25511" y="878"/>
                  </a:cubicBezTo>
                  <a:cubicBezTo>
                    <a:pt x="24804" y="213"/>
                    <a:pt x="23928" y="1"/>
                    <a:pt x="230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3"/>
            <p:cNvSpPr/>
            <p:nvPr/>
          </p:nvSpPr>
          <p:spPr>
            <a:xfrm>
              <a:off x="960625" y="1574400"/>
              <a:ext cx="41950" cy="46875"/>
            </a:xfrm>
            <a:custGeom>
              <a:avLst/>
              <a:gdLst/>
              <a:ahLst/>
              <a:cxnLst/>
              <a:rect l="l" t="t" r="r" b="b"/>
              <a:pathLst>
                <a:path w="1678" h="1875" extrusionOk="0">
                  <a:moveTo>
                    <a:pt x="548" y="1"/>
                  </a:moveTo>
                  <a:cubicBezTo>
                    <a:pt x="199" y="366"/>
                    <a:pt x="1" y="910"/>
                    <a:pt x="264" y="1385"/>
                  </a:cubicBezTo>
                  <a:cubicBezTo>
                    <a:pt x="449" y="1722"/>
                    <a:pt x="788" y="1875"/>
                    <a:pt x="1137" y="1875"/>
                  </a:cubicBezTo>
                  <a:cubicBezTo>
                    <a:pt x="1321" y="1875"/>
                    <a:pt x="1508" y="1832"/>
                    <a:pt x="1677" y="1750"/>
                  </a:cubicBezTo>
                  <a:cubicBezTo>
                    <a:pt x="1462" y="1241"/>
                    <a:pt x="1207" y="762"/>
                    <a:pt x="892" y="354"/>
                  </a:cubicBezTo>
                  <a:cubicBezTo>
                    <a:pt x="785" y="218"/>
                    <a:pt x="672" y="103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3"/>
            <p:cNvSpPr/>
            <p:nvPr/>
          </p:nvSpPr>
          <p:spPr>
            <a:xfrm>
              <a:off x="709675" y="1722925"/>
              <a:ext cx="227700" cy="197075"/>
            </a:xfrm>
            <a:custGeom>
              <a:avLst/>
              <a:gdLst/>
              <a:ahLst/>
              <a:cxnLst/>
              <a:rect l="l" t="t" r="r" b="b"/>
              <a:pathLst>
                <a:path w="9108" h="7883" extrusionOk="0">
                  <a:moveTo>
                    <a:pt x="5003" y="529"/>
                  </a:moveTo>
                  <a:cubicBezTo>
                    <a:pt x="6604" y="529"/>
                    <a:pt x="8140" y="1475"/>
                    <a:pt x="8202" y="3648"/>
                  </a:cubicBezTo>
                  <a:cubicBezTo>
                    <a:pt x="8268" y="5929"/>
                    <a:pt x="6454" y="7228"/>
                    <a:pt x="4706" y="7228"/>
                  </a:cubicBezTo>
                  <a:cubicBezTo>
                    <a:pt x="3282" y="7228"/>
                    <a:pt x="1903" y="6367"/>
                    <a:pt x="1619" y="4472"/>
                  </a:cubicBezTo>
                  <a:cubicBezTo>
                    <a:pt x="1597" y="4344"/>
                    <a:pt x="1517" y="4285"/>
                    <a:pt x="1424" y="4280"/>
                  </a:cubicBezTo>
                  <a:cubicBezTo>
                    <a:pt x="984" y="1950"/>
                    <a:pt x="3042" y="529"/>
                    <a:pt x="5003" y="529"/>
                  </a:cubicBezTo>
                  <a:close/>
                  <a:moveTo>
                    <a:pt x="5056" y="0"/>
                  </a:moveTo>
                  <a:cubicBezTo>
                    <a:pt x="2593" y="0"/>
                    <a:pt x="1" y="1943"/>
                    <a:pt x="1105" y="4608"/>
                  </a:cubicBezTo>
                  <a:lnTo>
                    <a:pt x="1105" y="4611"/>
                  </a:lnTo>
                  <a:cubicBezTo>
                    <a:pt x="1371" y="6461"/>
                    <a:pt x="2921" y="7883"/>
                    <a:pt x="4767" y="7883"/>
                  </a:cubicBezTo>
                  <a:cubicBezTo>
                    <a:pt x="4959" y="7883"/>
                    <a:pt x="5155" y="7867"/>
                    <a:pt x="5353" y="7835"/>
                  </a:cubicBezTo>
                  <a:cubicBezTo>
                    <a:pt x="7676" y="7462"/>
                    <a:pt x="9108" y="5205"/>
                    <a:pt x="8671" y="2938"/>
                  </a:cubicBezTo>
                  <a:cubicBezTo>
                    <a:pt x="8273" y="859"/>
                    <a:pt x="6693" y="0"/>
                    <a:pt x="50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3"/>
            <p:cNvSpPr/>
            <p:nvPr/>
          </p:nvSpPr>
          <p:spPr>
            <a:xfrm>
              <a:off x="734275" y="1736125"/>
              <a:ext cx="182100" cy="167525"/>
            </a:xfrm>
            <a:custGeom>
              <a:avLst/>
              <a:gdLst/>
              <a:ahLst/>
              <a:cxnLst/>
              <a:rect l="l" t="t" r="r" b="b"/>
              <a:pathLst>
                <a:path w="7284" h="6701" extrusionOk="0">
                  <a:moveTo>
                    <a:pt x="3760" y="2217"/>
                  </a:moveTo>
                  <a:cubicBezTo>
                    <a:pt x="4185" y="2217"/>
                    <a:pt x="4603" y="2421"/>
                    <a:pt x="4814" y="2826"/>
                  </a:cubicBezTo>
                  <a:cubicBezTo>
                    <a:pt x="5074" y="3318"/>
                    <a:pt x="4967" y="3964"/>
                    <a:pt x="4543" y="4312"/>
                  </a:cubicBezTo>
                  <a:lnTo>
                    <a:pt x="4543" y="4317"/>
                  </a:lnTo>
                  <a:cubicBezTo>
                    <a:pt x="4531" y="4326"/>
                    <a:pt x="4517" y="4334"/>
                    <a:pt x="4509" y="4343"/>
                  </a:cubicBezTo>
                  <a:cubicBezTo>
                    <a:pt x="4505" y="4346"/>
                    <a:pt x="4500" y="4355"/>
                    <a:pt x="4492" y="4355"/>
                  </a:cubicBezTo>
                  <a:cubicBezTo>
                    <a:pt x="4268" y="4574"/>
                    <a:pt x="3969" y="4682"/>
                    <a:pt x="3670" y="4682"/>
                  </a:cubicBezTo>
                  <a:cubicBezTo>
                    <a:pt x="3310" y="4682"/>
                    <a:pt x="2951" y="4525"/>
                    <a:pt x="2725" y="4219"/>
                  </a:cubicBezTo>
                  <a:cubicBezTo>
                    <a:pt x="2314" y="3653"/>
                    <a:pt x="2450" y="2812"/>
                    <a:pt x="3044" y="2427"/>
                  </a:cubicBezTo>
                  <a:cubicBezTo>
                    <a:pt x="3259" y="2287"/>
                    <a:pt x="3510" y="2217"/>
                    <a:pt x="3760" y="2217"/>
                  </a:cubicBezTo>
                  <a:close/>
                  <a:moveTo>
                    <a:pt x="4020" y="0"/>
                  </a:moveTo>
                  <a:cubicBezTo>
                    <a:pt x="2058" y="0"/>
                    <a:pt x="0" y="1422"/>
                    <a:pt x="440" y="3752"/>
                  </a:cubicBezTo>
                  <a:cubicBezTo>
                    <a:pt x="533" y="3757"/>
                    <a:pt x="613" y="3816"/>
                    <a:pt x="635" y="3944"/>
                  </a:cubicBezTo>
                  <a:cubicBezTo>
                    <a:pt x="919" y="5838"/>
                    <a:pt x="2298" y="6700"/>
                    <a:pt x="3722" y="6700"/>
                  </a:cubicBezTo>
                  <a:cubicBezTo>
                    <a:pt x="5469" y="6700"/>
                    <a:pt x="7284" y="5401"/>
                    <a:pt x="7218" y="3118"/>
                  </a:cubicBezTo>
                  <a:cubicBezTo>
                    <a:pt x="7156" y="947"/>
                    <a:pt x="5620" y="0"/>
                    <a:pt x="4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3"/>
            <p:cNvSpPr/>
            <p:nvPr/>
          </p:nvSpPr>
          <p:spPr>
            <a:xfrm>
              <a:off x="792100" y="1791550"/>
              <a:ext cx="69050" cy="61625"/>
            </a:xfrm>
            <a:custGeom>
              <a:avLst/>
              <a:gdLst/>
              <a:ahLst/>
              <a:cxnLst/>
              <a:rect l="l" t="t" r="r" b="b"/>
              <a:pathLst>
                <a:path w="2762" h="2465" extrusionOk="0">
                  <a:moveTo>
                    <a:pt x="1447" y="0"/>
                  </a:moveTo>
                  <a:cubicBezTo>
                    <a:pt x="1197" y="0"/>
                    <a:pt x="946" y="70"/>
                    <a:pt x="731" y="210"/>
                  </a:cubicBezTo>
                  <a:cubicBezTo>
                    <a:pt x="137" y="595"/>
                    <a:pt x="1" y="1436"/>
                    <a:pt x="412" y="2002"/>
                  </a:cubicBezTo>
                  <a:cubicBezTo>
                    <a:pt x="638" y="2308"/>
                    <a:pt x="997" y="2465"/>
                    <a:pt x="1357" y="2465"/>
                  </a:cubicBezTo>
                  <a:cubicBezTo>
                    <a:pt x="1656" y="2465"/>
                    <a:pt x="1955" y="2357"/>
                    <a:pt x="2179" y="2138"/>
                  </a:cubicBezTo>
                  <a:cubicBezTo>
                    <a:pt x="2187" y="2138"/>
                    <a:pt x="2192" y="2129"/>
                    <a:pt x="2196" y="2126"/>
                  </a:cubicBezTo>
                  <a:cubicBezTo>
                    <a:pt x="2204" y="2117"/>
                    <a:pt x="2218" y="2109"/>
                    <a:pt x="2230" y="2100"/>
                  </a:cubicBezTo>
                  <a:lnTo>
                    <a:pt x="2230" y="2095"/>
                  </a:lnTo>
                  <a:cubicBezTo>
                    <a:pt x="2654" y="1747"/>
                    <a:pt x="2761" y="1101"/>
                    <a:pt x="2501" y="609"/>
                  </a:cubicBezTo>
                  <a:cubicBezTo>
                    <a:pt x="2290" y="204"/>
                    <a:pt x="1872" y="0"/>
                    <a:pt x="1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3"/>
            <p:cNvSpPr/>
            <p:nvPr/>
          </p:nvSpPr>
          <p:spPr>
            <a:xfrm>
              <a:off x="618650" y="1335975"/>
              <a:ext cx="205325" cy="265225"/>
            </a:xfrm>
            <a:custGeom>
              <a:avLst/>
              <a:gdLst/>
              <a:ahLst/>
              <a:cxnLst/>
              <a:rect l="l" t="t" r="r" b="b"/>
              <a:pathLst>
                <a:path w="8213" h="10609" extrusionOk="0">
                  <a:moveTo>
                    <a:pt x="2587" y="496"/>
                  </a:moveTo>
                  <a:cubicBezTo>
                    <a:pt x="2904" y="496"/>
                    <a:pt x="3210" y="537"/>
                    <a:pt x="3489" y="643"/>
                  </a:cubicBezTo>
                  <a:cubicBezTo>
                    <a:pt x="4720" y="1101"/>
                    <a:pt x="5060" y="2890"/>
                    <a:pt x="5493" y="3989"/>
                  </a:cubicBezTo>
                  <a:cubicBezTo>
                    <a:pt x="6203" y="5775"/>
                    <a:pt x="6905" y="7562"/>
                    <a:pt x="7630" y="9342"/>
                  </a:cubicBezTo>
                  <a:cubicBezTo>
                    <a:pt x="6288" y="9830"/>
                    <a:pt x="4975" y="10120"/>
                    <a:pt x="3556" y="10273"/>
                  </a:cubicBezTo>
                  <a:cubicBezTo>
                    <a:pt x="2750" y="7125"/>
                    <a:pt x="1730" y="3913"/>
                    <a:pt x="482" y="915"/>
                  </a:cubicBezTo>
                  <a:cubicBezTo>
                    <a:pt x="473" y="889"/>
                    <a:pt x="456" y="872"/>
                    <a:pt x="443" y="855"/>
                  </a:cubicBezTo>
                  <a:cubicBezTo>
                    <a:pt x="1082" y="711"/>
                    <a:pt x="1863" y="496"/>
                    <a:pt x="2587" y="496"/>
                  </a:cubicBezTo>
                  <a:close/>
                  <a:moveTo>
                    <a:pt x="2595" y="1"/>
                  </a:moveTo>
                  <a:cubicBezTo>
                    <a:pt x="1755" y="1"/>
                    <a:pt x="879" y="241"/>
                    <a:pt x="239" y="546"/>
                  </a:cubicBezTo>
                  <a:cubicBezTo>
                    <a:pt x="142" y="597"/>
                    <a:pt x="133" y="694"/>
                    <a:pt x="176" y="775"/>
                  </a:cubicBezTo>
                  <a:cubicBezTo>
                    <a:pt x="77" y="804"/>
                    <a:pt x="1" y="898"/>
                    <a:pt x="43" y="1034"/>
                  </a:cubicBezTo>
                  <a:cubicBezTo>
                    <a:pt x="1000" y="4185"/>
                    <a:pt x="2135" y="7350"/>
                    <a:pt x="3302" y="10430"/>
                  </a:cubicBezTo>
                  <a:cubicBezTo>
                    <a:pt x="3307" y="10443"/>
                    <a:pt x="3315" y="10455"/>
                    <a:pt x="3324" y="10464"/>
                  </a:cubicBezTo>
                  <a:cubicBezTo>
                    <a:pt x="3327" y="10531"/>
                    <a:pt x="3378" y="10591"/>
                    <a:pt x="3468" y="10596"/>
                  </a:cubicBezTo>
                  <a:cubicBezTo>
                    <a:pt x="3621" y="10604"/>
                    <a:pt x="3774" y="10608"/>
                    <a:pt x="3928" y="10608"/>
                  </a:cubicBezTo>
                  <a:cubicBezTo>
                    <a:pt x="5283" y="10608"/>
                    <a:pt x="6649" y="10296"/>
                    <a:pt x="7882" y="9745"/>
                  </a:cubicBezTo>
                  <a:cubicBezTo>
                    <a:pt x="7978" y="9702"/>
                    <a:pt x="8009" y="9606"/>
                    <a:pt x="7992" y="9516"/>
                  </a:cubicBezTo>
                  <a:cubicBezTo>
                    <a:pt x="8119" y="9482"/>
                    <a:pt x="8213" y="9368"/>
                    <a:pt x="8153" y="9206"/>
                  </a:cubicBezTo>
                  <a:cubicBezTo>
                    <a:pt x="7576" y="7732"/>
                    <a:pt x="6981" y="6262"/>
                    <a:pt x="6390" y="4793"/>
                  </a:cubicBezTo>
                  <a:cubicBezTo>
                    <a:pt x="5892" y="3565"/>
                    <a:pt x="5536" y="1934"/>
                    <a:pt x="4717" y="877"/>
                  </a:cubicBezTo>
                  <a:cubicBezTo>
                    <a:pt x="4224" y="236"/>
                    <a:pt x="3428" y="1"/>
                    <a:pt x="2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3"/>
            <p:cNvSpPr/>
            <p:nvPr/>
          </p:nvSpPr>
          <p:spPr>
            <a:xfrm>
              <a:off x="629750" y="1348350"/>
              <a:ext cx="179675" cy="244475"/>
            </a:xfrm>
            <a:custGeom>
              <a:avLst/>
              <a:gdLst/>
              <a:ahLst/>
              <a:cxnLst/>
              <a:rect l="l" t="t" r="r" b="b"/>
              <a:pathLst>
                <a:path w="7187" h="9779" extrusionOk="0">
                  <a:moveTo>
                    <a:pt x="2143" y="1"/>
                  </a:moveTo>
                  <a:cubicBezTo>
                    <a:pt x="1419" y="1"/>
                    <a:pt x="639" y="216"/>
                    <a:pt x="0" y="360"/>
                  </a:cubicBezTo>
                  <a:cubicBezTo>
                    <a:pt x="12" y="377"/>
                    <a:pt x="29" y="394"/>
                    <a:pt x="38" y="420"/>
                  </a:cubicBezTo>
                  <a:cubicBezTo>
                    <a:pt x="1286" y="3418"/>
                    <a:pt x="2306" y="6630"/>
                    <a:pt x="3112" y="9778"/>
                  </a:cubicBezTo>
                  <a:cubicBezTo>
                    <a:pt x="4531" y="9625"/>
                    <a:pt x="5844" y="9335"/>
                    <a:pt x="7186" y="8847"/>
                  </a:cubicBezTo>
                  <a:cubicBezTo>
                    <a:pt x="6461" y="7067"/>
                    <a:pt x="5759" y="5280"/>
                    <a:pt x="5049" y="3494"/>
                  </a:cubicBezTo>
                  <a:lnTo>
                    <a:pt x="5051" y="3494"/>
                  </a:lnTo>
                  <a:cubicBezTo>
                    <a:pt x="4616" y="2395"/>
                    <a:pt x="4276" y="606"/>
                    <a:pt x="3045" y="148"/>
                  </a:cubicBezTo>
                  <a:cubicBezTo>
                    <a:pt x="2766" y="42"/>
                    <a:pt x="2460" y="1"/>
                    <a:pt x="21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3"/>
            <p:cNvSpPr/>
            <p:nvPr/>
          </p:nvSpPr>
          <p:spPr>
            <a:xfrm>
              <a:off x="723125" y="1614850"/>
              <a:ext cx="46450" cy="20850"/>
            </a:xfrm>
            <a:custGeom>
              <a:avLst/>
              <a:gdLst/>
              <a:ahLst/>
              <a:cxnLst/>
              <a:rect l="l" t="t" r="r" b="b"/>
              <a:pathLst>
                <a:path w="1858" h="834" extrusionOk="0">
                  <a:moveTo>
                    <a:pt x="1569" y="0"/>
                  </a:moveTo>
                  <a:cubicBezTo>
                    <a:pt x="1555" y="0"/>
                    <a:pt x="1541" y="2"/>
                    <a:pt x="1526" y="5"/>
                  </a:cubicBezTo>
                  <a:lnTo>
                    <a:pt x="1528" y="5"/>
                  </a:lnTo>
                  <a:cubicBezTo>
                    <a:pt x="1289" y="61"/>
                    <a:pt x="1059" y="183"/>
                    <a:pt x="835" y="273"/>
                  </a:cubicBezTo>
                  <a:cubicBezTo>
                    <a:pt x="606" y="367"/>
                    <a:pt x="376" y="460"/>
                    <a:pt x="147" y="554"/>
                  </a:cubicBezTo>
                  <a:cubicBezTo>
                    <a:pt x="1" y="615"/>
                    <a:pt x="36" y="833"/>
                    <a:pt x="176" y="833"/>
                  </a:cubicBezTo>
                  <a:cubicBezTo>
                    <a:pt x="191" y="833"/>
                    <a:pt x="207" y="831"/>
                    <a:pt x="223" y="826"/>
                  </a:cubicBezTo>
                  <a:cubicBezTo>
                    <a:pt x="691" y="681"/>
                    <a:pt x="1234" y="571"/>
                    <a:pt x="1671" y="353"/>
                  </a:cubicBezTo>
                  <a:cubicBezTo>
                    <a:pt x="1857" y="263"/>
                    <a:pt x="1749" y="0"/>
                    <a:pt x="1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3"/>
            <p:cNvSpPr/>
            <p:nvPr/>
          </p:nvSpPr>
          <p:spPr>
            <a:xfrm>
              <a:off x="578325" y="1348750"/>
              <a:ext cx="135550" cy="362975"/>
            </a:xfrm>
            <a:custGeom>
              <a:avLst/>
              <a:gdLst/>
              <a:ahLst/>
              <a:cxnLst/>
              <a:rect l="l" t="t" r="r" b="b"/>
              <a:pathLst>
                <a:path w="5422" h="14519" extrusionOk="0">
                  <a:moveTo>
                    <a:pt x="65" y="1"/>
                  </a:moveTo>
                  <a:cubicBezTo>
                    <a:pt x="31" y="1"/>
                    <a:pt x="0" y="26"/>
                    <a:pt x="14" y="69"/>
                  </a:cubicBezTo>
                  <a:cubicBezTo>
                    <a:pt x="617" y="2077"/>
                    <a:pt x="1279" y="4075"/>
                    <a:pt x="1971" y="6062"/>
                  </a:cubicBezTo>
                  <a:cubicBezTo>
                    <a:pt x="2936" y="8840"/>
                    <a:pt x="3955" y="11600"/>
                    <a:pt x="4937" y="14366"/>
                  </a:cubicBezTo>
                  <a:cubicBezTo>
                    <a:pt x="4974" y="14472"/>
                    <a:pt x="5063" y="14518"/>
                    <a:pt x="5152" y="14518"/>
                  </a:cubicBezTo>
                  <a:cubicBezTo>
                    <a:pt x="5287" y="14518"/>
                    <a:pt x="5421" y="14411"/>
                    <a:pt x="5365" y="14247"/>
                  </a:cubicBezTo>
                  <a:cubicBezTo>
                    <a:pt x="3666" y="9502"/>
                    <a:pt x="2047" y="4698"/>
                    <a:pt x="119" y="38"/>
                  </a:cubicBezTo>
                  <a:cubicBezTo>
                    <a:pt x="110" y="13"/>
                    <a:pt x="85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3"/>
            <p:cNvSpPr/>
            <p:nvPr/>
          </p:nvSpPr>
          <p:spPr>
            <a:xfrm>
              <a:off x="424950" y="1373150"/>
              <a:ext cx="219975" cy="318625"/>
            </a:xfrm>
            <a:custGeom>
              <a:avLst/>
              <a:gdLst/>
              <a:ahLst/>
              <a:cxnLst/>
              <a:rect l="l" t="t" r="r" b="b"/>
              <a:pathLst>
                <a:path w="8799" h="12745" extrusionOk="0">
                  <a:moveTo>
                    <a:pt x="4053" y="829"/>
                  </a:moveTo>
                  <a:cubicBezTo>
                    <a:pt x="4088" y="829"/>
                    <a:pt x="4120" y="832"/>
                    <a:pt x="4151" y="838"/>
                  </a:cubicBezTo>
                  <a:cubicBezTo>
                    <a:pt x="5107" y="1016"/>
                    <a:pt x="5155" y="1786"/>
                    <a:pt x="5464" y="2587"/>
                  </a:cubicBezTo>
                  <a:cubicBezTo>
                    <a:pt x="6509" y="5268"/>
                    <a:pt x="7406" y="7995"/>
                    <a:pt x="8233" y="10748"/>
                  </a:cubicBezTo>
                  <a:cubicBezTo>
                    <a:pt x="6747" y="11227"/>
                    <a:pt x="5260" y="11678"/>
                    <a:pt x="3769" y="12119"/>
                  </a:cubicBezTo>
                  <a:cubicBezTo>
                    <a:pt x="2737" y="8769"/>
                    <a:pt x="1710" y="5409"/>
                    <a:pt x="592" y="2083"/>
                  </a:cubicBezTo>
                  <a:cubicBezTo>
                    <a:pt x="1144" y="1891"/>
                    <a:pt x="1693" y="1701"/>
                    <a:pt x="2240" y="1509"/>
                  </a:cubicBezTo>
                  <a:cubicBezTo>
                    <a:pt x="2645" y="1366"/>
                    <a:pt x="3554" y="829"/>
                    <a:pt x="4053" y="829"/>
                  </a:cubicBezTo>
                  <a:close/>
                  <a:moveTo>
                    <a:pt x="4844" y="0"/>
                  </a:moveTo>
                  <a:cubicBezTo>
                    <a:pt x="4818" y="0"/>
                    <a:pt x="4792" y="4"/>
                    <a:pt x="4764" y="14"/>
                  </a:cubicBezTo>
                  <a:cubicBezTo>
                    <a:pt x="3293" y="520"/>
                    <a:pt x="1820" y="1033"/>
                    <a:pt x="351" y="1551"/>
                  </a:cubicBezTo>
                  <a:cubicBezTo>
                    <a:pt x="321" y="1536"/>
                    <a:pt x="288" y="1529"/>
                    <a:pt x="255" y="1529"/>
                  </a:cubicBezTo>
                  <a:cubicBezTo>
                    <a:pt x="128" y="1529"/>
                    <a:pt x="0" y="1632"/>
                    <a:pt x="45" y="1794"/>
                  </a:cubicBezTo>
                  <a:cubicBezTo>
                    <a:pt x="283" y="2691"/>
                    <a:pt x="532" y="3583"/>
                    <a:pt x="792" y="4475"/>
                  </a:cubicBezTo>
                  <a:cubicBezTo>
                    <a:pt x="1569" y="7150"/>
                    <a:pt x="2435" y="9806"/>
                    <a:pt x="3332" y="12434"/>
                  </a:cubicBezTo>
                  <a:cubicBezTo>
                    <a:pt x="3375" y="12556"/>
                    <a:pt x="3475" y="12610"/>
                    <a:pt x="3576" y="12610"/>
                  </a:cubicBezTo>
                  <a:cubicBezTo>
                    <a:pt x="3607" y="12610"/>
                    <a:pt x="3639" y="12605"/>
                    <a:pt x="3668" y="12595"/>
                  </a:cubicBezTo>
                  <a:cubicBezTo>
                    <a:pt x="3689" y="12646"/>
                    <a:pt x="3706" y="12694"/>
                    <a:pt x="3714" y="12744"/>
                  </a:cubicBezTo>
                  <a:cubicBezTo>
                    <a:pt x="5325" y="12247"/>
                    <a:pt x="6922" y="11737"/>
                    <a:pt x="8510" y="11207"/>
                  </a:cubicBezTo>
                  <a:cubicBezTo>
                    <a:pt x="8600" y="11176"/>
                    <a:pt x="8651" y="11109"/>
                    <a:pt x="8671" y="11037"/>
                  </a:cubicBezTo>
                  <a:cubicBezTo>
                    <a:pt x="8753" y="10986"/>
                    <a:pt x="8799" y="10893"/>
                    <a:pt x="8765" y="10777"/>
                  </a:cubicBezTo>
                  <a:cubicBezTo>
                    <a:pt x="8255" y="8982"/>
                    <a:pt x="7689" y="7205"/>
                    <a:pt x="7078" y="5446"/>
                  </a:cubicBezTo>
                  <a:cubicBezTo>
                    <a:pt x="6466" y="3688"/>
                    <a:pt x="5812" y="1947"/>
                    <a:pt x="5121" y="214"/>
                  </a:cubicBezTo>
                  <a:cubicBezTo>
                    <a:pt x="5074" y="101"/>
                    <a:pt x="4970" y="0"/>
                    <a:pt x="4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3"/>
            <p:cNvSpPr/>
            <p:nvPr/>
          </p:nvSpPr>
          <p:spPr>
            <a:xfrm>
              <a:off x="96325" y="1325700"/>
              <a:ext cx="531275" cy="412375"/>
            </a:xfrm>
            <a:custGeom>
              <a:avLst/>
              <a:gdLst/>
              <a:ahLst/>
              <a:cxnLst/>
              <a:rect l="l" t="t" r="r" b="b"/>
              <a:pathLst>
                <a:path w="21251" h="16495" extrusionOk="0">
                  <a:moveTo>
                    <a:pt x="19102" y="1"/>
                  </a:moveTo>
                  <a:cubicBezTo>
                    <a:pt x="15908" y="833"/>
                    <a:pt x="12748" y="1959"/>
                    <a:pt x="9680" y="3084"/>
                  </a:cubicBezTo>
                  <a:cubicBezTo>
                    <a:pt x="7519" y="3882"/>
                    <a:pt x="5275" y="4664"/>
                    <a:pt x="3228" y="5722"/>
                  </a:cubicBezTo>
                  <a:cubicBezTo>
                    <a:pt x="641" y="7061"/>
                    <a:pt x="0" y="9193"/>
                    <a:pt x="349" y="11962"/>
                  </a:cubicBezTo>
                  <a:cubicBezTo>
                    <a:pt x="400" y="12361"/>
                    <a:pt x="454" y="12760"/>
                    <a:pt x="519" y="13156"/>
                  </a:cubicBezTo>
                  <a:lnTo>
                    <a:pt x="1662" y="13024"/>
                  </a:lnTo>
                  <a:cubicBezTo>
                    <a:pt x="1300" y="10863"/>
                    <a:pt x="1495" y="8692"/>
                    <a:pt x="3191" y="7378"/>
                  </a:cubicBezTo>
                  <a:cubicBezTo>
                    <a:pt x="3619" y="7044"/>
                    <a:pt x="4103" y="6763"/>
                    <a:pt x="4621" y="6517"/>
                  </a:cubicBezTo>
                  <a:lnTo>
                    <a:pt x="4621" y="6517"/>
                  </a:lnTo>
                  <a:cubicBezTo>
                    <a:pt x="4621" y="6526"/>
                    <a:pt x="4618" y="6534"/>
                    <a:pt x="4618" y="6543"/>
                  </a:cubicBezTo>
                  <a:lnTo>
                    <a:pt x="4618" y="6670"/>
                  </a:lnTo>
                  <a:cubicBezTo>
                    <a:pt x="4618" y="6704"/>
                    <a:pt x="4630" y="6733"/>
                    <a:pt x="4635" y="6767"/>
                  </a:cubicBezTo>
                  <a:cubicBezTo>
                    <a:pt x="4677" y="6780"/>
                    <a:pt x="4715" y="6809"/>
                    <a:pt x="4737" y="6865"/>
                  </a:cubicBezTo>
                  <a:cubicBezTo>
                    <a:pt x="5909" y="10046"/>
                    <a:pt x="6413" y="13389"/>
                    <a:pt x="7828" y="16494"/>
                  </a:cubicBezTo>
                  <a:lnTo>
                    <a:pt x="8955" y="16075"/>
                  </a:lnTo>
                  <a:cubicBezTo>
                    <a:pt x="7783" y="12833"/>
                    <a:pt x="7370" y="9400"/>
                    <a:pt x="6181" y="6194"/>
                  </a:cubicBezTo>
                  <a:cubicBezTo>
                    <a:pt x="6159" y="6138"/>
                    <a:pt x="6176" y="6087"/>
                    <a:pt x="6209" y="6053"/>
                  </a:cubicBezTo>
                  <a:cubicBezTo>
                    <a:pt x="6172" y="6007"/>
                    <a:pt x="6130" y="5960"/>
                    <a:pt x="6079" y="5926"/>
                  </a:cubicBezTo>
                  <a:cubicBezTo>
                    <a:pt x="7361" y="5472"/>
                    <a:pt x="8708" y="5128"/>
                    <a:pt x="9867" y="4720"/>
                  </a:cubicBezTo>
                  <a:cubicBezTo>
                    <a:pt x="10518" y="4490"/>
                    <a:pt x="11167" y="4265"/>
                    <a:pt x="11817" y="4035"/>
                  </a:cubicBezTo>
                  <a:cubicBezTo>
                    <a:pt x="11854" y="4003"/>
                    <a:pt x="11900" y="3982"/>
                    <a:pt x="11944" y="3982"/>
                  </a:cubicBezTo>
                  <a:cubicBezTo>
                    <a:pt x="11952" y="3982"/>
                    <a:pt x="11959" y="3983"/>
                    <a:pt x="11967" y="3984"/>
                  </a:cubicBezTo>
                  <a:lnTo>
                    <a:pt x="12069" y="3947"/>
                  </a:lnTo>
                  <a:lnTo>
                    <a:pt x="12069" y="3947"/>
                  </a:lnTo>
                  <a:cubicBezTo>
                    <a:pt x="12064" y="3976"/>
                    <a:pt x="12069" y="4006"/>
                    <a:pt x="12069" y="4035"/>
                  </a:cubicBezTo>
                  <a:cubicBezTo>
                    <a:pt x="12086" y="4052"/>
                    <a:pt x="12103" y="4078"/>
                    <a:pt x="12111" y="4108"/>
                  </a:cubicBezTo>
                  <a:cubicBezTo>
                    <a:pt x="12366" y="4966"/>
                    <a:pt x="12612" y="5827"/>
                    <a:pt x="12862" y="6687"/>
                  </a:cubicBezTo>
                  <a:lnTo>
                    <a:pt x="13937" y="6373"/>
                  </a:lnTo>
                  <a:cubicBezTo>
                    <a:pt x="13677" y="5479"/>
                    <a:pt x="13428" y="4587"/>
                    <a:pt x="13190" y="3692"/>
                  </a:cubicBezTo>
                  <a:cubicBezTo>
                    <a:pt x="13145" y="3530"/>
                    <a:pt x="13273" y="3427"/>
                    <a:pt x="13400" y="3427"/>
                  </a:cubicBezTo>
                  <a:cubicBezTo>
                    <a:pt x="13433" y="3427"/>
                    <a:pt x="13466" y="3434"/>
                    <a:pt x="13496" y="3449"/>
                  </a:cubicBezTo>
                  <a:cubicBezTo>
                    <a:pt x="14965" y="2931"/>
                    <a:pt x="16438" y="2418"/>
                    <a:pt x="17909" y="1912"/>
                  </a:cubicBezTo>
                  <a:cubicBezTo>
                    <a:pt x="17937" y="1902"/>
                    <a:pt x="17963" y="1898"/>
                    <a:pt x="17989" y="1898"/>
                  </a:cubicBezTo>
                  <a:cubicBezTo>
                    <a:pt x="18115" y="1898"/>
                    <a:pt x="18219" y="1999"/>
                    <a:pt x="18266" y="2112"/>
                  </a:cubicBezTo>
                  <a:cubicBezTo>
                    <a:pt x="18957" y="3845"/>
                    <a:pt x="19611" y="5586"/>
                    <a:pt x="20223" y="7344"/>
                  </a:cubicBezTo>
                  <a:lnTo>
                    <a:pt x="21251" y="6984"/>
                  </a:lnTo>
                  <a:cubicBezTo>
                    <a:pt x="20559" y="4995"/>
                    <a:pt x="19897" y="2999"/>
                    <a:pt x="19294" y="991"/>
                  </a:cubicBezTo>
                  <a:cubicBezTo>
                    <a:pt x="19280" y="948"/>
                    <a:pt x="19311" y="923"/>
                    <a:pt x="19345" y="923"/>
                  </a:cubicBezTo>
                  <a:lnTo>
                    <a:pt x="19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3"/>
            <p:cNvSpPr/>
            <p:nvPr/>
          </p:nvSpPr>
          <p:spPr>
            <a:xfrm>
              <a:off x="439725" y="1393875"/>
              <a:ext cx="191075" cy="282275"/>
            </a:xfrm>
            <a:custGeom>
              <a:avLst/>
              <a:gdLst/>
              <a:ahLst/>
              <a:cxnLst/>
              <a:rect l="l" t="t" r="r" b="b"/>
              <a:pathLst>
                <a:path w="7643" h="11291" extrusionOk="0">
                  <a:moveTo>
                    <a:pt x="3463" y="0"/>
                  </a:moveTo>
                  <a:cubicBezTo>
                    <a:pt x="2965" y="0"/>
                    <a:pt x="2054" y="537"/>
                    <a:pt x="1649" y="680"/>
                  </a:cubicBezTo>
                  <a:cubicBezTo>
                    <a:pt x="1102" y="872"/>
                    <a:pt x="553" y="1062"/>
                    <a:pt x="1" y="1254"/>
                  </a:cubicBezTo>
                  <a:cubicBezTo>
                    <a:pt x="1119" y="4580"/>
                    <a:pt x="2146" y="7939"/>
                    <a:pt x="3179" y="11290"/>
                  </a:cubicBezTo>
                  <a:cubicBezTo>
                    <a:pt x="4669" y="10849"/>
                    <a:pt x="6156" y="10398"/>
                    <a:pt x="7642" y="9919"/>
                  </a:cubicBezTo>
                  <a:cubicBezTo>
                    <a:pt x="6815" y="7166"/>
                    <a:pt x="5918" y="4439"/>
                    <a:pt x="4873" y="1758"/>
                  </a:cubicBezTo>
                  <a:cubicBezTo>
                    <a:pt x="4564" y="957"/>
                    <a:pt x="4516" y="187"/>
                    <a:pt x="3562" y="9"/>
                  </a:cubicBezTo>
                  <a:cubicBezTo>
                    <a:pt x="3531" y="3"/>
                    <a:pt x="3498" y="0"/>
                    <a:pt x="34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3"/>
            <p:cNvSpPr/>
            <p:nvPr/>
          </p:nvSpPr>
          <p:spPr>
            <a:xfrm>
              <a:off x="300300" y="1835725"/>
              <a:ext cx="213450" cy="196350"/>
            </a:xfrm>
            <a:custGeom>
              <a:avLst/>
              <a:gdLst/>
              <a:ahLst/>
              <a:cxnLst/>
              <a:rect l="l" t="t" r="r" b="b"/>
              <a:pathLst>
                <a:path w="8538" h="7854" extrusionOk="0">
                  <a:moveTo>
                    <a:pt x="4166" y="476"/>
                  </a:moveTo>
                  <a:cubicBezTo>
                    <a:pt x="5782" y="476"/>
                    <a:pt x="7300" y="1598"/>
                    <a:pt x="7684" y="3233"/>
                  </a:cubicBezTo>
                  <a:cubicBezTo>
                    <a:pt x="8286" y="5781"/>
                    <a:pt x="5999" y="7383"/>
                    <a:pt x="3918" y="7383"/>
                  </a:cubicBezTo>
                  <a:cubicBezTo>
                    <a:pt x="2341" y="7383"/>
                    <a:pt x="884" y="6463"/>
                    <a:pt x="893" y="4337"/>
                  </a:cubicBezTo>
                  <a:cubicBezTo>
                    <a:pt x="893" y="4244"/>
                    <a:pt x="830" y="4181"/>
                    <a:pt x="753" y="4151"/>
                  </a:cubicBezTo>
                  <a:cubicBezTo>
                    <a:pt x="770" y="2545"/>
                    <a:pt x="1632" y="1016"/>
                    <a:pt x="3293" y="588"/>
                  </a:cubicBezTo>
                  <a:cubicBezTo>
                    <a:pt x="3583" y="512"/>
                    <a:pt x="3876" y="476"/>
                    <a:pt x="4166" y="476"/>
                  </a:cubicBezTo>
                  <a:close/>
                  <a:moveTo>
                    <a:pt x="4196" y="1"/>
                  </a:moveTo>
                  <a:cubicBezTo>
                    <a:pt x="4013" y="1"/>
                    <a:pt x="3828" y="13"/>
                    <a:pt x="3641" y="39"/>
                  </a:cubicBezTo>
                  <a:cubicBezTo>
                    <a:pt x="1428" y="354"/>
                    <a:pt x="1" y="2448"/>
                    <a:pt x="439" y="4611"/>
                  </a:cubicBezTo>
                  <a:cubicBezTo>
                    <a:pt x="442" y="4623"/>
                    <a:pt x="451" y="4636"/>
                    <a:pt x="456" y="4648"/>
                  </a:cubicBezTo>
                  <a:cubicBezTo>
                    <a:pt x="339" y="6829"/>
                    <a:pt x="2066" y="7854"/>
                    <a:pt x="3928" y="7854"/>
                  </a:cubicBezTo>
                  <a:cubicBezTo>
                    <a:pt x="6137" y="7854"/>
                    <a:pt x="8537" y="6413"/>
                    <a:pt x="8284" y="3751"/>
                  </a:cubicBezTo>
                  <a:cubicBezTo>
                    <a:pt x="8081" y="1633"/>
                    <a:pt x="6274" y="1"/>
                    <a:pt x="4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3"/>
            <p:cNvSpPr/>
            <p:nvPr/>
          </p:nvSpPr>
          <p:spPr>
            <a:xfrm>
              <a:off x="319125" y="1847625"/>
              <a:ext cx="188350" cy="172700"/>
            </a:xfrm>
            <a:custGeom>
              <a:avLst/>
              <a:gdLst/>
              <a:ahLst/>
              <a:cxnLst/>
              <a:rect l="l" t="t" r="r" b="b"/>
              <a:pathLst>
                <a:path w="7534" h="6908" extrusionOk="0">
                  <a:moveTo>
                    <a:pt x="3407" y="2098"/>
                  </a:moveTo>
                  <a:cubicBezTo>
                    <a:pt x="3923" y="2098"/>
                    <a:pt x="4397" y="2442"/>
                    <a:pt x="4601" y="2927"/>
                  </a:cubicBezTo>
                  <a:cubicBezTo>
                    <a:pt x="5003" y="3893"/>
                    <a:pt x="4191" y="4846"/>
                    <a:pt x="3320" y="4846"/>
                  </a:cubicBezTo>
                  <a:cubicBezTo>
                    <a:pt x="3014" y="4846"/>
                    <a:pt x="2700" y="4729"/>
                    <a:pt x="2430" y="4453"/>
                  </a:cubicBezTo>
                  <a:cubicBezTo>
                    <a:pt x="2034" y="4048"/>
                    <a:pt x="1949" y="3420"/>
                    <a:pt x="2289" y="2978"/>
                  </a:cubicBezTo>
                  <a:cubicBezTo>
                    <a:pt x="2379" y="2584"/>
                    <a:pt x="2688" y="2253"/>
                    <a:pt x="3109" y="2137"/>
                  </a:cubicBezTo>
                  <a:cubicBezTo>
                    <a:pt x="3209" y="2111"/>
                    <a:pt x="3309" y="2098"/>
                    <a:pt x="3407" y="2098"/>
                  </a:cubicBezTo>
                  <a:close/>
                  <a:moveTo>
                    <a:pt x="3413" y="0"/>
                  </a:moveTo>
                  <a:cubicBezTo>
                    <a:pt x="3123" y="0"/>
                    <a:pt x="2830" y="36"/>
                    <a:pt x="2540" y="112"/>
                  </a:cubicBezTo>
                  <a:cubicBezTo>
                    <a:pt x="879" y="540"/>
                    <a:pt x="17" y="2069"/>
                    <a:pt x="0" y="3675"/>
                  </a:cubicBezTo>
                  <a:cubicBezTo>
                    <a:pt x="77" y="3705"/>
                    <a:pt x="140" y="3768"/>
                    <a:pt x="140" y="3861"/>
                  </a:cubicBezTo>
                  <a:cubicBezTo>
                    <a:pt x="131" y="5987"/>
                    <a:pt x="1588" y="6907"/>
                    <a:pt x="3165" y="6907"/>
                  </a:cubicBezTo>
                  <a:cubicBezTo>
                    <a:pt x="5246" y="6907"/>
                    <a:pt x="7533" y="5305"/>
                    <a:pt x="6931" y="2757"/>
                  </a:cubicBezTo>
                  <a:cubicBezTo>
                    <a:pt x="6547" y="1122"/>
                    <a:pt x="5029" y="0"/>
                    <a:pt x="34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3"/>
            <p:cNvSpPr/>
            <p:nvPr/>
          </p:nvSpPr>
          <p:spPr>
            <a:xfrm>
              <a:off x="248275" y="1424350"/>
              <a:ext cx="230675" cy="319875"/>
            </a:xfrm>
            <a:custGeom>
              <a:avLst/>
              <a:gdLst/>
              <a:ahLst/>
              <a:cxnLst/>
              <a:rect l="l" t="t" r="r" b="b"/>
              <a:pathLst>
                <a:path w="9227" h="12795" extrusionOk="0">
                  <a:moveTo>
                    <a:pt x="5773" y="697"/>
                  </a:moveTo>
                  <a:cubicBezTo>
                    <a:pt x="6444" y="4075"/>
                    <a:pt x="7494" y="7472"/>
                    <a:pt x="8692" y="10696"/>
                  </a:cubicBezTo>
                  <a:cubicBezTo>
                    <a:pt x="6942" y="11194"/>
                    <a:pt x="5187" y="11673"/>
                    <a:pt x="3432" y="12140"/>
                  </a:cubicBezTo>
                  <a:cubicBezTo>
                    <a:pt x="2758" y="10348"/>
                    <a:pt x="2155" y="8539"/>
                    <a:pt x="1696" y="6679"/>
                  </a:cubicBezTo>
                  <a:cubicBezTo>
                    <a:pt x="1334" y="5208"/>
                    <a:pt x="1139" y="3709"/>
                    <a:pt x="498" y="2333"/>
                  </a:cubicBezTo>
                  <a:cubicBezTo>
                    <a:pt x="2226" y="1708"/>
                    <a:pt x="4108" y="1280"/>
                    <a:pt x="5476" y="799"/>
                  </a:cubicBezTo>
                  <a:cubicBezTo>
                    <a:pt x="5578" y="765"/>
                    <a:pt x="5675" y="731"/>
                    <a:pt x="5773" y="697"/>
                  </a:cubicBezTo>
                  <a:close/>
                  <a:moveTo>
                    <a:pt x="5989" y="1"/>
                  </a:moveTo>
                  <a:lnTo>
                    <a:pt x="5887" y="38"/>
                  </a:lnTo>
                  <a:cubicBezTo>
                    <a:pt x="5880" y="37"/>
                    <a:pt x="5872" y="36"/>
                    <a:pt x="5865" y="36"/>
                  </a:cubicBezTo>
                  <a:cubicBezTo>
                    <a:pt x="5821" y="36"/>
                    <a:pt x="5776" y="57"/>
                    <a:pt x="5739" y="89"/>
                  </a:cubicBezTo>
                  <a:cubicBezTo>
                    <a:pt x="5089" y="319"/>
                    <a:pt x="4440" y="544"/>
                    <a:pt x="3789" y="774"/>
                  </a:cubicBezTo>
                  <a:cubicBezTo>
                    <a:pt x="2630" y="1182"/>
                    <a:pt x="1283" y="1526"/>
                    <a:pt x="1" y="1980"/>
                  </a:cubicBezTo>
                  <a:cubicBezTo>
                    <a:pt x="52" y="2014"/>
                    <a:pt x="94" y="2061"/>
                    <a:pt x="131" y="2107"/>
                  </a:cubicBezTo>
                  <a:cubicBezTo>
                    <a:pt x="98" y="2141"/>
                    <a:pt x="81" y="2192"/>
                    <a:pt x="103" y="2248"/>
                  </a:cubicBezTo>
                  <a:cubicBezTo>
                    <a:pt x="1292" y="5456"/>
                    <a:pt x="1703" y="8887"/>
                    <a:pt x="2877" y="12129"/>
                  </a:cubicBezTo>
                  <a:cubicBezTo>
                    <a:pt x="2936" y="12293"/>
                    <a:pt x="2996" y="12455"/>
                    <a:pt x="3059" y="12621"/>
                  </a:cubicBezTo>
                  <a:cubicBezTo>
                    <a:pt x="3104" y="12742"/>
                    <a:pt x="3208" y="12794"/>
                    <a:pt x="3311" y="12794"/>
                  </a:cubicBezTo>
                  <a:cubicBezTo>
                    <a:pt x="3392" y="12794"/>
                    <a:pt x="3472" y="12762"/>
                    <a:pt x="3522" y="12706"/>
                  </a:cubicBezTo>
                  <a:cubicBezTo>
                    <a:pt x="3526" y="12715"/>
                    <a:pt x="3531" y="12727"/>
                    <a:pt x="3534" y="12735"/>
                  </a:cubicBezTo>
                  <a:cubicBezTo>
                    <a:pt x="5442" y="12256"/>
                    <a:pt x="7339" y="11729"/>
                    <a:pt x="9227" y="11169"/>
                  </a:cubicBezTo>
                  <a:cubicBezTo>
                    <a:pt x="9201" y="11130"/>
                    <a:pt x="9176" y="11087"/>
                    <a:pt x="9150" y="11050"/>
                  </a:cubicBezTo>
                  <a:cubicBezTo>
                    <a:pt x="9196" y="11007"/>
                    <a:pt x="9222" y="10939"/>
                    <a:pt x="9196" y="10854"/>
                  </a:cubicBezTo>
                  <a:lnTo>
                    <a:pt x="9196" y="10853"/>
                  </a:lnTo>
                  <a:cubicBezTo>
                    <a:pt x="8338" y="8160"/>
                    <a:pt x="7565" y="5451"/>
                    <a:pt x="6784" y="2741"/>
                  </a:cubicBezTo>
                  <a:cubicBezTo>
                    <a:pt x="6534" y="1883"/>
                    <a:pt x="6288" y="1020"/>
                    <a:pt x="6031" y="162"/>
                  </a:cubicBezTo>
                  <a:cubicBezTo>
                    <a:pt x="6023" y="132"/>
                    <a:pt x="6006" y="106"/>
                    <a:pt x="5989" y="89"/>
                  </a:cubicBezTo>
                  <a:cubicBezTo>
                    <a:pt x="5989" y="60"/>
                    <a:pt x="5986" y="30"/>
                    <a:pt x="59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3"/>
            <p:cNvSpPr/>
            <p:nvPr/>
          </p:nvSpPr>
          <p:spPr>
            <a:xfrm>
              <a:off x="367825" y="1900075"/>
              <a:ext cx="76375" cy="68725"/>
            </a:xfrm>
            <a:custGeom>
              <a:avLst/>
              <a:gdLst/>
              <a:ahLst/>
              <a:cxnLst/>
              <a:rect l="l" t="t" r="r" b="b"/>
              <a:pathLst>
                <a:path w="3055" h="2749" extrusionOk="0">
                  <a:moveTo>
                    <a:pt x="1459" y="0"/>
                  </a:moveTo>
                  <a:cubicBezTo>
                    <a:pt x="1361" y="0"/>
                    <a:pt x="1261" y="13"/>
                    <a:pt x="1161" y="39"/>
                  </a:cubicBezTo>
                  <a:cubicBezTo>
                    <a:pt x="740" y="155"/>
                    <a:pt x="431" y="486"/>
                    <a:pt x="341" y="880"/>
                  </a:cubicBezTo>
                  <a:cubicBezTo>
                    <a:pt x="1" y="1322"/>
                    <a:pt x="86" y="1950"/>
                    <a:pt x="482" y="2355"/>
                  </a:cubicBezTo>
                  <a:cubicBezTo>
                    <a:pt x="752" y="2631"/>
                    <a:pt x="1066" y="2748"/>
                    <a:pt x="1372" y="2748"/>
                  </a:cubicBezTo>
                  <a:cubicBezTo>
                    <a:pt x="2243" y="2748"/>
                    <a:pt x="3055" y="1795"/>
                    <a:pt x="2653" y="829"/>
                  </a:cubicBezTo>
                  <a:cubicBezTo>
                    <a:pt x="2449" y="344"/>
                    <a:pt x="1975" y="0"/>
                    <a:pt x="1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3"/>
            <p:cNvSpPr/>
            <p:nvPr/>
          </p:nvSpPr>
          <p:spPr>
            <a:xfrm>
              <a:off x="260675" y="1441775"/>
              <a:ext cx="204900" cy="286100"/>
            </a:xfrm>
            <a:custGeom>
              <a:avLst/>
              <a:gdLst/>
              <a:ahLst/>
              <a:cxnLst/>
              <a:rect l="l" t="t" r="r" b="b"/>
              <a:pathLst>
                <a:path w="8196" h="11444" extrusionOk="0">
                  <a:moveTo>
                    <a:pt x="5277" y="0"/>
                  </a:moveTo>
                  <a:cubicBezTo>
                    <a:pt x="5179" y="34"/>
                    <a:pt x="5082" y="68"/>
                    <a:pt x="4980" y="102"/>
                  </a:cubicBezTo>
                  <a:cubicBezTo>
                    <a:pt x="3612" y="583"/>
                    <a:pt x="1730" y="1011"/>
                    <a:pt x="1" y="1636"/>
                  </a:cubicBezTo>
                  <a:cubicBezTo>
                    <a:pt x="643" y="3012"/>
                    <a:pt x="838" y="4511"/>
                    <a:pt x="1200" y="5982"/>
                  </a:cubicBezTo>
                  <a:cubicBezTo>
                    <a:pt x="1659" y="7842"/>
                    <a:pt x="2262" y="9651"/>
                    <a:pt x="2936" y="11443"/>
                  </a:cubicBezTo>
                  <a:cubicBezTo>
                    <a:pt x="4691" y="10976"/>
                    <a:pt x="6446" y="10496"/>
                    <a:pt x="8196" y="9999"/>
                  </a:cubicBezTo>
                  <a:cubicBezTo>
                    <a:pt x="6998" y="6775"/>
                    <a:pt x="5948" y="3378"/>
                    <a:pt x="52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3"/>
            <p:cNvSpPr/>
            <p:nvPr/>
          </p:nvSpPr>
          <p:spPr>
            <a:xfrm>
              <a:off x="120625" y="1488625"/>
              <a:ext cx="176725" cy="288325"/>
            </a:xfrm>
            <a:custGeom>
              <a:avLst/>
              <a:gdLst/>
              <a:ahLst/>
              <a:cxnLst/>
              <a:rect l="l" t="t" r="r" b="b"/>
              <a:pathLst>
                <a:path w="7069" h="11533" extrusionOk="0">
                  <a:moveTo>
                    <a:pt x="3527" y="697"/>
                  </a:moveTo>
                  <a:cubicBezTo>
                    <a:pt x="4070" y="3831"/>
                    <a:pt x="4928" y="7313"/>
                    <a:pt x="6401" y="10135"/>
                  </a:cubicBezTo>
                  <a:cubicBezTo>
                    <a:pt x="5119" y="10475"/>
                    <a:pt x="3833" y="10806"/>
                    <a:pt x="2545" y="11141"/>
                  </a:cubicBezTo>
                  <a:cubicBezTo>
                    <a:pt x="2545" y="11120"/>
                    <a:pt x="2545" y="11098"/>
                    <a:pt x="2536" y="11073"/>
                  </a:cubicBezTo>
                  <a:cubicBezTo>
                    <a:pt x="1772" y="8691"/>
                    <a:pt x="0" y="4476"/>
                    <a:pt x="1738" y="2166"/>
                  </a:cubicBezTo>
                  <a:cubicBezTo>
                    <a:pt x="2176" y="1583"/>
                    <a:pt x="2805" y="1104"/>
                    <a:pt x="3527" y="697"/>
                  </a:cubicBezTo>
                  <a:close/>
                  <a:moveTo>
                    <a:pt x="3649" y="0"/>
                  </a:moveTo>
                  <a:lnTo>
                    <a:pt x="3649" y="0"/>
                  </a:lnTo>
                  <a:cubicBezTo>
                    <a:pt x="3131" y="246"/>
                    <a:pt x="2647" y="527"/>
                    <a:pt x="2219" y="861"/>
                  </a:cubicBezTo>
                  <a:cubicBezTo>
                    <a:pt x="523" y="2175"/>
                    <a:pt x="328" y="4346"/>
                    <a:pt x="690" y="6507"/>
                  </a:cubicBezTo>
                  <a:cubicBezTo>
                    <a:pt x="974" y="8219"/>
                    <a:pt x="1611" y="9923"/>
                    <a:pt x="2134" y="11183"/>
                  </a:cubicBezTo>
                  <a:cubicBezTo>
                    <a:pt x="2159" y="11248"/>
                    <a:pt x="2205" y="11290"/>
                    <a:pt x="2256" y="11307"/>
                  </a:cubicBezTo>
                  <a:cubicBezTo>
                    <a:pt x="2238" y="11411"/>
                    <a:pt x="2309" y="11532"/>
                    <a:pt x="2434" y="11532"/>
                  </a:cubicBezTo>
                  <a:cubicBezTo>
                    <a:pt x="2446" y="11532"/>
                    <a:pt x="2460" y="11531"/>
                    <a:pt x="2474" y="11528"/>
                  </a:cubicBezTo>
                  <a:cubicBezTo>
                    <a:pt x="4011" y="11239"/>
                    <a:pt x="5543" y="10911"/>
                    <a:pt x="7069" y="10551"/>
                  </a:cubicBezTo>
                  <a:lnTo>
                    <a:pt x="6865" y="10016"/>
                  </a:lnTo>
                  <a:cubicBezTo>
                    <a:pt x="6862" y="10003"/>
                    <a:pt x="6862" y="9991"/>
                    <a:pt x="6856" y="9977"/>
                  </a:cubicBezTo>
                  <a:cubicBezTo>
                    <a:pt x="5441" y="6872"/>
                    <a:pt x="4937" y="3530"/>
                    <a:pt x="3765" y="348"/>
                  </a:cubicBezTo>
                  <a:cubicBezTo>
                    <a:pt x="3743" y="292"/>
                    <a:pt x="3705" y="263"/>
                    <a:pt x="3663" y="250"/>
                  </a:cubicBezTo>
                  <a:cubicBezTo>
                    <a:pt x="3658" y="216"/>
                    <a:pt x="3646" y="187"/>
                    <a:pt x="3646" y="153"/>
                  </a:cubicBezTo>
                  <a:lnTo>
                    <a:pt x="3646" y="26"/>
                  </a:lnTo>
                  <a:cubicBezTo>
                    <a:pt x="3646" y="17"/>
                    <a:pt x="3649" y="9"/>
                    <a:pt x="3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3"/>
            <p:cNvSpPr/>
            <p:nvPr/>
          </p:nvSpPr>
          <p:spPr>
            <a:xfrm>
              <a:off x="120625" y="1506025"/>
              <a:ext cx="160075" cy="261125"/>
            </a:xfrm>
            <a:custGeom>
              <a:avLst/>
              <a:gdLst/>
              <a:ahLst/>
              <a:cxnLst/>
              <a:rect l="l" t="t" r="r" b="b"/>
              <a:pathLst>
                <a:path w="6403" h="10445" extrusionOk="0">
                  <a:moveTo>
                    <a:pt x="3527" y="1"/>
                  </a:moveTo>
                  <a:cubicBezTo>
                    <a:pt x="2805" y="408"/>
                    <a:pt x="2176" y="887"/>
                    <a:pt x="1738" y="1470"/>
                  </a:cubicBezTo>
                  <a:cubicBezTo>
                    <a:pt x="0" y="3780"/>
                    <a:pt x="1772" y="7993"/>
                    <a:pt x="2536" y="10377"/>
                  </a:cubicBezTo>
                  <a:cubicBezTo>
                    <a:pt x="2545" y="10402"/>
                    <a:pt x="2545" y="10424"/>
                    <a:pt x="2545" y="10445"/>
                  </a:cubicBezTo>
                  <a:cubicBezTo>
                    <a:pt x="3833" y="10110"/>
                    <a:pt x="5119" y="9779"/>
                    <a:pt x="6403" y="9439"/>
                  </a:cubicBezTo>
                  <a:cubicBezTo>
                    <a:pt x="4928" y="6617"/>
                    <a:pt x="4070" y="3135"/>
                    <a:pt x="35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3"/>
            <p:cNvSpPr/>
            <p:nvPr/>
          </p:nvSpPr>
          <p:spPr>
            <a:xfrm>
              <a:off x="177950" y="1946950"/>
              <a:ext cx="57200" cy="38675"/>
            </a:xfrm>
            <a:custGeom>
              <a:avLst/>
              <a:gdLst/>
              <a:ahLst/>
              <a:cxnLst/>
              <a:rect l="l" t="t" r="r" b="b"/>
              <a:pathLst>
                <a:path w="2288" h="1547" extrusionOk="0">
                  <a:moveTo>
                    <a:pt x="1132" y="1"/>
                  </a:moveTo>
                  <a:cubicBezTo>
                    <a:pt x="774" y="1"/>
                    <a:pt x="401" y="180"/>
                    <a:pt x="184" y="536"/>
                  </a:cubicBezTo>
                  <a:cubicBezTo>
                    <a:pt x="91" y="697"/>
                    <a:pt x="0" y="896"/>
                    <a:pt x="6" y="1083"/>
                  </a:cubicBezTo>
                  <a:cubicBezTo>
                    <a:pt x="6" y="1452"/>
                    <a:pt x="275" y="1547"/>
                    <a:pt x="550" y="1547"/>
                  </a:cubicBezTo>
                  <a:cubicBezTo>
                    <a:pt x="601" y="1547"/>
                    <a:pt x="652" y="1543"/>
                    <a:pt x="702" y="1538"/>
                  </a:cubicBezTo>
                  <a:cubicBezTo>
                    <a:pt x="775" y="1529"/>
                    <a:pt x="843" y="1516"/>
                    <a:pt x="911" y="1504"/>
                  </a:cubicBezTo>
                  <a:cubicBezTo>
                    <a:pt x="1285" y="1402"/>
                    <a:pt x="1662" y="1326"/>
                    <a:pt x="2041" y="1258"/>
                  </a:cubicBezTo>
                  <a:cubicBezTo>
                    <a:pt x="2058" y="1210"/>
                    <a:pt x="2087" y="1164"/>
                    <a:pt x="2143" y="1134"/>
                  </a:cubicBezTo>
                  <a:cubicBezTo>
                    <a:pt x="2189" y="1113"/>
                    <a:pt x="2239" y="1091"/>
                    <a:pt x="2287" y="1071"/>
                  </a:cubicBezTo>
                  <a:cubicBezTo>
                    <a:pt x="2194" y="1066"/>
                    <a:pt x="2100" y="1003"/>
                    <a:pt x="2087" y="884"/>
                  </a:cubicBezTo>
                  <a:cubicBezTo>
                    <a:pt x="2027" y="294"/>
                    <a:pt x="1591" y="1"/>
                    <a:pt x="11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3"/>
            <p:cNvSpPr/>
            <p:nvPr/>
          </p:nvSpPr>
          <p:spPr>
            <a:xfrm>
              <a:off x="162150" y="1865525"/>
              <a:ext cx="33925" cy="50750"/>
            </a:xfrm>
            <a:custGeom>
              <a:avLst/>
              <a:gdLst/>
              <a:ahLst/>
              <a:cxnLst/>
              <a:rect l="l" t="t" r="r" b="b"/>
              <a:pathLst>
                <a:path w="1357" h="2030" extrusionOk="0">
                  <a:moveTo>
                    <a:pt x="130" y="1"/>
                  </a:moveTo>
                  <a:cubicBezTo>
                    <a:pt x="87" y="1"/>
                    <a:pt x="44" y="3"/>
                    <a:pt x="1" y="8"/>
                  </a:cubicBezTo>
                  <a:cubicBezTo>
                    <a:pt x="226" y="682"/>
                    <a:pt x="464" y="1358"/>
                    <a:pt x="711" y="2029"/>
                  </a:cubicBezTo>
                  <a:cubicBezTo>
                    <a:pt x="1084" y="1791"/>
                    <a:pt x="1356" y="1443"/>
                    <a:pt x="1297" y="942"/>
                  </a:cubicBezTo>
                  <a:cubicBezTo>
                    <a:pt x="1234" y="371"/>
                    <a:pt x="678" y="1"/>
                    <a:pt x="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7" name="Google Shape;1617;p43"/>
          <p:cNvSpPr/>
          <p:nvPr/>
        </p:nvSpPr>
        <p:spPr>
          <a:xfrm rot="9196425">
            <a:off x="6825640" y="7845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8" name="Google Shape;1618;p43"/>
          <p:cNvGrpSpPr/>
          <p:nvPr/>
        </p:nvGrpSpPr>
        <p:grpSpPr>
          <a:xfrm>
            <a:off x="792419" y="4530529"/>
            <a:ext cx="290179" cy="294694"/>
            <a:chOff x="5015625" y="2751225"/>
            <a:chExt cx="404825" cy="411125"/>
          </a:xfrm>
        </p:grpSpPr>
        <p:sp>
          <p:nvSpPr>
            <p:cNvPr id="1619" name="Google Shape;1619;p43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3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3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3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3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3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3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3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3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3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3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3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3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1632;p43"/>
          <p:cNvGrpSpPr/>
          <p:nvPr/>
        </p:nvGrpSpPr>
        <p:grpSpPr>
          <a:xfrm>
            <a:off x="7080732" y="1992575"/>
            <a:ext cx="1110686" cy="2537942"/>
            <a:chOff x="7033924" y="1992575"/>
            <a:chExt cx="1110686" cy="2537942"/>
          </a:xfrm>
        </p:grpSpPr>
        <p:sp>
          <p:nvSpPr>
            <p:cNvPr id="1633" name="Google Shape;1633;p43"/>
            <p:cNvSpPr/>
            <p:nvPr/>
          </p:nvSpPr>
          <p:spPr>
            <a:xfrm>
              <a:off x="7033924" y="1992575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3"/>
            <p:cNvSpPr/>
            <p:nvPr/>
          </p:nvSpPr>
          <p:spPr>
            <a:xfrm>
              <a:off x="7262524" y="1992575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3"/>
            <p:cNvSpPr/>
            <p:nvPr/>
          </p:nvSpPr>
          <p:spPr>
            <a:xfrm>
              <a:off x="7491124" y="1992575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3"/>
            <p:cNvSpPr/>
            <p:nvPr/>
          </p:nvSpPr>
          <p:spPr>
            <a:xfrm>
              <a:off x="7719724" y="1992575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3"/>
            <p:cNvSpPr/>
            <p:nvPr/>
          </p:nvSpPr>
          <p:spPr>
            <a:xfrm>
              <a:off x="7948324" y="1992575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3"/>
            <p:cNvSpPr/>
            <p:nvPr/>
          </p:nvSpPr>
          <p:spPr>
            <a:xfrm>
              <a:off x="7033924" y="232719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3"/>
            <p:cNvSpPr/>
            <p:nvPr/>
          </p:nvSpPr>
          <p:spPr>
            <a:xfrm>
              <a:off x="7262524" y="232719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3"/>
            <p:cNvSpPr/>
            <p:nvPr/>
          </p:nvSpPr>
          <p:spPr>
            <a:xfrm>
              <a:off x="7491124" y="232719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3"/>
            <p:cNvSpPr/>
            <p:nvPr/>
          </p:nvSpPr>
          <p:spPr>
            <a:xfrm>
              <a:off x="7719724" y="232719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3"/>
            <p:cNvSpPr/>
            <p:nvPr/>
          </p:nvSpPr>
          <p:spPr>
            <a:xfrm>
              <a:off x="7948324" y="232719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3"/>
            <p:cNvSpPr/>
            <p:nvPr/>
          </p:nvSpPr>
          <p:spPr>
            <a:xfrm>
              <a:off x="7033924" y="2661810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3"/>
            <p:cNvSpPr/>
            <p:nvPr/>
          </p:nvSpPr>
          <p:spPr>
            <a:xfrm>
              <a:off x="7262524" y="2661810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3"/>
            <p:cNvSpPr/>
            <p:nvPr/>
          </p:nvSpPr>
          <p:spPr>
            <a:xfrm>
              <a:off x="7491124" y="2661810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3"/>
            <p:cNvSpPr/>
            <p:nvPr/>
          </p:nvSpPr>
          <p:spPr>
            <a:xfrm>
              <a:off x="7719724" y="2661810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3"/>
            <p:cNvSpPr/>
            <p:nvPr/>
          </p:nvSpPr>
          <p:spPr>
            <a:xfrm>
              <a:off x="7948324" y="2661810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3"/>
            <p:cNvSpPr/>
            <p:nvPr/>
          </p:nvSpPr>
          <p:spPr>
            <a:xfrm>
              <a:off x="7033924" y="3008023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3"/>
            <p:cNvSpPr/>
            <p:nvPr/>
          </p:nvSpPr>
          <p:spPr>
            <a:xfrm>
              <a:off x="7262524" y="3008023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3"/>
            <p:cNvSpPr/>
            <p:nvPr/>
          </p:nvSpPr>
          <p:spPr>
            <a:xfrm>
              <a:off x="7491124" y="3008023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3"/>
            <p:cNvSpPr/>
            <p:nvPr/>
          </p:nvSpPr>
          <p:spPr>
            <a:xfrm>
              <a:off x="7719724" y="3008023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3"/>
            <p:cNvSpPr/>
            <p:nvPr/>
          </p:nvSpPr>
          <p:spPr>
            <a:xfrm>
              <a:off x="7948324" y="3008023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3"/>
            <p:cNvSpPr/>
            <p:nvPr/>
          </p:nvSpPr>
          <p:spPr>
            <a:xfrm>
              <a:off x="7033924" y="3339327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3"/>
            <p:cNvSpPr/>
            <p:nvPr/>
          </p:nvSpPr>
          <p:spPr>
            <a:xfrm>
              <a:off x="7262524" y="3339327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3"/>
            <p:cNvSpPr/>
            <p:nvPr/>
          </p:nvSpPr>
          <p:spPr>
            <a:xfrm>
              <a:off x="7491124" y="3339327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3"/>
            <p:cNvSpPr/>
            <p:nvPr/>
          </p:nvSpPr>
          <p:spPr>
            <a:xfrm>
              <a:off x="7719724" y="3339327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3"/>
            <p:cNvSpPr/>
            <p:nvPr/>
          </p:nvSpPr>
          <p:spPr>
            <a:xfrm>
              <a:off x="7948324" y="3339327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3"/>
            <p:cNvSpPr/>
            <p:nvPr/>
          </p:nvSpPr>
          <p:spPr>
            <a:xfrm>
              <a:off x="7033924" y="3678914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3"/>
            <p:cNvSpPr/>
            <p:nvPr/>
          </p:nvSpPr>
          <p:spPr>
            <a:xfrm>
              <a:off x="7262524" y="3678914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3"/>
            <p:cNvSpPr/>
            <p:nvPr/>
          </p:nvSpPr>
          <p:spPr>
            <a:xfrm>
              <a:off x="7491124" y="3678914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3"/>
            <p:cNvSpPr/>
            <p:nvPr/>
          </p:nvSpPr>
          <p:spPr>
            <a:xfrm>
              <a:off x="7719724" y="3678914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3"/>
            <p:cNvSpPr/>
            <p:nvPr/>
          </p:nvSpPr>
          <p:spPr>
            <a:xfrm>
              <a:off x="7948324" y="3678914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3"/>
            <p:cNvSpPr/>
            <p:nvPr/>
          </p:nvSpPr>
          <p:spPr>
            <a:xfrm>
              <a:off x="7033924" y="400856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3"/>
            <p:cNvSpPr/>
            <p:nvPr/>
          </p:nvSpPr>
          <p:spPr>
            <a:xfrm>
              <a:off x="7262524" y="400856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3"/>
            <p:cNvSpPr/>
            <p:nvPr/>
          </p:nvSpPr>
          <p:spPr>
            <a:xfrm>
              <a:off x="7491124" y="400856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3"/>
            <p:cNvSpPr/>
            <p:nvPr/>
          </p:nvSpPr>
          <p:spPr>
            <a:xfrm>
              <a:off x="7719724" y="400856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3"/>
            <p:cNvSpPr/>
            <p:nvPr/>
          </p:nvSpPr>
          <p:spPr>
            <a:xfrm>
              <a:off x="7948324" y="4008562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3"/>
            <p:cNvSpPr/>
            <p:nvPr/>
          </p:nvSpPr>
          <p:spPr>
            <a:xfrm>
              <a:off x="7033924" y="4343179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3"/>
            <p:cNvSpPr/>
            <p:nvPr/>
          </p:nvSpPr>
          <p:spPr>
            <a:xfrm>
              <a:off x="7262524" y="4343179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3"/>
            <p:cNvSpPr/>
            <p:nvPr/>
          </p:nvSpPr>
          <p:spPr>
            <a:xfrm>
              <a:off x="7491124" y="4343179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3"/>
            <p:cNvSpPr/>
            <p:nvPr/>
          </p:nvSpPr>
          <p:spPr>
            <a:xfrm>
              <a:off x="7719724" y="4343179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3"/>
            <p:cNvSpPr/>
            <p:nvPr/>
          </p:nvSpPr>
          <p:spPr>
            <a:xfrm>
              <a:off x="7948324" y="4343179"/>
              <a:ext cx="196286" cy="187338"/>
            </a:xfrm>
            <a:custGeom>
              <a:avLst/>
              <a:gdLst/>
              <a:ahLst/>
              <a:cxnLst/>
              <a:rect l="l" t="t" r="r" b="b"/>
              <a:pathLst>
                <a:path w="10266" h="9798" extrusionOk="0">
                  <a:moveTo>
                    <a:pt x="5502" y="1"/>
                  </a:moveTo>
                  <a:cubicBezTo>
                    <a:pt x="4888" y="1093"/>
                    <a:pt x="4267" y="2182"/>
                    <a:pt x="3633" y="3264"/>
                  </a:cubicBezTo>
                  <a:cubicBezTo>
                    <a:pt x="3594" y="3332"/>
                    <a:pt x="3538" y="3358"/>
                    <a:pt x="3477" y="3358"/>
                  </a:cubicBezTo>
                  <a:cubicBezTo>
                    <a:pt x="3523" y="3485"/>
                    <a:pt x="3438" y="3674"/>
                    <a:pt x="3269" y="3680"/>
                  </a:cubicBezTo>
                  <a:cubicBezTo>
                    <a:pt x="2150" y="3730"/>
                    <a:pt x="1088" y="3762"/>
                    <a:pt x="1" y="4015"/>
                  </a:cubicBezTo>
                  <a:cubicBezTo>
                    <a:pt x="787" y="4948"/>
                    <a:pt x="1718" y="5649"/>
                    <a:pt x="2751" y="6314"/>
                  </a:cubicBezTo>
                  <a:cubicBezTo>
                    <a:pt x="2794" y="6342"/>
                    <a:pt x="2814" y="6388"/>
                    <a:pt x="2818" y="6434"/>
                  </a:cubicBezTo>
                  <a:cubicBezTo>
                    <a:pt x="2819" y="6434"/>
                    <a:pt x="2821" y="6434"/>
                    <a:pt x="2823" y="6434"/>
                  </a:cubicBezTo>
                  <a:cubicBezTo>
                    <a:pt x="2932" y="6434"/>
                    <a:pt x="3053" y="6536"/>
                    <a:pt x="3018" y="6662"/>
                  </a:cubicBezTo>
                  <a:cubicBezTo>
                    <a:pt x="2853" y="7221"/>
                    <a:pt x="2665" y="7769"/>
                    <a:pt x="2479" y="8316"/>
                  </a:cubicBezTo>
                  <a:cubicBezTo>
                    <a:pt x="2395" y="8570"/>
                    <a:pt x="2225" y="8872"/>
                    <a:pt x="2196" y="9139"/>
                  </a:cubicBezTo>
                  <a:cubicBezTo>
                    <a:pt x="2031" y="9385"/>
                    <a:pt x="2079" y="9602"/>
                    <a:pt x="2342" y="9798"/>
                  </a:cubicBezTo>
                  <a:cubicBezTo>
                    <a:pt x="2466" y="9740"/>
                    <a:pt x="2586" y="9687"/>
                    <a:pt x="2712" y="9630"/>
                  </a:cubicBezTo>
                  <a:cubicBezTo>
                    <a:pt x="3658" y="9181"/>
                    <a:pt x="4523" y="8609"/>
                    <a:pt x="5423" y="8079"/>
                  </a:cubicBezTo>
                  <a:cubicBezTo>
                    <a:pt x="5467" y="8052"/>
                    <a:pt x="5508" y="8041"/>
                    <a:pt x="5547" y="8041"/>
                  </a:cubicBezTo>
                  <a:cubicBezTo>
                    <a:pt x="5633" y="8041"/>
                    <a:pt x="5702" y="8099"/>
                    <a:pt x="5736" y="8175"/>
                  </a:cubicBezTo>
                  <a:cubicBezTo>
                    <a:pt x="5756" y="8179"/>
                    <a:pt x="5782" y="8182"/>
                    <a:pt x="5807" y="8192"/>
                  </a:cubicBezTo>
                  <a:cubicBezTo>
                    <a:pt x="6767" y="8631"/>
                    <a:pt x="7725" y="9071"/>
                    <a:pt x="8682" y="9512"/>
                  </a:cubicBezTo>
                  <a:cubicBezTo>
                    <a:pt x="8497" y="8520"/>
                    <a:pt x="8308" y="7526"/>
                    <a:pt x="8152" y="6528"/>
                  </a:cubicBezTo>
                  <a:cubicBezTo>
                    <a:pt x="8145" y="6477"/>
                    <a:pt x="8152" y="6434"/>
                    <a:pt x="8165" y="6392"/>
                  </a:cubicBezTo>
                  <a:lnTo>
                    <a:pt x="8165" y="6392"/>
                  </a:lnTo>
                  <a:cubicBezTo>
                    <a:pt x="8149" y="6395"/>
                    <a:pt x="8133" y="6397"/>
                    <a:pt x="8117" y="6397"/>
                  </a:cubicBezTo>
                  <a:cubicBezTo>
                    <a:pt x="7938" y="6397"/>
                    <a:pt x="7792" y="6188"/>
                    <a:pt x="7953" y="6018"/>
                  </a:cubicBezTo>
                  <a:cubicBezTo>
                    <a:pt x="8729" y="5169"/>
                    <a:pt x="9533" y="4368"/>
                    <a:pt x="10265" y="3485"/>
                  </a:cubicBezTo>
                  <a:cubicBezTo>
                    <a:pt x="9241" y="3414"/>
                    <a:pt x="8213" y="3342"/>
                    <a:pt x="7189" y="3261"/>
                  </a:cubicBezTo>
                  <a:cubicBezTo>
                    <a:pt x="7085" y="3254"/>
                    <a:pt x="7027" y="3183"/>
                    <a:pt x="7014" y="3105"/>
                  </a:cubicBezTo>
                  <a:cubicBezTo>
                    <a:pt x="6977" y="3169"/>
                    <a:pt x="6899" y="3206"/>
                    <a:pt x="6824" y="3206"/>
                  </a:cubicBezTo>
                  <a:cubicBezTo>
                    <a:pt x="6757" y="3206"/>
                    <a:pt x="6693" y="3177"/>
                    <a:pt x="6662" y="3111"/>
                  </a:cubicBezTo>
                  <a:cubicBezTo>
                    <a:pt x="6185" y="2133"/>
                    <a:pt x="5896" y="1034"/>
                    <a:pt x="5502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3" name="Google Shape;1673;p43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4" name="Google Shape;1674;p43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5" name="Google Shape;1675;p43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6" name="Google Shape;1676;p43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7" name="Google Shape;1677;p43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8" name="Google Shape;1678;p43">
            <a:hlinkClick r:id="rId8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79" name="Google Shape;1679;p43">
            <a:hlinkClick r:id="rId9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80" name="Google Shape;1680;p43">
            <a:hlinkClick r:id="rId10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81" name="Google Shape;1681;p43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82" name="Google Shape;1682;p43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83" name="Google Shape;1683;p43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684" name="Google Shape;1684;p43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44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 con colores</a:t>
            </a:r>
            <a:endParaRPr/>
          </a:p>
        </p:txBody>
      </p:sp>
      <p:graphicFrame>
        <p:nvGraphicFramePr>
          <p:cNvPr id="1690" name="Google Shape;1690;p44"/>
          <p:cNvGraphicFramePr/>
          <p:nvPr/>
        </p:nvGraphicFramePr>
        <p:xfrm>
          <a:off x="714900" y="15351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0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Mood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Metas semanales</a:t>
                      </a: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Ejercicio</a:t>
                      </a:r>
                      <a:endParaRPr sz="160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 sz="160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Semana 1</a:t>
                      </a:r>
                      <a:endParaRPr sz="1600"/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85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8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691" name="Google Shape;1691;p44"/>
          <p:cNvGrpSpPr/>
          <p:nvPr/>
        </p:nvGrpSpPr>
        <p:grpSpPr>
          <a:xfrm>
            <a:off x="7978882" y="961704"/>
            <a:ext cx="290179" cy="294694"/>
            <a:chOff x="5015625" y="2751225"/>
            <a:chExt cx="404825" cy="411125"/>
          </a:xfrm>
        </p:grpSpPr>
        <p:sp>
          <p:nvSpPr>
            <p:cNvPr id="1692" name="Google Shape;1692;p44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4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4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4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4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4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4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4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4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4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4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4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4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5" name="Google Shape;1705;p44"/>
          <p:cNvSpPr/>
          <p:nvPr/>
        </p:nvSpPr>
        <p:spPr>
          <a:xfrm>
            <a:off x="7061231" y="10757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6" name="Google Shape;1706;p44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07" name="Google Shape;1707;p44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08" name="Google Shape;1708;p44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09" name="Google Shape;1709;p44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0" name="Google Shape;1710;p44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1" name="Google Shape;1711;p44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2" name="Google Shape;1712;p44">
            <a:hlinkClick r:id="rId9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3" name="Google Shape;1713;p44">
            <a:hlinkClick r:id="rId10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4" name="Google Shape;1714;p44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5" name="Google Shape;1715;p44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6" name="Google Shape;1716;p44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17" name="Google Shape;1717;p44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45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 tus hábitos</a:t>
            </a:r>
            <a:endParaRPr/>
          </a:p>
        </p:txBody>
      </p:sp>
      <p:graphicFrame>
        <p:nvGraphicFramePr>
          <p:cNvPr id="1723" name="Google Shape;1723;p45"/>
          <p:cNvGraphicFramePr/>
          <p:nvPr/>
        </p:nvGraphicFramePr>
        <p:xfrm>
          <a:off x="720025" y="16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25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5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Hábito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D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Sí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No</a:t>
                      </a: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24" name="Google Shape;1724;p45"/>
          <p:cNvGrpSpPr/>
          <p:nvPr/>
        </p:nvGrpSpPr>
        <p:grpSpPr>
          <a:xfrm>
            <a:off x="918575" y="2140174"/>
            <a:ext cx="609700" cy="647700"/>
            <a:chOff x="-765675" y="35575"/>
            <a:chExt cx="609700" cy="647700"/>
          </a:xfrm>
        </p:grpSpPr>
        <p:sp>
          <p:nvSpPr>
            <p:cNvPr id="1725" name="Google Shape;1725;p45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5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5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5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5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5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5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5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5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5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5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5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5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5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5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0" name="Google Shape;1740;p45"/>
          <p:cNvGrpSpPr/>
          <p:nvPr/>
        </p:nvGrpSpPr>
        <p:grpSpPr>
          <a:xfrm>
            <a:off x="933238" y="3012011"/>
            <a:ext cx="580375" cy="468875"/>
            <a:chOff x="-1672375" y="48850"/>
            <a:chExt cx="580375" cy="468875"/>
          </a:xfrm>
        </p:grpSpPr>
        <p:sp>
          <p:nvSpPr>
            <p:cNvPr id="1741" name="Google Shape;1741;p45"/>
            <p:cNvSpPr/>
            <p:nvPr/>
          </p:nvSpPr>
          <p:spPr>
            <a:xfrm>
              <a:off x="-1113300" y="134600"/>
              <a:ext cx="21300" cy="345175"/>
            </a:xfrm>
            <a:custGeom>
              <a:avLst/>
              <a:gdLst/>
              <a:ahLst/>
              <a:cxnLst/>
              <a:rect l="l" t="t" r="r" b="b"/>
              <a:pathLst>
                <a:path w="852" h="13807" extrusionOk="0">
                  <a:moveTo>
                    <a:pt x="289" y="0"/>
                  </a:moveTo>
                  <a:cubicBezTo>
                    <a:pt x="185" y="17"/>
                    <a:pt x="94" y="92"/>
                    <a:pt x="97" y="228"/>
                  </a:cubicBezTo>
                  <a:cubicBezTo>
                    <a:pt x="129" y="4685"/>
                    <a:pt x="0" y="9180"/>
                    <a:pt x="289" y="13628"/>
                  </a:cubicBezTo>
                  <a:lnTo>
                    <a:pt x="481" y="13806"/>
                  </a:lnTo>
                  <a:cubicBezTo>
                    <a:pt x="563" y="13798"/>
                    <a:pt x="637" y="13745"/>
                    <a:pt x="641" y="13638"/>
                  </a:cubicBezTo>
                  <a:cubicBezTo>
                    <a:pt x="851" y="9184"/>
                    <a:pt x="634" y="4685"/>
                    <a:pt x="585" y="228"/>
                  </a:cubicBezTo>
                  <a:cubicBezTo>
                    <a:pt x="585" y="133"/>
                    <a:pt x="534" y="68"/>
                    <a:pt x="467" y="29"/>
                  </a:cubicBezTo>
                  <a:cubicBezTo>
                    <a:pt x="478" y="22"/>
                    <a:pt x="488" y="14"/>
                    <a:pt x="495" y="7"/>
                  </a:cubicBezTo>
                  <a:lnTo>
                    <a:pt x="2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5"/>
            <p:cNvSpPr/>
            <p:nvPr/>
          </p:nvSpPr>
          <p:spPr>
            <a:xfrm>
              <a:off x="-1672375" y="48850"/>
              <a:ext cx="573075" cy="468875"/>
            </a:xfrm>
            <a:custGeom>
              <a:avLst/>
              <a:gdLst/>
              <a:ahLst/>
              <a:cxnLst/>
              <a:rect l="l" t="t" r="r" b="b"/>
              <a:pathLst>
                <a:path w="22923" h="18755" extrusionOk="0">
                  <a:moveTo>
                    <a:pt x="7232" y="515"/>
                  </a:moveTo>
                  <a:cubicBezTo>
                    <a:pt x="8876" y="515"/>
                    <a:pt x="10472" y="906"/>
                    <a:pt x="11912" y="2039"/>
                  </a:cubicBezTo>
                  <a:cubicBezTo>
                    <a:pt x="11951" y="2071"/>
                    <a:pt x="11999" y="2085"/>
                    <a:pt x="12041" y="2091"/>
                  </a:cubicBezTo>
                  <a:cubicBezTo>
                    <a:pt x="12038" y="2110"/>
                    <a:pt x="12026" y="2127"/>
                    <a:pt x="12026" y="2149"/>
                  </a:cubicBezTo>
                  <a:lnTo>
                    <a:pt x="12028" y="2149"/>
                  </a:lnTo>
                  <a:cubicBezTo>
                    <a:pt x="11967" y="3700"/>
                    <a:pt x="11892" y="5251"/>
                    <a:pt x="11814" y="6807"/>
                  </a:cubicBezTo>
                  <a:cubicBezTo>
                    <a:pt x="11693" y="9282"/>
                    <a:pt x="11571" y="11763"/>
                    <a:pt x="11515" y="14240"/>
                  </a:cubicBezTo>
                  <a:cubicBezTo>
                    <a:pt x="10907" y="12825"/>
                    <a:pt x="9050" y="12340"/>
                    <a:pt x="7080" y="12340"/>
                  </a:cubicBezTo>
                  <a:cubicBezTo>
                    <a:pt x="5098" y="12340"/>
                    <a:pt x="3001" y="12831"/>
                    <a:pt x="1951" y="13361"/>
                  </a:cubicBezTo>
                  <a:cubicBezTo>
                    <a:pt x="2117" y="11362"/>
                    <a:pt x="2195" y="9354"/>
                    <a:pt x="2224" y="7348"/>
                  </a:cubicBezTo>
                  <a:cubicBezTo>
                    <a:pt x="2253" y="5351"/>
                    <a:pt x="2227" y="3349"/>
                    <a:pt x="2188" y="1356"/>
                  </a:cubicBezTo>
                  <a:cubicBezTo>
                    <a:pt x="3842" y="918"/>
                    <a:pt x="5561" y="515"/>
                    <a:pt x="7232" y="515"/>
                  </a:cubicBezTo>
                  <a:close/>
                  <a:moveTo>
                    <a:pt x="17482" y="1210"/>
                  </a:moveTo>
                  <a:cubicBezTo>
                    <a:pt x="18695" y="1210"/>
                    <a:pt x="19916" y="1406"/>
                    <a:pt x="21140" y="1804"/>
                  </a:cubicBezTo>
                  <a:cubicBezTo>
                    <a:pt x="21120" y="1969"/>
                    <a:pt x="21260" y="2129"/>
                    <a:pt x="21406" y="2129"/>
                  </a:cubicBezTo>
                  <a:cubicBezTo>
                    <a:pt x="21466" y="2129"/>
                    <a:pt x="21526" y="2103"/>
                    <a:pt x="21577" y="2039"/>
                  </a:cubicBezTo>
                  <a:lnTo>
                    <a:pt x="21577" y="2039"/>
                  </a:lnTo>
                  <a:cubicBezTo>
                    <a:pt x="21118" y="2618"/>
                    <a:pt x="21375" y="4188"/>
                    <a:pt x="21364" y="4884"/>
                  </a:cubicBezTo>
                  <a:cubicBezTo>
                    <a:pt x="21361" y="5088"/>
                    <a:pt x="21356" y="5287"/>
                    <a:pt x="21356" y="5489"/>
                  </a:cubicBezTo>
                  <a:cubicBezTo>
                    <a:pt x="21342" y="6347"/>
                    <a:pt x="21332" y="7205"/>
                    <a:pt x="21320" y="8059"/>
                  </a:cubicBezTo>
                  <a:cubicBezTo>
                    <a:pt x="21296" y="9902"/>
                    <a:pt x="21278" y="11746"/>
                    <a:pt x="21325" y="13592"/>
                  </a:cubicBezTo>
                  <a:cubicBezTo>
                    <a:pt x="21317" y="13589"/>
                    <a:pt x="21313" y="13585"/>
                    <a:pt x="21303" y="13580"/>
                  </a:cubicBezTo>
                  <a:cubicBezTo>
                    <a:pt x="19848" y="13234"/>
                    <a:pt x="17807" y="12693"/>
                    <a:pt x="15951" y="12693"/>
                  </a:cubicBezTo>
                  <a:cubicBezTo>
                    <a:pt x="14245" y="12693"/>
                    <a:pt x="12694" y="13150"/>
                    <a:pt x="11899" y="14639"/>
                  </a:cubicBezTo>
                  <a:cubicBezTo>
                    <a:pt x="12181" y="11837"/>
                    <a:pt x="12325" y="9009"/>
                    <a:pt x="12429" y="6187"/>
                  </a:cubicBezTo>
                  <a:cubicBezTo>
                    <a:pt x="12475" y="4884"/>
                    <a:pt x="12514" y="3586"/>
                    <a:pt x="12553" y="2292"/>
                  </a:cubicBezTo>
                  <a:cubicBezTo>
                    <a:pt x="12565" y="2287"/>
                    <a:pt x="12578" y="2287"/>
                    <a:pt x="12588" y="2283"/>
                  </a:cubicBezTo>
                  <a:cubicBezTo>
                    <a:pt x="14199" y="1573"/>
                    <a:pt x="15833" y="1210"/>
                    <a:pt x="17482" y="1210"/>
                  </a:cubicBezTo>
                  <a:close/>
                  <a:moveTo>
                    <a:pt x="15981" y="13234"/>
                  </a:moveTo>
                  <a:cubicBezTo>
                    <a:pt x="17685" y="13234"/>
                    <a:pt x="19570" y="13785"/>
                    <a:pt x="21171" y="14065"/>
                  </a:cubicBezTo>
                  <a:cubicBezTo>
                    <a:pt x="21186" y="14067"/>
                    <a:pt x="21201" y="14069"/>
                    <a:pt x="21215" y="14069"/>
                  </a:cubicBezTo>
                  <a:cubicBezTo>
                    <a:pt x="21259" y="14069"/>
                    <a:pt x="21297" y="14056"/>
                    <a:pt x="21335" y="14041"/>
                  </a:cubicBezTo>
                  <a:lnTo>
                    <a:pt x="21335" y="14051"/>
                  </a:lnTo>
                  <a:cubicBezTo>
                    <a:pt x="21335" y="14065"/>
                    <a:pt x="21339" y="14073"/>
                    <a:pt x="21342" y="14083"/>
                  </a:cubicBezTo>
                  <a:cubicBezTo>
                    <a:pt x="21342" y="14955"/>
                    <a:pt x="20982" y="15712"/>
                    <a:pt x="20211" y="16064"/>
                  </a:cubicBezTo>
                  <a:cubicBezTo>
                    <a:pt x="20172" y="16022"/>
                    <a:pt x="20117" y="15986"/>
                    <a:pt x="20046" y="15979"/>
                  </a:cubicBezTo>
                  <a:cubicBezTo>
                    <a:pt x="17583" y="15723"/>
                    <a:pt x="15113" y="15585"/>
                    <a:pt x="12640" y="15585"/>
                  </a:cubicBezTo>
                  <a:cubicBezTo>
                    <a:pt x="12406" y="15585"/>
                    <a:pt x="12172" y="15586"/>
                    <a:pt x="11938" y="15588"/>
                  </a:cubicBezTo>
                  <a:cubicBezTo>
                    <a:pt x="12819" y="13762"/>
                    <a:pt x="14313" y="13234"/>
                    <a:pt x="15981" y="13234"/>
                  </a:cubicBezTo>
                  <a:close/>
                  <a:moveTo>
                    <a:pt x="7312" y="12857"/>
                  </a:moveTo>
                  <a:cubicBezTo>
                    <a:pt x="9416" y="12857"/>
                    <a:pt x="11292" y="13486"/>
                    <a:pt x="11386" y="15595"/>
                  </a:cubicBezTo>
                  <a:cubicBezTo>
                    <a:pt x="10862" y="15602"/>
                    <a:pt x="10339" y="15617"/>
                    <a:pt x="9818" y="15641"/>
                  </a:cubicBezTo>
                  <a:cubicBezTo>
                    <a:pt x="8226" y="15709"/>
                    <a:pt x="6636" y="15830"/>
                    <a:pt x="5053" y="16015"/>
                  </a:cubicBezTo>
                  <a:cubicBezTo>
                    <a:pt x="4567" y="16070"/>
                    <a:pt x="4074" y="16216"/>
                    <a:pt x="3618" y="16216"/>
                  </a:cubicBezTo>
                  <a:cubicBezTo>
                    <a:pt x="3171" y="16216"/>
                    <a:pt x="2761" y="16076"/>
                    <a:pt x="2433" y="15573"/>
                  </a:cubicBezTo>
                  <a:cubicBezTo>
                    <a:pt x="2159" y="15157"/>
                    <a:pt x="2059" y="14399"/>
                    <a:pt x="1935" y="13805"/>
                  </a:cubicBezTo>
                  <a:lnTo>
                    <a:pt x="1935" y="13805"/>
                  </a:lnTo>
                  <a:cubicBezTo>
                    <a:pt x="1958" y="13817"/>
                    <a:pt x="1983" y="13823"/>
                    <a:pt x="2010" y="13823"/>
                  </a:cubicBezTo>
                  <a:cubicBezTo>
                    <a:pt x="2033" y="13823"/>
                    <a:pt x="2057" y="13818"/>
                    <a:pt x="2081" y="13808"/>
                  </a:cubicBezTo>
                  <a:cubicBezTo>
                    <a:pt x="3180" y="13406"/>
                    <a:pt x="5346" y="12857"/>
                    <a:pt x="7312" y="12857"/>
                  </a:cubicBezTo>
                  <a:close/>
                  <a:moveTo>
                    <a:pt x="7180" y="0"/>
                  </a:moveTo>
                  <a:cubicBezTo>
                    <a:pt x="5463" y="0"/>
                    <a:pt x="3704" y="422"/>
                    <a:pt x="2049" y="1018"/>
                  </a:cubicBezTo>
                  <a:cubicBezTo>
                    <a:pt x="2001" y="992"/>
                    <a:pt x="1947" y="978"/>
                    <a:pt x="1893" y="978"/>
                  </a:cubicBezTo>
                  <a:cubicBezTo>
                    <a:pt x="1754" y="978"/>
                    <a:pt x="1621" y="1066"/>
                    <a:pt x="1626" y="1245"/>
                  </a:cubicBezTo>
                  <a:cubicBezTo>
                    <a:pt x="1633" y="1682"/>
                    <a:pt x="1633" y="2124"/>
                    <a:pt x="1636" y="2562"/>
                  </a:cubicBezTo>
                  <a:cubicBezTo>
                    <a:pt x="1528" y="2548"/>
                    <a:pt x="1418" y="2541"/>
                    <a:pt x="1308" y="2541"/>
                  </a:cubicBezTo>
                  <a:cubicBezTo>
                    <a:pt x="999" y="2541"/>
                    <a:pt x="687" y="2595"/>
                    <a:pt x="398" y="2686"/>
                  </a:cubicBezTo>
                  <a:cubicBezTo>
                    <a:pt x="245" y="2735"/>
                    <a:pt x="221" y="2892"/>
                    <a:pt x="270" y="3005"/>
                  </a:cubicBezTo>
                  <a:cubicBezTo>
                    <a:pt x="0" y="7917"/>
                    <a:pt x="299" y="12916"/>
                    <a:pt x="634" y="17819"/>
                  </a:cubicBezTo>
                  <a:cubicBezTo>
                    <a:pt x="646" y="17991"/>
                    <a:pt x="786" y="18077"/>
                    <a:pt x="920" y="18077"/>
                  </a:cubicBezTo>
                  <a:cubicBezTo>
                    <a:pt x="1016" y="18077"/>
                    <a:pt x="1109" y="18032"/>
                    <a:pt x="1149" y="17943"/>
                  </a:cubicBezTo>
                  <a:cubicBezTo>
                    <a:pt x="1967" y="17994"/>
                    <a:pt x="2792" y="18014"/>
                    <a:pt x="3618" y="18014"/>
                  </a:cubicBezTo>
                  <a:cubicBezTo>
                    <a:pt x="5687" y="18014"/>
                    <a:pt x="7771" y="17886"/>
                    <a:pt x="9821" y="17787"/>
                  </a:cubicBezTo>
                  <a:cubicBezTo>
                    <a:pt x="10253" y="18444"/>
                    <a:pt x="10941" y="18754"/>
                    <a:pt x="11636" y="18754"/>
                  </a:cubicBezTo>
                  <a:cubicBezTo>
                    <a:pt x="12374" y="18754"/>
                    <a:pt x="13119" y="18404"/>
                    <a:pt x="13574" y="17748"/>
                  </a:cubicBezTo>
                  <a:cubicBezTo>
                    <a:pt x="14282" y="17755"/>
                    <a:pt x="14992" y="17760"/>
                    <a:pt x="15703" y="17760"/>
                  </a:cubicBezTo>
                  <a:cubicBezTo>
                    <a:pt x="18006" y="17760"/>
                    <a:pt x="20320" y="17712"/>
                    <a:pt x="22608" y="17562"/>
                  </a:cubicBezTo>
                  <a:cubicBezTo>
                    <a:pt x="22802" y="17549"/>
                    <a:pt x="22880" y="17377"/>
                    <a:pt x="22844" y="17234"/>
                  </a:cubicBezTo>
                  <a:lnTo>
                    <a:pt x="22652" y="17058"/>
                  </a:lnTo>
                  <a:cubicBezTo>
                    <a:pt x="22637" y="17054"/>
                    <a:pt x="22627" y="17046"/>
                    <a:pt x="22608" y="17046"/>
                  </a:cubicBezTo>
                  <a:cubicBezTo>
                    <a:pt x="22158" y="17038"/>
                    <a:pt x="21708" y="17035"/>
                    <a:pt x="21257" y="17035"/>
                  </a:cubicBezTo>
                  <a:cubicBezTo>
                    <a:pt x="18760" y="17035"/>
                    <a:pt x="16245" y="17144"/>
                    <a:pt x="13759" y="17292"/>
                  </a:cubicBezTo>
                  <a:cubicBezTo>
                    <a:pt x="13729" y="17167"/>
                    <a:pt x="13609" y="17078"/>
                    <a:pt x="13490" y="17078"/>
                  </a:cubicBezTo>
                  <a:cubicBezTo>
                    <a:pt x="13412" y="17078"/>
                    <a:pt x="13335" y="17116"/>
                    <a:pt x="13283" y="17207"/>
                  </a:cubicBezTo>
                  <a:cubicBezTo>
                    <a:pt x="12886" y="17910"/>
                    <a:pt x="12269" y="18244"/>
                    <a:pt x="11634" y="18244"/>
                  </a:cubicBezTo>
                  <a:cubicBezTo>
                    <a:pt x="11125" y="18244"/>
                    <a:pt x="10603" y="18030"/>
                    <a:pt x="10173" y="17620"/>
                  </a:cubicBezTo>
                  <a:cubicBezTo>
                    <a:pt x="10229" y="17474"/>
                    <a:pt x="10159" y="17278"/>
                    <a:pt x="9961" y="17278"/>
                  </a:cubicBezTo>
                  <a:cubicBezTo>
                    <a:pt x="9957" y="17278"/>
                    <a:pt x="9953" y="17278"/>
                    <a:pt x="9948" y="17279"/>
                  </a:cubicBezTo>
                  <a:cubicBezTo>
                    <a:pt x="7032" y="17396"/>
                    <a:pt x="4071" y="17357"/>
                    <a:pt x="1161" y="17617"/>
                  </a:cubicBezTo>
                  <a:cubicBezTo>
                    <a:pt x="829" y="12770"/>
                    <a:pt x="822" y="7927"/>
                    <a:pt x="634" y="3077"/>
                  </a:cubicBezTo>
                  <a:cubicBezTo>
                    <a:pt x="967" y="2966"/>
                    <a:pt x="1291" y="2931"/>
                    <a:pt x="1640" y="2931"/>
                  </a:cubicBezTo>
                  <a:cubicBezTo>
                    <a:pt x="1669" y="6411"/>
                    <a:pt x="1584" y="9887"/>
                    <a:pt x="1561" y="13371"/>
                  </a:cubicBezTo>
                  <a:cubicBezTo>
                    <a:pt x="1541" y="13404"/>
                    <a:pt x="1529" y="13443"/>
                    <a:pt x="1541" y="13492"/>
                  </a:cubicBezTo>
                  <a:cubicBezTo>
                    <a:pt x="1704" y="14382"/>
                    <a:pt x="1701" y="16122"/>
                    <a:pt x="2672" y="16587"/>
                  </a:cubicBezTo>
                  <a:cubicBezTo>
                    <a:pt x="2835" y="16665"/>
                    <a:pt x="3035" y="16692"/>
                    <a:pt x="3246" y="16692"/>
                  </a:cubicBezTo>
                  <a:cubicBezTo>
                    <a:pt x="3645" y="16692"/>
                    <a:pt x="4083" y="16596"/>
                    <a:pt x="4376" y="16563"/>
                  </a:cubicBezTo>
                  <a:cubicBezTo>
                    <a:pt x="5394" y="16450"/>
                    <a:pt x="6412" y="16343"/>
                    <a:pt x="7433" y="16264"/>
                  </a:cubicBezTo>
                  <a:cubicBezTo>
                    <a:pt x="9131" y="16132"/>
                    <a:pt x="10831" y="16068"/>
                    <a:pt x="12532" y="16068"/>
                  </a:cubicBezTo>
                  <a:cubicBezTo>
                    <a:pt x="14939" y="16068"/>
                    <a:pt x="17346" y="16196"/>
                    <a:pt x="19744" y="16438"/>
                  </a:cubicBezTo>
                  <a:cubicBezTo>
                    <a:pt x="19768" y="16497"/>
                    <a:pt x="19815" y="16538"/>
                    <a:pt x="19891" y="16538"/>
                  </a:cubicBezTo>
                  <a:cubicBezTo>
                    <a:pt x="19894" y="16538"/>
                    <a:pt x="19897" y="16538"/>
                    <a:pt x="19900" y="16538"/>
                  </a:cubicBezTo>
                  <a:cubicBezTo>
                    <a:pt x="21060" y="16450"/>
                    <a:pt x="22146" y="15203"/>
                    <a:pt x="21818" y="14008"/>
                  </a:cubicBezTo>
                  <a:cubicBezTo>
                    <a:pt x="21798" y="13934"/>
                    <a:pt x="21752" y="13888"/>
                    <a:pt x="21694" y="13862"/>
                  </a:cubicBezTo>
                  <a:cubicBezTo>
                    <a:pt x="21826" y="11695"/>
                    <a:pt x="21859" y="9525"/>
                    <a:pt x="21901" y="7354"/>
                  </a:cubicBezTo>
                  <a:cubicBezTo>
                    <a:pt x="21922" y="6116"/>
                    <a:pt x="22142" y="4621"/>
                    <a:pt x="22100" y="3255"/>
                  </a:cubicBezTo>
                  <a:cubicBezTo>
                    <a:pt x="22107" y="3252"/>
                    <a:pt x="22110" y="3252"/>
                    <a:pt x="22114" y="3248"/>
                  </a:cubicBezTo>
                  <a:cubicBezTo>
                    <a:pt x="22145" y="3230"/>
                    <a:pt x="22181" y="3223"/>
                    <a:pt x="22220" y="3223"/>
                  </a:cubicBezTo>
                  <a:cubicBezTo>
                    <a:pt x="22372" y="3223"/>
                    <a:pt x="22561" y="3342"/>
                    <a:pt x="22652" y="3430"/>
                  </a:cubicBezTo>
                  <a:lnTo>
                    <a:pt x="22858" y="3437"/>
                  </a:lnTo>
                  <a:cubicBezTo>
                    <a:pt x="22900" y="3398"/>
                    <a:pt x="22922" y="3340"/>
                    <a:pt x="22880" y="3284"/>
                  </a:cubicBezTo>
                  <a:lnTo>
                    <a:pt x="22878" y="3284"/>
                  </a:lnTo>
                  <a:cubicBezTo>
                    <a:pt x="22783" y="3160"/>
                    <a:pt x="22672" y="3041"/>
                    <a:pt x="22530" y="2966"/>
                  </a:cubicBezTo>
                  <a:cubicBezTo>
                    <a:pt x="22380" y="2888"/>
                    <a:pt x="22238" y="2885"/>
                    <a:pt x="22081" y="2849"/>
                  </a:cubicBezTo>
                  <a:cubicBezTo>
                    <a:pt x="22049" y="2440"/>
                    <a:pt x="21996" y="2049"/>
                    <a:pt x="21893" y="1682"/>
                  </a:cubicBezTo>
                  <a:cubicBezTo>
                    <a:pt x="21862" y="1558"/>
                    <a:pt x="21747" y="1483"/>
                    <a:pt x="21623" y="1473"/>
                  </a:cubicBezTo>
                  <a:cubicBezTo>
                    <a:pt x="21594" y="1431"/>
                    <a:pt x="21555" y="1395"/>
                    <a:pt x="21499" y="1373"/>
                  </a:cubicBezTo>
                  <a:cubicBezTo>
                    <a:pt x="20221" y="890"/>
                    <a:pt x="18891" y="648"/>
                    <a:pt x="17568" y="648"/>
                  </a:cubicBezTo>
                  <a:cubicBezTo>
                    <a:pt x="15806" y="648"/>
                    <a:pt x="14056" y="1078"/>
                    <a:pt x="12458" y="1945"/>
                  </a:cubicBezTo>
                  <a:cubicBezTo>
                    <a:pt x="12425" y="1925"/>
                    <a:pt x="12390" y="1910"/>
                    <a:pt x="12354" y="1903"/>
                  </a:cubicBezTo>
                  <a:cubicBezTo>
                    <a:pt x="12379" y="1825"/>
                    <a:pt x="12364" y="1743"/>
                    <a:pt x="12279" y="1675"/>
                  </a:cubicBezTo>
                  <a:cubicBezTo>
                    <a:pt x="10736" y="464"/>
                    <a:pt x="8981" y="0"/>
                    <a:pt x="7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5"/>
            <p:cNvSpPr/>
            <p:nvPr/>
          </p:nvSpPr>
          <p:spPr>
            <a:xfrm>
              <a:off x="-1656550" y="122150"/>
              <a:ext cx="550500" cy="382825"/>
            </a:xfrm>
            <a:custGeom>
              <a:avLst/>
              <a:gdLst/>
              <a:ahLst/>
              <a:cxnLst/>
              <a:rect l="l" t="t" r="r" b="b"/>
              <a:pathLst>
                <a:path w="22020" h="15313" extrusionOk="0">
                  <a:moveTo>
                    <a:pt x="1007" y="0"/>
                  </a:moveTo>
                  <a:cubicBezTo>
                    <a:pt x="658" y="0"/>
                    <a:pt x="336" y="36"/>
                    <a:pt x="1" y="146"/>
                  </a:cubicBezTo>
                  <a:cubicBezTo>
                    <a:pt x="189" y="4995"/>
                    <a:pt x="196" y="9838"/>
                    <a:pt x="528" y="14685"/>
                  </a:cubicBezTo>
                  <a:cubicBezTo>
                    <a:pt x="3438" y="14425"/>
                    <a:pt x="6399" y="14464"/>
                    <a:pt x="9315" y="14347"/>
                  </a:cubicBezTo>
                  <a:cubicBezTo>
                    <a:pt x="9319" y="14347"/>
                    <a:pt x="9322" y="14346"/>
                    <a:pt x="9326" y="14346"/>
                  </a:cubicBezTo>
                  <a:cubicBezTo>
                    <a:pt x="9525" y="14346"/>
                    <a:pt x="9596" y="14541"/>
                    <a:pt x="9540" y="14688"/>
                  </a:cubicBezTo>
                  <a:cubicBezTo>
                    <a:pt x="9971" y="15098"/>
                    <a:pt x="10492" y="15312"/>
                    <a:pt x="11002" y="15312"/>
                  </a:cubicBezTo>
                  <a:cubicBezTo>
                    <a:pt x="11637" y="15312"/>
                    <a:pt x="12253" y="14979"/>
                    <a:pt x="12650" y="14275"/>
                  </a:cubicBezTo>
                  <a:cubicBezTo>
                    <a:pt x="12702" y="14184"/>
                    <a:pt x="12779" y="14146"/>
                    <a:pt x="12857" y="14146"/>
                  </a:cubicBezTo>
                  <a:cubicBezTo>
                    <a:pt x="12976" y="14146"/>
                    <a:pt x="13096" y="14236"/>
                    <a:pt x="13126" y="14360"/>
                  </a:cubicBezTo>
                  <a:cubicBezTo>
                    <a:pt x="15602" y="14213"/>
                    <a:pt x="18105" y="14104"/>
                    <a:pt x="20591" y="14104"/>
                  </a:cubicBezTo>
                  <a:cubicBezTo>
                    <a:pt x="21053" y="14104"/>
                    <a:pt x="21515" y="14108"/>
                    <a:pt x="21977" y="14116"/>
                  </a:cubicBezTo>
                  <a:cubicBezTo>
                    <a:pt x="21994" y="14116"/>
                    <a:pt x="22004" y="14122"/>
                    <a:pt x="22019" y="14126"/>
                  </a:cubicBezTo>
                  <a:cubicBezTo>
                    <a:pt x="21730" y="9678"/>
                    <a:pt x="21859" y="5183"/>
                    <a:pt x="21827" y="726"/>
                  </a:cubicBezTo>
                  <a:cubicBezTo>
                    <a:pt x="21824" y="590"/>
                    <a:pt x="21915" y="515"/>
                    <a:pt x="22019" y="498"/>
                  </a:cubicBezTo>
                  <a:cubicBezTo>
                    <a:pt x="21928" y="410"/>
                    <a:pt x="21740" y="291"/>
                    <a:pt x="21589" y="291"/>
                  </a:cubicBezTo>
                  <a:cubicBezTo>
                    <a:pt x="21550" y="291"/>
                    <a:pt x="21514" y="298"/>
                    <a:pt x="21482" y="316"/>
                  </a:cubicBezTo>
                  <a:cubicBezTo>
                    <a:pt x="21477" y="320"/>
                    <a:pt x="21474" y="320"/>
                    <a:pt x="21467" y="323"/>
                  </a:cubicBezTo>
                  <a:cubicBezTo>
                    <a:pt x="21509" y="1691"/>
                    <a:pt x="21290" y="3184"/>
                    <a:pt x="21268" y="4422"/>
                  </a:cubicBezTo>
                  <a:cubicBezTo>
                    <a:pt x="21226" y="6593"/>
                    <a:pt x="21193" y="8763"/>
                    <a:pt x="21061" y="10930"/>
                  </a:cubicBezTo>
                  <a:cubicBezTo>
                    <a:pt x="21119" y="10956"/>
                    <a:pt x="21165" y="11002"/>
                    <a:pt x="21187" y="11076"/>
                  </a:cubicBezTo>
                  <a:cubicBezTo>
                    <a:pt x="21513" y="12272"/>
                    <a:pt x="20429" y="13518"/>
                    <a:pt x="19269" y="13606"/>
                  </a:cubicBezTo>
                  <a:cubicBezTo>
                    <a:pt x="19266" y="13606"/>
                    <a:pt x="19263" y="13606"/>
                    <a:pt x="19260" y="13606"/>
                  </a:cubicBezTo>
                  <a:cubicBezTo>
                    <a:pt x="19183" y="13606"/>
                    <a:pt x="19135" y="13565"/>
                    <a:pt x="19112" y="13507"/>
                  </a:cubicBezTo>
                  <a:cubicBezTo>
                    <a:pt x="16709" y="13265"/>
                    <a:pt x="14298" y="13136"/>
                    <a:pt x="11885" y="13136"/>
                  </a:cubicBezTo>
                  <a:cubicBezTo>
                    <a:pt x="10189" y="13136"/>
                    <a:pt x="8493" y="13200"/>
                    <a:pt x="6800" y="13332"/>
                  </a:cubicBezTo>
                  <a:cubicBezTo>
                    <a:pt x="5779" y="13411"/>
                    <a:pt x="4761" y="13518"/>
                    <a:pt x="3743" y="13631"/>
                  </a:cubicBezTo>
                  <a:cubicBezTo>
                    <a:pt x="3449" y="13664"/>
                    <a:pt x="3010" y="13761"/>
                    <a:pt x="2610" y="13761"/>
                  </a:cubicBezTo>
                  <a:cubicBezTo>
                    <a:pt x="2400" y="13761"/>
                    <a:pt x="2201" y="13734"/>
                    <a:pt x="2039" y="13657"/>
                  </a:cubicBezTo>
                  <a:cubicBezTo>
                    <a:pt x="1068" y="13190"/>
                    <a:pt x="1071" y="11450"/>
                    <a:pt x="908" y="10560"/>
                  </a:cubicBezTo>
                  <a:cubicBezTo>
                    <a:pt x="896" y="10511"/>
                    <a:pt x="908" y="10472"/>
                    <a:pt x="928" y="10439"/>
                  </a:cubicBezTo>
                  <a:cubicBezTo>
                    <a:pt x="951" y="6957"/>
                    <a:pt x="1036" y="3479"/>
                    <a:pt x="10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5"/>
            <p:cNvSpPr/>
            <p:nvPr/>
          </p:nvSpPr>
          <p:spPr>
            <a:xfrm>
              <a:off x="-1361675" y="79050"/>
              <a:ext cx="228725" cy="124950"/>
            </a:xfrm>
            <a:custGeom>
              <a:avLst/>
              <a:gdLst/>
              <a:ahLst/>
              <a:cxnLst/>
              <a:rect l="l" t="t" r="r" b="b"/>
              <a:pathLst>
                <a:path w="9149" h="4998" extrusionOk="0">
                  <a:moveTo>
                    <a:pt x="4749" y="1688"/>
                  </a:moveTo>
                  <a:cubicBezTo>
                    <a:pt x="5738" y="1688"/>
                    <a:pt x="6730" y="1869"/>
                    <a:pt x="7672" y="2239"/>
                  </a:cubicBezTo>
                  <a:cubicBezTo>
                    <a:pt x="7932" y="2341"/>
                    <a:pt x="7862" y="2732"/>
                    <a:pt x="7626" y="2732"/>
                  </a:cubicBezTo>
                  <a:cubicBezTo>
                    <a:pt x="7599" y="2732"/>
                    <a:pt x="7570" y="2727"/>
                    <a:pt x="7540" y="2716"/>
                  </a:cubicBezTo>
                  <a:cubicBezTo>
                    <a:pt x="6530" y="2367"/>
                    <a:pt x="5530" y="2190"/>
                    <a:pt x="4538" y="2190"/>
                  </a:cubicBezTo>
                  <a:cubicBezTo>
                    <a:pt x="3315" y="2190"/>
                    <a:pt x="2104" y="2460"/>
                    <a:pt x="901" y="3009"/>
                  </a:cubicBezTo>
                  <a:cubicBezTo>
                    <a:pt x="876" y="3020"/>
                    <a:pt x="852" y="3025"/>
                    <a:pt x="829" y="3025"/>
                  </a:cubicBezTo>
                  <a:cubicBezTo>
                    <a:pt x="683" y="3025"/>
                    <a:pt x="588" y="2827"/>
                    <a:pt x="745" y="2742"/>
                  </a:cubicBezTo>
                  <a:cubicBezTo>
                    <a:pt x="1979" y="2045"/>
                    <a:pt x="3361" y="1688"/>
                    <a:pt x="4749" y="1688"/>
                  </a:cubicBezTo>
                  <a:close/>
                  <a:moveTo>
                    <a:pt x="5055" y="0"/>
                  </a:moveTo>
                  <a:cubicBezTo>
                    <a:pt x="3405" y="0"/>
                    <a:pt x="1770" y="364"/>
                    <a:pt x="160" y="1075"/>
                  </a:cubicBezTo>
                  <a:cubicBezTo>
                    <a:pt x="150" y="1079"/>
                    <a:pt x="135" y="1079"/>
                    <a:pt x="125" y="1082"/>
                  </a:cubicBezTo>
                  <a:cubicBezTo>
                    <a:pt x="86" y="2378"/>
                    <a:pt x="47" y="3676"/>
                    <a:pt x="1" y="4979"/>
                  </a:cubicBezTo>
                  <a:lnTo>
                    <a:pt x="442" y="4998"/>
                  </a:lnTo>
                  <a:cubicBezTo>
                    <a:pt x="446" y="4972"/>
                    <a:pt x="463" y="4947"/>
                    <a:pt x="488" y="4930"/>
                  </a:cubicBezTo>
                  <a:cubicBezTo>
                    <a:pt x="1874" y="3966"/>
                    <a:pt x="3473" y="3491"/>
                    <a:pt x="5093" y="3491"/>
                  </a:cubicBezTo>
                  <a:cubicBezTo>
                    <a:pt x="6111" y="3491"/>
                    <a:pt x="7137" y="3678"/>
                    <a:pt x="8124" y="4050"/>
                  </a:cubicBezTo>
                  <a:cubicBezTo>
                    <a:pt x="8231" y="4089"/>
                    <a:pt x="8277" y="4186"/>
                    <a:pt x="8277" y="4274"/>
                  </a:cubicBezTo>
                  <a:lnTo>
                    <a:pt x="8928" y="4283"/>
                  </a:lnTo>
                  <a:cubicBezTo>
                    <a:pt x="8928" y="4079"/>
                    <a:pt x="8931" y="3880"/>
                    <a:pt x="8935" y="3678"/>
                  </a:cubicBezTo>
                  <a:cubicBezTo>
                    <a:pt x="8947" y="2980"/>
                    <a:pt x="8690" y="1410"/>
                    <a:pt x="9149" y="831"/>
                  </a:cubicBezTo>
                  <a:lnTo>
                    <a:pt x="9149" y="831"/>
                  </a:lnTo>
                  <a:cubicBezTo>
                    <a:pt x="9098" y="895"/>
                    <a:pt x="9038" y="921"/>
                    <a:pt x="8978" y="921"/>
                  </a:cubicBezTo>
                  <a:cubicBezTo>
                    <a:pt x="8832" y="921"/>
                    <a:pt x="8692" y="761"/>
                    <a:pt x="8712" y="596"/>
                  </a:cubicBezTo>
                  <a:lnTo>
                    <a:pt x="8710" y="595"/>
                  </a:lnTo>
                  <a:cubicBezTo>
                    <a:pt x="7487" y="197"/>
                    <a:pt x="6267" y="0"/>
                    <a:pt x="50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5"/>
            <p:cNvSpPr/>
            <p:nvPr/>
          </p:nvSpPr>
          <p:spPr>
            <a:xfrm>
              <a:off x="-1374925" y="177225"/>
              <a:ext cx="236450" cy="237600"/>
            </a:xfrm>
            <a:custGeom>
              <a:avLst/>
              <a:gdLst/>
              <a:ahLst/>
              <a:cxnLst/>
              <a:rect l="l" t="t" r="r" b="b"/>
              <a:pathLst>
                <a:path w="9458" h="9504" extrusionOk="0">
                  <a:moveTo>
                    <a:pt x="5812" y="1508"/>
                  </a:moveTo>
                  <a:cubicBezTo>
                    <a:pt x="6524" y="1508"/>
                    <a:pt x="7239" y="1618"/>
                    <a:pt x="7932" y="1842"/>
                  </a:cubicBezTo>
                  <a:cubicBezTo>
                    <a:pt x="8171" y="1920"/>
                    <a:pt x="8101" y="2268"/>
                    <a:pt x="7882" y="2268"/>
                  </a:cubicBezTo>
                  <a:cubicBezTo>
                    <a:pt x="7862" y="2268"/>
                    <a:pt x="7841" y="2265"/>
                    <a:pt x="7819" y="2258"/>
                  </a:cubicBezTo>
                  <a:cubicBezTo>
                    <a:pt x="7105" y="2056"/>
                    <a:pt x="6404" y="1955"/>
                    <a:pt x="5719" y="1955"/>
                  </a:cubicBezTo>
                  <a:cubicBezTo>
                    <a:pt x="4191" y="1955"/>
                    <a:pt x="2743" y="2456"/>
                    <a:pt x="1421" y="3448"/>
                  </a:cubicBezTo>
                  <a:cubicBezTo>
                    <a:pt x="1396" y="3465"/>
                    <a:pt x="1371" y="3473"/>
                    <a:pt x="1346" y="3473"/>
                  </a:cubicBezTo>
                  <a:cubicBezTo>
                    <a:pt x="1231" y="3473"/>
                    <a:pt x="1133" y="3302"/>
                    <a:pt x="1239" y="3211"/>
                  </a:cubicBezTo>
                  <a:cubicBezTo>
                    <a:pt x="2516" y="2101"/>
                    <a:pt x="4153" y="1508"/>
                    <a:pt x="5812" y="1508"/>
                  </a:cubicBezTo>
                  <a:close/>
                  <a:moveTo>
                    <a:pt x="5825" y="3884"/>
                  </a:moveTo>
                  <a:cubicBezTo>
                    <a:pt x="6698" y="3884"/>
                    <a:pt x="7865" y="3925"/>
                    <a:pt x="8189" y="4784"/>
                  </a:cubicBezTo>
                  <a:cubicBezTo>
                    <a:pt x="8245" y="4935"/>
                    <a:pt x="8096" y="5056"/>
                    <a:pt x="7961" y="5056"/>
                  </a:cubicBezTo>
                  <a:cubicBezTo>
                    <a:pt x="7892" y="5056"/>
                    <a:pt x="7826" y="5024"/>
                    <a:pt x="7793" y="4948"/>
                  </a:cubicBezTo>
                  <a:cubicBezTo>
                    <a:pt x="7553" y="4414"/>
                    <a:pt x="6659" y="4277"/>
                    <a:pt x="5788" y="4277"/>
                  </a:cubicBezTo>
                  <a:cubicBezTo>
                    <a:pt x="5152" y="4277"/>
                    <a:pt x="4529" y="4350"/>
                    <a:pt x="4181" y="4394"/>
                  </a:cubicBezTo>
                  <a:cubicBezTo>
                    <a:pt x="3135" y="4521"/>
                    <a:pt x="2179" y="4837"/>
                    <a:pt x="1210" y="5233"/>
                  </a:cubicBezTo>
                  <a:cubicBezTo>
                    <a:pt x="1195" y="5239"/>
                    <a:pt x="1180" y="5242"/>
                    <a:pt x="1167" y="5242"/>
                  </a:cubicBezTo>
                  <a:cubicBezTo>
                    <a:pt x="1051" y="5242"/>
                    <a:pt x="993" y="5050"/>
                    <a:pt x="1107" y="4987"/>
                  </a:cubicBezTo>
                  <a:cubicBezTo>
                    <a:pt x="2449" y="4261"/>
                    <a:pt x="3964" y="3884"/>
                    <a:pt x="5491" y="3884"/>
                  </a:cubicBezTo>
                  <a:cubicBezTo>
                    <a:pt x="5513" y="3884"/>
                    <a:pt x="5536" y="3884"/>
                    <a:pt x="5559" y="3884"/>
                  </a:cubicBezTo>
                  <a:cubicBezTo>
                    <a:pt x="5643" y="3884"/>
                    <a:pt x="5732" y="3884"/>
                    <a:pt x="5825" y="3884"/>
                  </a:cubicBezTo>
                  <a:close/>
                  <a:moveTo>
                    <a:pt x="4421" y="5869"/>
                  </a:moveTo>
                  <a:cubicBezTo>
                    <a:pt x="5673" y="5869"/>
                    <a:pt x="6925" y="6199"/>
                    <a:pt x="8056" y="6852"/>
                  </a:cubicBezTo>
                  <a:cubicBezTo>
                    <a:pt x="8256" y="6965"/>
                    <a:pt x="8135" y="7240"/>
                    <a:pt x="7949" y="7240"/>
                  </a:cubicBezTo>
                  <a:cubicBezTo>
                    <a:pt x="7916" y="7240"/>
                    <a:pt x="7881" y="7232"/>
                    <a:pt x="7846" y="7212"/>
                  </a:cubicBezTo>
                  <a:cubicBezTo>
                    <a:pt x="6722" y="6586"/>
                    <a:pt x="5535" y="6274"/>
                    <a:pt x="4342" y="6274"/>
                  </a:cubicBezTo>
                  <a:cubicBezTo>
                    <a:pt x="3257" y="6274"/>
                    <a:pt x="2168" y="6532"/>
                    <a:pt x="1118" y="7047"/>
                  </a:cubicBezTo>
                  <a:cubicBezTo>
                    <a:pt x="1092" y="7060"/>
                    <a:pt x="1067" y="7066"/>
                    <a:pt x="1042" y="7066"/>
                  </a:cubicBezTo>
                  <a:cubicBezTo>
                    <a:pt x="894" y="7066"/>
                    <a:pt x="795" y="6856"/>
                    <a:pt x="954" y="6767"/>
                  </a:cubicBezTo>
                  <a:cubicBezTo>
                    <a:pt x="2041" y="6167"/>
                    <a:pt x="3232" y="5869"/>
                    <a:pt x="4421" y="5869"/>
                  </a:cubicBezTo>
                  <a:close/>
                  <a:moveTo>
                    <a:pt x="5491" y="1"/>
                  </a:moveTo>
                  <a:cubicBezTo>
                    <a:pt x="3996" y="1"/>
                    <a:pt x="2523" y="408"/>
                    <a:pt x="1129" y="1188"/>
                  </a:cubicBezTo>
                  <a:cubicBezTo>
                    <a:pt x="1109" y="1199"/>
                    <a:pt x="1090" y="1204"/>
                    <a:pt x="1072" y="1204"/>
                  </a:cubicBezTo>
                  <a:cubicBezTo>
                    <a:pt x="1003" y="1204"/>
                    <a:pt x="955" y="1133"/>
                    <a:pt x="972" y="1071"/>
                  </a:cubicBezTo>
                  <a:lnTo>
                    <a:pt x="531" y="1052"/>
                  </a:lnTo>
                  <a:cubicBezTo>
                    <a:pt x="427" y="3874"/>
                    <a:pt x="281" y="6702"/>
                    <a:pt x="1" y="9504"/>
                  </a:cubicBezTo>
                  <a:cubicBezTo>
                    <a:pt x="796" y="8016"/>
                    <a:pt x="2346" y="7558"/>
                    <a:pt x="4052" y="7558"/>
                  </a:cubicBezTo>
                  <a:cubicBezTo>
                    <a:pt x="5909" y="7558"/>
                    <a:pt x="7950" y="8100"/>
                    <a:pt x="9405" y="8447"/>
                  </a:cubicBezTo>
                  <a:cubicBezTo>
                    <a:pt x="9415" y="8450"/>
                    <a:pt x="9419" y="8454"/>
                    <a:pt x="9426" y="8457"/>
                  </a:cubicBezTo>
                  <a:cubicBezTo>
                    <a:pt x="9380" y="6611"/>
                    <a:pt x="9398" y="4767"/>
                    <a:pt x="9422" y="2924"/>
                  </a:cubicBezTo>
                  <a:cubicBezTo>
                    <a:pt x="9434" y="2070"/>
                    <a:pt x="9444" y="1212"/>
                    <a:pt x="9458" y="356"/>
                  </a:cubicBezTo>
                  <a:lnTo>
                    <a:pt x="8807" y="347"/>
                  </a:lnTo>
                  <a:cubicBezTo>
                    <a:pt x="8807" y="465"/>
                    <a:pt x="8732" y="581"/>
                    <a:pt x="8610" y="581"/>
                  </a:cubicBezTo>
                  <a:cubicBezTo>
                    <a:pt x="8585" y="581"/>
                    <a:pt x="8558" y="576"/>
                    <a:pt x="8529" y="565"/>
                  </a:cubicBezTo>
                  <a:cubicBezTo>
                    <a:pt x="7517" y="185"/>
                    <a:pt x="6499" y="1"/>
                    <a:pt x="54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5"/>
            <p:cNvSpPr/>
            <p:nvPr/>
          </p:nvSpPr>
          <p:spPr>
            <a:xfrm>
              <a:off x="-1373950" y="379675"/>
              <a:ext cx="235150" cy="70825"/>
            </a:xfrm>
            <a:custGeom>
              <a:avLst/>
              <a:gdLst/>
              <a:ahLst/>
              <a:cxnLst/>
              <a:rect l="l" t="t" r="r" b="b"/>
              <a:pathLst>
                <a:path w="9406" h="2833" extrusionOk="0">
                  <a:moveTo>
                    <a:pt x="4044" y="1"/>
                  </a:moveTo>
                  <a:cubicBezTo>
                    <a:pt x="2376" y="1"/>
                    <a:pt x="882" y="529"/>
                    <a:pt x="1" y="2355"/>
                  </a:cubicBezTo>
                  <a:cubicBezTo>
                    <a:pt x="235" y="2353"/>
                    <a:pt x="469" y="2352"/>
                    <a:pt x="703" y="2352"/>
                  </a:cubicBezTo>
                  <a:cubicBezTo>
                    <a:pt x="3176" y="2352"/>
                    <a:pt x="5646" y="2490"/>
                    <a:pt x="8111" y="2746"/>
                  </a:cubicBezTo>
                  <a:cubicBezTo>
                    <a:pt x="8180" y="2753"/>
                    <a:pt x="8235" y="2789"/>
                    <a:pt x="8274" y="2833"/>
                  </a:cubicBezTo>
                  <a:cubicBezTo>
                    <a:pt x="9047" y="2479"/>
                    <a:pt x="9405" y="1722"/>
                    <a:pt x="9405" y="850"/>
                  </a:cubicBezTo>
                  <a:cubicBezTo>
                    <a:pt x="9402" y="840"/>
                    <a:pt x="9398" y="832"/>
                    <a:pt x="9398" y="818"/>
                  </a:cubicBezTo>
                  <a:lnTo>
                    <a:pt x="9398" y="808"/>
                  </a:lnTo>
                  <a:cubicBezTo>
                    <a:pt x="9360" y="823"/>
                    <a:pt x="9322" y="836"/>
                    <a:pt x="9278" y="836"/>
                  </a:cubicBezTo>
                  <a:cubicBezTo>
                    <a:pt x="9264" y="836"/>
                    <a:pt x="9249" y="834"/>
                    <a:pt x="9234" y="832"/>
                  </a:cubicBezTo>
                  <a:cubicBezTo>
                    <a:pt x="7633" y="552"/>
                    <a:pt x="5748" y="1"/>
                    <a:pt x="4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5"/>
            <p:cNvSpPr/>
            <p:nvPr/>
          </p:nvSpPr>
          <p:spPr>
            <a:xfrm>
              <a:off x="-1351075" y="166300"/>
              <a:ext cx="196350" cy="41025"/>
            </a:xfrm>
            <a:custGeom>
              <a:avLst/>
              <a:gdLst/>
              <a:ahLst/>
              <a:cxnLst/>
              <a:rect l="l" t="t" r="r" b="b"/>
              <a:pathLst>
                <a:path w="7854" h="1641" extrusionOk="0">
                  <a:moveTo>
                    <a:pt x="4669" y="1"/>
                  </a:moveTo>
                  <a:cubicBezTo>
                    <a:pt x="3049" y="1"/>
                    <a:pt x="1450" y="476"/>
                    <a:pt x="64" y="1440"/>
                  </a:cubicBezTo>
                  <a:cubicBezTo>
                    <a:pt x="40" y="1457"/>
                    <a:pt x="22" y="1482"/>
                    <a:pt x="18" y="1508"/>
                  </a:cubicBezTo>
                  <a:cubicBezTo>
                    <a:pt x="1" y="1570"/>
                    <a:pt x="50" y="1641"/>
                    <a:pt x="118" y="1641"/>
                  </a:cubicBezTo>
                  <a:cubicBezTo>
                    <a:pt x="136" y="1641"/>
                    <a:pt x="155" y="1636"/>
                    <a:pt x="175" y="1625"/>
                  </a:cubicBezTo>
                  <a:cubicBezTo>
                    <a:pt x="1569" y="845"/>
                    <a:pt x="3042" y="438"/>
                    <a:pt x="4538" y="438"/>
                  </a:cubicBezTo>
                  <a:cubicBezTo>
                    <a:pt x="5545" y="438"/>
                    <a:pt x="6564" y="622"/>
                    <a:pt x="7576" y="1002"/>
                  </a:cubicBezTo>
                  <a:cubicBezTo>
                    <a:pt x="7605" y="1013"/>
                    <a:pt x="7632" y="1018"/>
                    <a:pt x="7657" y="1018"/>
                  </a:cubicBezTo>
                  <a:cubicBezTo>
                    <a:pt x="7778" y="1018"/>
                    <a:pt x="7853" y="902"/>
                    <a:pt x="7853" y="784"/>
                  </a:cubicBezTo>
                  <a:cubicBezTo>
                    <a:pt x="7853" y="696"/>
                    <a:pt x="7807" y="599"/>
                    <a:pt x="7700" y="560"/>
                  </a:cubicBezTo>
                  <a:cubicBezTo>
                    <a:pt x="6713" y="188"/>
                    <a:pt x="5687" y="1"/>
                    <a:pt x="4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5"/>
            <p:cNvSpPr/>
            <p:nvPr/>
          </p:nvSpPr>
          <p:spPr>
            <a:xfrm>
              <a:off x="-1347000" y="121225"/>
              <a:ext cx="183600" cy="33450"/>
            </a:xfrm>
            <a:custGeom>
              <a:avLst/>
              <a:gdLst/>
              <a:ahLst/>
              <a:cxnLst/>
              <a:rect l="l" t="t" r="r" b="b"/>
              <a:pathLst>
                <a:path w="7344" h="1338" extrusionOk="0">
                  <a:moveTo>
                    <a:pt x="4162" y="1"/>
                  </a:moveTo>
                  <a:cubicBezTo>
                    <a:pt x="2774" y="1"/>
                    <a:pt x="1392" y="358"/>
                    <a:pt x="158" y="1055"/>
                  </a:cubicBezTo>
                  <a:cubicBezTo>
                    <a:pt x="1" y="1140"/>
                    <a:pt x="96" y="1338"/>
                    <a:pt x="242" y="1338"/>
                  </a:cubicBezTo>
                  <a:cubicBezTo>
                    <a:pt x="265" y="1338"/>
                    <a:pt x="289" y="1333"/>
                    <a:pt x="314" y="1322"/>
                  </a:cubicBezTo>
                  <a:cubicBezTo>
                    <a:pt x="1517" y="773"/>
                    <a:pt x="2728" y="503"/>
                    <a:pt x="3952" y="503"/>
                  </a:cubicBezTo>
                  <a:cubicBezTo>
                    <a:pt x="4944" y="503"/>
                    <a:pt x="5944" y="680"/>
                    <a:pt x="6953" y="1029"/>
                  </a:cubicBezTo>
                  <a:cubicBezTo>
                    <a:pt x="6983" y="1040"/>
                    <a:pt x="7012" y="1045"/>
                    <a:pt x="7039" y="1045"/>
                  </a:cubicBezTo>
                  <a:cubicBezTo>
                    <a:pt x="7275" y="1045"/>
                    <a:pt x="7344" y="654"/>
                    <a:pt x="7085" y="552"/>
                  </a:cubicBezTo>
                  <a:cubicBezTo>
                    <a:pt x="6143" y="182"/>
                    <a:pt x="5151" y="1"/>
                    <a:pt x="4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5"/>
            <p:cNvSpPr/>
            <p:nvPr/>
          </p:nvSpPr>
          <p:spPr>
            <a:xfrm>
              <a:off x="-1350100" y="274325"/>
              <a:ext cx="181300" cy="33975"/>
            </a:xfrm>
            <a:custGeom>
              <a:avLst/>
              <a:gdLst/>
              <a:ahLst/>
              <a:cxnLst/>
              <a:rect l="l" t="t" r="r" b="b"/>
              <a:pathLst>
                <a:path w="7252" h="1359" extrusionOk="0">
                  <a:moveTo>
                    <a:pt x="4498" y="0"/>
                  </a:moveTo>
                  <a:cubicBezTo>
                    <a:pt x="2971" y="0"/>
                    <a:pt x="1456" y="377"/>
                    <a:pt x="114" y="1104"/>
                  </a:cubicBezTo>
                  <a:cubicBezTo>
                    <a:pt x="0" y="1168"/>
                    <a:pt x="58" y="1358"/>
                    <a:pt x="173" y="1358"/>
                  </a:cubicBezTo>
                  <a:cubicBezTo>
                    <a:pt x="187" y="1358"/>
                    <a:pt x="202" y="1355"/>
                    <a:pt x="217" y="1349"/>
                  </a:cubicBezTo>
                  <a:cubicBezTo>
                    <a:pt x="1186" y="955"/>
                    <a:pt x="2142" y="637"/>
                    <a:pt x="3188" y="510"/>
                  </a:cubicBezTo>
                  <a:cubicBezTo>
                    <a:pt x="3535" y="466"/>
                    <a:pt x="4158" y="393"/>
                    <a:pt x="4794" y="393"/>
                  </a:cubicBezTo>
                  <a:cubicBezTo>
                    <a:pt x="5665" y="393"/>
                    <a:pt x="6559" y="530"/>
                    <a:pt x="6800" y="1065"/>
                  </a:cubicBezTo>
                  <a:cubicBezTo>
                    <a:pt x="6833" y="1141"/>
                    <a:pt x="6898" y="1173"/>
                    <a:pt x="6967" y="1173"/>
                  </a:cubicBezTo>
                  <a:cubicBezTo>
                    <a:pt x="7103" y="1173"/>
                    <a:pt x="7252" y="1051"/>
                    <a:pt x="7194" y="900"/>
                  </a:cubicBezTo>
                  <a:cubicBezTo>
                    <a:pt x="6868" y="30"/>
                    <a:pt x="5676" y="0"/>
                    <a:pt x="4799" y="0"/>
                  </a:cubicBezTo>
                  <a:cubicBezTo>
                    <a:pt x="4734" y="0"/>
                    <a:pt x="4671" y="0"/>
                    <a:pt x="4611" y="0"/>
                  </a:cubicBezTo>
                  <a:cubicBezTo>
                    <a:pt x="4572" y="0"/>
                    <a:pt x="4535" y="0"/>
                    <a:pt x="4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5"/>
            <p:cNvSpPr/>
            <p:nvPr/>
          </p:nvSpPr>
          <p:spPr>
            <a:xfrm>
              <a:off x="-1355075" y="323950"/>
              <a:ext cx="186550" cy="34300"/>
            </a:xfrm>
            <a:custGeom>
              <a:avLst/>
              <a:gdLst/>
              <a:ahLst/>
              <a:cxnLst/>
              <a:rect l="l" t="t" r="r" b="b"/>
              <a:pathLst>
                <a:path w="7462" h="1372" extrusionOk="0">
                  <a:moveTo>
                    <a:pt x="3627" y="0"/>
                  </a:moveTo>
                  <a:cubicBezTo>
                    <a:pt x="2438" y="0"/>
                    <a:pt x="1247" y="298"/>
                    <a:pt x="160" y="898"/>
                  </a:cubicBezTo>
                  <a:cubicBezTo>
                    <a:pt x="1" y="987"/>
                    <a:pt x="100" y="1197"/>
                    <a:pt x="248" y="1197"/>
                  </a:cubicBezTo>
                  <a:cubicBezTo>
                    <a:pt x="273" y="1197"/>
                    <a:pt x="298" y="1191"/>
                    <a:pt x="324" y="1178"/>
                  </a:cubicBezTo>
                  <a:cubicBezTo>
                    <a:pt x="1374" y="663"/>
                    <a:pt x="2463" y="405"/>
                    <a:pt x="3548" y="405"/>
                  </a:cubicBezTo>
                  <a:cubicBezTo>
                    <a:pt x="4741" y="405"/>
                    <a:pt x="5928" y="717"/>
                    <a:pt x="7052" y="1343"/>
                  </a:cubicBezTo>
                  <a:cubicBezTo>
                    <a:pt x="7087" y="1363"/>
                    <a:pt x="7122" y="1371"/>
                    <a:pt x="7155" y="1371"/>
                  </a:cubicBezTo>
                  <a:cubicBezTo>
                    <a:pt x="7341" y="1371"/>
                    <a:pt x="7462" y="1096"/>
                    <a:pt x="7262" y="983"/>
                  </a:cubicBezTo>
                  <a:cubicBezTo>
                    <a:pt x="6131" y="330"/>
                    <a:pt x="4879" y="0"/>
                    <a:pt x="3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5"/>
            <p:cNvSpPr/>
            <p:nvPr/>
          </p:nvSpPr>
          <p:spPr>
            <a:xfrm>
              <a:off x="-1346575" y="214925"/>
              <a:ext cx="175925" cy="49150"/>
            </a:xfrm>
            <a:custGeom>
              <a:avLst/>
              <a:gdLst/>
              <a:ahLst/>
              <a:cxnLst/>
              <a:rect l="l" t="t" r="r" b="b"/>
              <a:pathLst>
                <a:path w="7037" h="1966" extrusionOk="0">
                  <a:moveTo>
                    <a:pt x="4679" y="0"/>
                  </a:moveTo>
                  <a:cubicBezTo>
                    <a:pt x="3020" y="0"/>
                    <a:pt x="1382" y="594"/>
                    <a:pt x="105" y="1705"/>
                  </a:cubicBezTo>
                  <a:cubicBezTo>
                    <a:pt x="0" y="1796"/>
                    <a:pt x="97" y="1966"/>
                    <a:pt x="211" y="1966"/>
                  </a:cubicBezTo>
                  <a:cubicBezTo>
                    <a:pt x="236" y="1966"/>
                    <a:pt x="262" y="1958"/>
                    <a:pt x="287" y="1940"/>
                  </a:cubicBezTo>
                  <a:cubicBezTo>
                    <a:pt x="1609" y="949"/>
                    <a:pt x="3059" y="448"/>
                    <a:pt x="4588" y="448"/>
                  </a:cubicBezTo>
                  <a:cubicBezTo>
                    <a:pt x="5272" y="448"/>
                    <a:pt x="5973" y="548"/>
                    <a:pt x="6685" y="750"/>
                  </a:cubicBezTo>
                  <a:cubicBezTo>
                    <a:pt x="6707" y="757"/>
                    <a:pt x="6728" y="760"/>
                    <a:pt x="6748" y="760"/>
                  </a:cubicBezTo>
                  <a:cubicBezTo>
                    <a:pt x="6967" y="760"/>
                    <a:pt x="7037" y="412"/>
                    <a:pt x="6798" y="334"/>
                  </a:cubicBezTo>
                  <a:cubicBezTo>
                    <a:pt x="6106" y="110"/>
                    <a:pt x="5391" y="0"/>
                    <a:pt x="4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5"/>
            <p:cNvSpPr/>
            <p:nvPr/>
          </p:nvSpPr>
          <p:spPr>
            <a:xfrm>
              <a:off x="-1617675" y="61700"/>
              <a:ext cx="246350" cy="171100"/>
            </a:xfrm>
            <a:custGeom>
              <a:avLst/>
              <a:gdLst/>
              <a:ahLst/>
              <a:cxnLst/>
              <a:rect l="l" t="t" r="r" b="b"/>
              <a:pathLst>
                <a:path w="9854" h="6844" extrusionOk="0">
                  <a:moveTo>
                    <a:pt x="5012" y="1481"/>
                  </a:moveTo>
                  <a:cubicBezTo>
                    <a:pt x="6247" y="1481"/>
                    <a:pt x="7486" y="1775"/>
                    <a:pt x="8622" y="2361"/>
                  </a:cubicBezTo>
                  <a:cubicBezTo>
                    <a:pt x="8837" y="2475"/>
                    <a:pt x="8702" y="2761"/>
                    <a:pt x="8500" y="2761"/>
                  </a:cubicBezTo>
                  <a:cubicBezTo>
                    <a:pt x="8468" y="2761"/>
                    <a:pt x="8435" y="2754"/>
                    <a:pt x="8401" y="2738"/>
                  </a:cubicBezTo>
                  <a:cubicBezTo>
                    <a:pt x="7241" y="2195"/>
                    <a:pt x="6054" y="1925"/>
                    <a:pt x="4868" y="1925"/>
                  </a:cubicBezTo>
                  <a:cubicBezTo>
                    <a:pt x="3632" y="1925"/>
                    <a:pt x="2396" y="2218"/>
                    <a:pt x="1193" y="2799"/>
                  </a:cubicBezTo>
                  <a:cubicBezTo>
                    <a:pt x="1172" y="2809"/>
                    <a:pt x="1151" y="2813"/>
                    <a:pt x="1131" y="2813"/>
                  </a:cubicBezTo>
                  <a:cubicBezTo>
                    <a:pt x="1010" y="2813"/>
                    <a:pt x="932" y="2644"/>
                    <a:pt x="1060" y="2568"/>
                  </a:cubicBezTo>
                  <a:cubicBezTo>
                    <a:pt x="2278" y="1842"/>
                    <a:pt x="3643" y="1481"/>
                    <a:pt x="5012" y="1481"/>
                  </a:cubicBezTo>
                  <a:close/>
                  <a:moveTo>
                    <a:pt x="5536" y="3482"/>
                  </a:moveTo>
                  <a:cubicBezTo>
                    <a:pt x="6527" y="3482"/>
                    <a:pt x="7519" y="3662"/>
                    <a:pt x="8459" y="4044"/>
                  </a:cubicBezTo>
                  <a:cubicBezTo>
                    <a:pt x="8683" y="4138"/>
                    <a:pt x="8629" y="4472"/>
                    <a:pt x="8417" y="4472"/>
                  </a:cubicBezTo>
                  <a:cubicBezTo>
                    <a:pt x="8395" y="4472"/>
                    <a:pt x="8371" y="4468"/>
                    <a:pt x="8345" y="4460"/>
                  </a:cubicBezTo>
                  <a:cubicBezTo>
                    <a:pt x="7302" y="4130"/>
                    <a:pt x="6279" y="3953"/>
                    <a:pt x="5267" y="3953"/>
                  </a:cubicBezTo>
                  <a:cubicBezTo>
                    <a:pt x="4010" y="3953"/>
                    <a:pt x="2771" y="4226"/>
                    <a:pt x="1531" y="4815"/>
                  </a:cubicBezTo>
                  <a:cubicBezTo>
                    <a:pt x="1506" y="4827"/>
                    <a:pt x="1482" y="4832"/>
                    <a:pt x="1459" y="4832"/>
                  </a:cubicBezTo>
                  <a:cubicBezTo>
                    <a:pt x="1320" y="4832"/>
                    <a:pt x="1230" y="4639"/>
                    <a:pt x="1376" y="4561"/>
                  </a:cubicBezTo>
                  <a:cubicBezTo>
                    <a:pt x="2656" y="3862"/>
                    <a:pt x="4096" y="3482"/>
                    <a:pt x="5536" y="3482"/>
                  </a:cubicBezTo>
                  <a:close/>
                  <a:moveTo>
                    <a:pt x="5042" y="0"/>
                  </a:moveTo>
                  <a:cubicBezTo>
                    <a:pt x="3372" y="0"/>
                    <a:pt x="1653" y="404"/>
                    <a:pt x="0" y="842"/>
                  </a:cubicBezTo>
                  <a:cubicBezTo>
                    <a:pt x="39" y="2835"/>
                    <a:pt x="65" y="4837"/>
                    <a:pt x="36" y="6834"/>
                  </a:cubicBezTo>
                  <a:lnTo>
                    <a:pt x="986" y="6844"/>
                  </a:lnTo>
                  <a:cubicBezTo>
                    <a:pt x="992" y="6811"/>
                    <a:pt x="1011" y="6784"/>
                    <a:pt x="1047" y="6762"/>
                  </a:cubicBezTo>
                  <a:cubicBezTo>
                    <a:pt x="2342" y="5870"/>
                    <a:pt x="3904" y="5443"/>
                    <a:pt x="5469" y="5443"/>
                  </a:cubicBezTo>
                  <a:cubicBezTo>
                    <a:pt x="6539" y="5443"/>
                    <a:pt x="7611" y="5642"/>
                    <a:pt x="8600" y="6030"/>
                  </a:cubicBezTo>
                  <a:cubicBezTo>
                    <a:pt x="8703" y="6069"/>
                    <a:pt x="8749" y="6161"/>
                    <a:pt x="8749" y="6249"/>
                  </a:cubicBezTo>
                  <a:lnTo>
                    <a:pt x="9626" y="6293"/>
                  </a:lnTo>
                  <a:cubicBezTo>
                    <a:pt x="9704" y="4737"/>
                    <a:pt x="9779" y="3186"/>
                    <a:pt x="9838" y="1635"/>
                  </a:cubicBezTo>
                  <a:cubicBezTo>
                    <a:pt x="9838" y="1613"/>
                    <a:pt x="9850" y="1596"/>
                    <a:pt x="9853" y="1577"/>
                  </a:cubicBezTo>
                  <a:cubicBezTo>
                    <a:pt x="9809" y="1571"/>
                    <a:pt x="9763" y="1557"/>
                    <a:pt x="9724" y="1525"/>
                  </a:cubicBezTo>
                  <a:cubicBezTo>
                    <a:pt x="8284" y="391"/>
                    <a:pt x="6687" y="0"/>
                    <a:pt x="50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5"/>
            <p:cNvSpPr/>
            <p:nvPr/>
          </p:nvSpPr>
          <p:spPr>
            <a:xfrm>
              <a:off x="-1623625" y="210250"/>
              <a:ext cx="246600" cy="194600"/>
            </a:xfrm>
            <a:custGeom>
              <a:avLst/>
              <a:gdLst/>
              <a:ahLst/>
              <a:cxnLst/>
              <a:rect l="l" t="t" r="r" b="b"/>
              <a:pathLst>
                <a:path w="9864" h="7784" extrusionOk="0">
                  <a:moveTo>
                    <a:pt x="5456" y="1641"/>
                  </a:moveTo>
                  <a:cubicBezTo>
                    <a:pt x="6684" y="1641"/>
                    <a:pt x="7918" y="1908"/>
                    <a:pt x="9031" y="2400"/>
                  </a:cubicBezTo>
                  <a:cubicBezTo>
                    <a:pt x="9241" y="2493"/>
                    <a:pt x="9125" y="2827"/>
                    <a:pt x="8928" y="2827"/>
                  </a:cubicBezTo>
                  <a:cubicBezTo>
                    <a:pt x="8905" y="2827"/>
                    <a:pt x="8881" y="2823"/>
                    <a:pt x="8856" y="2813"/>
                  </a:cubicBezTo>
                  <a:cubicBezTo>
                    <a:pt x="7694" y="2340"/>
                    <a:pt x="6577" y="2125"/>
                    <a:pt x="5464" y="2125"/>
                  </a:cubicBezTo>
                  <a:cubicBezTo>
                    <a:pt x="4222" y="2125"/>
                    <a:pt x="2985" y="2392"/>
                    <a:pt x="1694" y="2869"/>
                  </a:cubicBezTo>
                  <a:cubicBezTo>
                    <a:pt x="1681" y="2874"/>
                    <a:pt x="1668" y="2876"/>
                    <a:pt x="1655" y="2876"/>
                  </a:cubicBezTo>
                  <a:cubicBezTo>
                    <a:pt x="1555" y="2876"/>
                    <a:pt x="1510" y="2718"/>
                    <a:pt x="1604" y="2660"/>
                  </a:cubicBezTo>
                  <a:cubicBezTo>
                    <a:pt x="2771" y="1962"/>
                    <a:pt x="4110" y="1641"/>
                    <a:pt x="5456" y="1641"/>
                  </a:cubicBezTo>
                  <a:close/>
                  <a:moveTo>
                    <a:pt x="5095" y="3813"/>
                  </a:moveTo>
                  <a:cubicBezTo>
                    <a:pt x="6181" y="3813"/>
                    <a:pt x="7270" y="4050"/>
                    <a:pt x="8277" y="4517"/>
                  </a:cubicBezTo>
                  <a:cubicBezTo>
                    <a:pt x="8513" y="4627"/>
                    <a:pt x="8361" y="4933"/>
                    <a:pt x="8144" y="4933"/>
                  </a:cubicBezTo>
                  <a:cubicBezTo>
                    <a:pt x="8112" y="4933"/>
                    <a:pt x="8079" y="4927"/>
                    <a:pt x="8046" y="4913"/>
                  </a:cubicBezTo>
                  <a:cubicBezTo>
                    <a:pt x="7028" y="4480"/>
                    <a:pt x="6008" y="4270"/>
                    <a:pt x="4996" y="4270"/>
                  </a:cubicBezTo>
                  <a:cubicBezTo>
                    <a:pt x="3751" y="4270"/>
                    <a:pt x="2518" y="4587"/>
                    <a:pt x="1314" y="5196"/>
                  </a:cubicBezTo>
                  <a:cubicBezTo>
                    <a:pt x="1291" y="5208"/>
                    <a:pt x="1269" y="5213"/>
                    <a:pt x="1248" y="5213"/>
                  </a:cubicBezTo>
                  <a:cubicBezTo>
                    <a:pt x="1129" y="5213"/>
                    <a:pt x="1053" y="5044"/>
                    <a:pt x="1178" y="4962"/>
                  </a:cubicBezTo>
                  <a:cubicBezTo>
                    <a:pt x="2359" y="4191"/>
                    <a:pt x="3724" y="3813"/>
                    <a:pt x="5095" y="3813"/>
                  </a:cubicBezTo>
                  <a:close/>
                  <a:moveTo>
                    <a:pt x="5732" y="0"/>
                  </a:moveTo>
                  <a:cubicBezTo>
                    <a:pt x="4281" y="0"/>
                    <a:pt x="2867" y="369"/>
                    <a:pt x="1416" y="1048"/>
                  </a:cubicBezTo>
                  <a:cubicBezTo>
                    <a:pt x="1394" y="1058"/>
                    <a:pt x="1373" y="1062"/>
                    <a:pt x="1353" y="1062"/>
                  </a:cubicBezTo>
                  <a:cubicBezTo>
                    <a:pt x="1266" y="1062"/>
                    <a:pt x="1204" y="978"/>
                    <a:pt x="1224" y="902"/>
                  </a:cubicBezTo>
                  <a:lnTo>
                    <a:pt x="274" y="892"/>
                  </a:lnTo>
                  <a:cubicBezTo>
                    <a:pt x="245" y="2898"/>
                    <a:pt x="167" y="4904"/>
                    <a:pt x="1" y="6905"/>
                  </a:cubicBezTo>
                  <a:cubicBezTo>
                    <a:pt x="1051" y="6375"/>
                    <a:pt x="3148" y="5883"/>
                    <a:pt x="5131" y="5883"/>
                  </a:cubicBezTo>
                  <a:cubicBezTo>
                    <a:pt x="7100" y="5883"/>
                    <a:pt x="8956" y="6368"/>
                    <a:pt x="9565" y="7784"/>
                  </a:cubicBezTo>
                  <a:cubicBezTo>
                    <a:pt x="9621" y="5307"/>
                    <a:pt x="9743" y="2826"/>
                    <a:pt x="9864" y="351"/>
                  </a:cubicBezTo>
                  <a:lnTo>
                    <a:pt x="8989" y="307"/>
                  </a:lnTo>
                  <a:cubicBezTo>
                    <a:pt x="8989" y="418"/>
                    <a:pt x="8916" y="528"/>
                    <a:pt x="8796" y="528"/>
                  </a:cubicBezTo>
                  <a:cubicBezTo>
                    <a:pt x="8773" y="528"/>
                    <a:pt x="8747" y="524"/>
                    <a:pt x="8720" y="514"/>
                  </a:cubicBezTo>
                  <a:cubicBezTo>
                    <a:pt x="7693" y="166"/>
                    <a:pt x="6704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5"/>
            <p:cNvSpPr/>
            <p:nvPr/>
          </p:nvSpPr>
          <p:spPr>
            <a:xfrm>
              <a:off x="-1585925" y="251250"/>
              <a:ext cx="193350" cy="30950"/>
            </a:xfrm>
            <a:custGeom>
              <a:avLst/>
              <a:gdLst/>
              <a:ahLst/>
              <a:cxnLst/>
              <a:rect l="l" t="t" r="r" b="b"/>
              <a:pathLst>
                <a:path w="7734" h="1238" extrusionOk="0">
                  <a:moveTo>
                    <a:pt x="3948" y="1"/>
                  </a:moveTo>
                  <a:cubicBezTo>
                    <a:pt x="2602" y="1"/>
                    <a:pt x="1263" y="322"/>
                    <a:pt x="96" y="1020"/>
                  </a:cubicBezTo>
                  <a:cubicBezTo>
                    <a:pt x="0" y="1078"/>
                    <a:pt x="49" y="1238"/>
                    <a:pt x="149" y="1238"/>
                  </a:cubicBezTo>
                  <a:cubicBezTo>
                    <a:pt x="161" y="1238"/>
                    <a:pt x="173" y="1235"/>
                    <a:pt x="186" y="1231"/>
                  </a:cubicBezTo>
                  <a:cubicBezTo>
                    <a:pt x="1478" y="754"/>
                    <a:pt x="2716" y="485"/>
                    <a:pt x="3959" y="485"/>
                  </a:cubicBezTo>
                  <a:cubicBezTo>
                    <a:pt x="5072" y="485"/>
                    <a:pt x="6187" y="700"/>
                    <a:pt x="7348" y="1173"/>
                  </a:cubicBezTo>
                  <a:cubicBezTo>
                    <a:pt x="7373" y="1183"/>
                    <a:pt x="7398" y="1188"/>
                    <a:pt x="7421" y="1188"/>
                  </a:cubicBezTo>
                  <a:cubicBezTo>
                    <a:pt x="7618" y="1188"/>
                    <a:pt x="7733" y="853"/>
                    <a:pt x="7523" y="760"/>
                  </a:cubicBezTo>
                  <a:cubicBezTo>
                    <a:pt x="6410" y="268"/>
                    <a:pt x="5176" y="1"/>
                    <a:pt x="3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5"/>
            <p:cNvSpPr/>
            <p:nvPr/>
          </p:nvSpPr>
          <p:spPr>
            <a:xfrm>
              <a:off x="-1594400" y="98700"/>
              <a:ext cx="197675" cy="33350"/>
            </a:xfrm>
            <a:custGeom>
              <a:avLst/>
              <a:gdLst/>
              <a:ahLst/>
              <a:cxnLst/>
              <a:rect l="l" t="t" r="r" b="b"/>
              <a:pathLst>
                <a:path w="7907" h="1334" extrusionOk="0">
                  <a:moveTo>
                    <a:pt x="4081" y="1"/>
                  </a:moveTo>
                  <a:cubicBezTo>
                    <a:pt x="2712" y="1"/>
                    <a:pt x="1347" y="362"/>
                    <a:pt x="129" y="1088"/>
                  </a:cubicBezTo>
                  <a:cubicBezTo>
                    <a:pt x="1" y="1164"/>
                    <a:pt x="79" y="1333"/>
                    <a:pt x="200" y="1333"/>
                  </a:cubicBezTo>
                  <a:cubicBezTo>
                    <a:pt x="220" y="1333"/>
                    <a:pt x="241" y="1329"/>
                    <a:pt x="262" y="1319"/>
                  </a:cubicBezTo>
                  <a:cubicBezTo>
                    <a:pt x="1465" y="738"/>
                    <a:pt x="2701" y="445"/>
                    <a:pt x="3937" y="445"/>
                  </a:cubicBezTo>
                  <a:cubicBezTo>
                    <a:pt x="5123" y="445"/>
                    <a:pt x="6310" y="715"/>
                    <a:pt x="7470" y="1258"/>
                  </a:cubicBezTo>
                  <a:cubicBezTo>
                    <a:pt x="7504" y="1274"/>
                    <a:pt x="7537" y="1281"/>
                    <a:pt x="7569" y="1281"/>
                  </a:cubicBezTo>
                  <a:cubicBezTo>
                    <a:pt x="7771" y="1281"/>
                    <a:pt x="7906" y="995"/>
                    <a:pt x="7691" y="881"/>
                  </a:cubicBezTo>
                  <a:cubicBezTo>
                    <a:pt x="6555" y="295"/>
                    <a:pt x="5316" y="1"/>
                    <a:pt x="40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5"/>
            <p:cNvSpPr/>
            <p:nvPr/>
          </p:nvSpPr>
          <p:spPr>
            <a:xfrm>
              <a:off x="-1593525" y="197750"/>
              <a:ext cx="194625" cy="39050"/>
            </a:xfrm>
            <a:custGeom>
              <a:avLst/>
              <a:gdLst/>
              <a:ahLst/>
              <a:cxnLst/>
              <a:rect l="l" t="t" r="r" b="b"/>
              <a:pathLst>
                <a:path w="7785" h="1562" extrusionOk="0">
                  <a:moveTo>
                    <a:pt x="4504" y="1"/>
                  </a:moveTo>
                  <a:cubicBezTo>
                    <a:pt x="2938" y="1"/>
                    <a:pt x="1376" y="428"/>
                    <a:pt x="81" y="1320"/>
                  </a:cubicBezTo>
                  <a:cubicBezTo>
                    <a:pt x="45" y="1342"/>
                    <a:pt x="26" y="1369"/>
                    <a:pt x="20" y="1402"/>
                  </a:cubicBezTo>
                  <a:cubicBezTo>
                    <a:pt x="0" y="1478"/>
                    <a:pt x="62" y="1562"/>
                    <a:pt x="149" y="1562"/>
                  </a:cubicBezTo>
                  <a:cubicBezTo>
                    <a:pt x="169" y="1562"/>
                    <a:pt x="190" y="1558"/>
                    <a:pt x="212" y="1548"/>
                  </a:cubicBezTo>
                  <a:cubicBezTo>
                    <a:pt x="1663" y="869"/>
                    <a:pt x="3077" y="500"/>
                    <a:pt x="4528" y="500"/>
                  </a:cubicBezTo>
                  <a:cubicBezTo>
                    <a:pt x="5500" y="500"/>
                    <a:pt x="6489" y="666"/>
                    <a:pt x="7516" y="1014"/>
                  </a:cubicBezTo>
                  <a:cubicBezTo>
                    <a:pt x="7543" y="1024"/>
                    <a:pt x="7569" y="1028"/>
                    <a:pt x="7592" y="1028"/>
                  </a:cubicBezTo>
                  <a:cubicBezTo>
                    <a:pt x="7712" y="1028"/>
                    <a:pt x="7785" y="918"/>
                    <a:pt x="7785" y="807"/>
                  </a:cubicBezTo>
                  <a:cubicBezTo>
                    <a:pt x="7785" y="719"/>
                    <a:pt x="7737" y="627"/>
                    <a:pt x="7635" y="588"/>
                  </a:cubicBezTo>
                  <a:cubicBezTo>
                    <a:pt x="6646" y="200"/>
                    <a:pt x="5574" y="1"/>
                    <a:pt x="4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5"/>
            <p:cNvSpPr/>
            <p:nvPr/>
          </p:nvSpPr>
          <p:spPr>
            <a:xfrm>
              <a:off x="-1586925" y="148725"/>
              <a:ext cx="186350" cy="33775"/>
            </a:xfrm>
            <a:custGeom>
              <a:avLst/>
              <a:gdLst/>
              <a:ahLst/>
              <a:cxnLst/>
              <a:rect l="l" t="t" r="r" b="b"/>
              <a:pathLst>
                <a:path w="7454" h="1351" extrusionOk="0">
                  <a:moveTo>
                    <a:pt x="4306" y="1"/>
                  </a:moveTo>
                  <a:cubicBezTo>
                    <a:pt x="2867" y="1"/>
                    <a:pt x="1427" y="381"/>
                    <a:pt x="148" y="1080"/>
                  </a:cubicBezTo>
                  <a:cubicBezTo>
                    <a:pt x="0" y="1158"/>
                    <a:pt x="91" y="1351"/>
                    <a:pt x="230" y="1351"/>
                  </a:cubicBezTo>
                  <a:cubicBezTo>
                    <a:pt x="253" y="1351"/>
                    <a:pt x="277" y="1346"/>
                    <a:pt x="301" y="1334"/>
                  </a:cubicBezTo>
                  <a:cubicBezTo>
                    <a:pt x="1541" y="745"/>
                    <a:pt x="2781" y="472"/>
                    <a:pt x="4038" y="472"/>
                  </a:cubicBezTo>
                  <a:cubicBezTo>
                    <a:pt x="5050" y="472"/>
                    <a:pt x="6072" y="649"/>
                    <a:pt x="7115" y="979"/>
                  </a:cubicBezTo>
                  <a:cubicBezTo>
                    <a:pt x="7141" y="987"/>
                    <a:pt x="7165" y="991"/>
                    <a:pt x="7187" y="991"/>
                  </a:cubicBezTo>
                  <a:cubicBezTo>
                    <a:pt x="7399" y="991"/>
                    <a:pt x="7453" y="657"/>
                    <a:pt x="7229" y="563"/>
                  </a:cubicBezTo>
                  <a:cubicBezTo>
                    <a:pt x="6290" y="181"/>
                    <a:pt x="5298" y="1"/>
                    <a:pt x="4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5"/>
            <p:cNvSpPr/>
            <p:nvPr/>
          </p:nvSpPr>
          <p:spPr>
            <a:xfrm>
              <a:off x="-1624000" y="370275"/>
              <a:ext cx="236275" cy="83975"/>
            </a:xfrm>
            <a:custGeom>
              <a:avLst/>
              <a:gdLst/>
              <a:ahLst/>
              <a:cxnLst/>
              <a:rect l="l" t="t" r="r" b="b"/>
              <a:pathLst>
                <a:path w="9451" h="3359" extrusionOk="0">
                  <a:moveTo>
                    <a:pt x="5378" y="0"/>
                  </a:moveTo>
                  <a:cubicBezTo>
                    <a:pt x="3411" y="0"/>
                    <a:pt x="1244" y="550"/>
                    <a:pt x="146" y="953"/>
                  </a:cubicBezTo>
                  <a:cubicBezTo>
                    <a:pt x="123" y="962"/>
                    <a:pt x="99" y="966"/>
                    <a:pt x="77" y="966"/>
                  </a:cubicBezTo>
                  <a:cubicBezTo>
                    <a:pt x="49" y="966"/>
                    <a:pt x="24" y="960"/>
                    <a:pt x="0" y="948"/>
                  </a:cubicBezTo>
                  <a:lnTo>
                    <a:pt x="0" y="948"/>
                  </a:lnTo>
                  <a:cubicBezTo>
                    <a:pt x="126" y="1542"/>
                    <a:pt x="224" y="2300"/>
                    <a:pt x="498" y="2716"/>
                  </a:cubicBezTo>
                  <a:cubicBezTo>
                    <a:pt x="826" y="3219"/>
                    <a:pt x="1237" y="3359"/>
                    <a:pt x="1684" y="3359"/>
                  </a:cubicBezTo>
                  <a:cubicBezTo>
                    <a:pt x="2140" y="3359"/>
                    <a:pt x="2633" y="3213"/>
                    <a:pt x="3118" y="3158"/>
                  </a:cubicBezTo>
                  <a:cubicBezTo>
                    <a:pt x="4701" y="2973"/>
                    <a:pt x="6291" y="2852"/>
                    <a:pt x="7883" y="2784"/>
                  </a:cubicBezTo>
                  <a:cubicBezTo>
                    <a:pt x="8406" y="2760"/>
                    <a:pt x="8929" y="2745"/>
                    <a:pt x="9451" y="2738"/>
                  </a:cubicBezTo>
                  <a:cubicBezTo>
                    <a:pt x="9357" y="629"/>
                    <a:pt x="7481" y="0"/>
                    <a:pt x="5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5"/>
            <p:cNvSpPr/>
            <p:nvPr/>
          </p:nvSpPr>
          <p:spPr>
            <a:xfrm>
              <a:off x="-1597300" y="305575"/>
              <a:ext cx="186500" cy="35025"/>
            </a:xfrm>
            <a:custGeom>
              <a:avLst/>
              <a:gdLst/>
              <a:ahLst/>
              <a:cxnLst/>
              <a:rect l="l" t="t" r="r" b="b"/>
              <a:pathLst>
                <a:path w="7460" h="1401" extrusionOk="0">
                  <a:moveTo>
                    <a:pt x="4043" y="0"/>
                  </a:moveTo>
                  <a:cubicBezTo>
                    <a:pt x="2672" y="0"/>
                    <a:pt x="1307" y="379"/>
                    <a:pt x="125" y="1149"/>
                  </a:cubicBezTo>
                  <a:cubicBezTo>
                    <a:pt x="1" y="1231"/>
                    <a:pt x="75" y="1401"/>
                    <a:pt x="194" y="1401"/>
                  </a:cubicBezTo>
                  <a:cubicBezTo>
                    <a:pt x="215" y="1401"/>
                    <a:pt x="238" y="1395"/>
                    <a:pt x="261" y="1383"/>
                  </a:cubicBezTo>
                  <a:cubicBezTo>
                    <a:pt x="1465" y="774"/>
                    <a:pt x="2698" y="457"/>
                    <a:pt x="3943" y="457"/>
                  </a:cubicBezTo>
                  <a:cubicBezTo>
                    <a:pt x="4955" y="457"/>
                    <a:pt x="5975" y="667"/>
                    <a:pt x="6993" y="1100"/>
                  </a:cubicBezTo>
                  <a:cubicBezTo>
                    <a:pt x="7026" y="1114"/>
                    <a:pt x="7059" y="1120"/>
                    <a:pt x="7091" y="1120"/>
                  </a:cubicBezTo>
                  <a:cubicBezTo>
                    <a:pt x="7308" y="1120"/>
                    <a:pt x="7460" y="814"/>
                    <a:pt x="7224" y="704"/>
                  </a:cubicBezTo>
                  <a:cubicBezTo>
                    <a:pt x="6218" y="237"/>
                    <a:pt x="5129" y="0"/>
                    <a:pt x="40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1760;p45"/>
          <p:cNvGrpSpPr/>
          <p:nvPr/>
        </p:nvGrpSpPr>
        <p:grpSpPr>
          <a:xfrm>
            <a:off x="979013" y="3819711"/>
            <a:ext cx="488825" cy="479950"/>
            <a:chOff x="-2539750" y="716850"/>
            <a:chExt cx="488825" cy="479950"/>
          </a:xfrm>
        </p:grpSpPr>
        <p:sp>
          <p:nvSpPr>
            <p:cNvPr id="1761" name="Google Shape;1761;p45"/>
            <p:cNvSpPr/>
            <p:nvPr/>
          </p:nvSpPr>
          <p:spPr>
            <a:xfrm>
              <a:off x="-2539750" y="716850"/>
              <a:ext cx="488825" cy="479950"/>
            </a:xfrm>
            <a:custGeom>
              <a:avLst/>
              <a:gdLst/>
              <a:ahLst/>
              <a:cxnLst/>
              <a:rect l="l" t="t" r="r" b="b"/>
              <a:pathLst>
                <a:path w="19553" h="19198" extrusionOk="0">
                  <a:moveTo>
                    <a:pt x="11099" y="690"/>
                  </a:moveTo>
                  <a:lnTo>
                    <a:pt x="11099" y="690"/>
                  </a:lnTo>
                  <a:cubicBezTo>
                    <a:pt x="12845" y="932"/>
                    <a:pt x="14522" y="1711"/>
                    <a:pt x="15845" y="2878"/>
                  </a:cubicBezTo>
                  <a:cubicBezTo>
                    <a:pt x="14226" y="3974"/>
                    <a:pt x="12937" y="5427"/>
                    <a:pt x="11711" y="6928"/>
                  </a:cubicBezTo>
                  <a:cubicBezTo>
                    <a:pt x="11678" y="6899"/>
                    <a:pt x="11646" y="6871"/>
                    <a:pt x="11617" y="6843"/>
                  </a:cubicBezTo>
                  <a:cubicBezTo>
                    <a:pt x="9942" y="5066"/>
                    <a:pt x="10112" y="2719"/>
                    <a:pt x="11099" y="690"/>
                  </a:cubicBezTo>
                  <a:close/>
                  <a:moveTo>
                    <a:pt x="9934" y="614"/>
                  </a:moveTo>
                  <a:cubicBezTo>
                    <a:pt x="10186" y="614"/>
                    <a:pt x="10439" y="626"/>
                    <a:pt x="10690" y="648"/>
                  </a:cubicBezTo>
                  <a:cubicBezTo>
                    <a:pt x="9280" y="2472"/>
                    <a:pt x="9643" y="5394"/>
                    <a:pt x="11102" y="7085"/>
                  </a:cubicBezTo>
                  <a:cubicBezTo>
                    <a:pt x="11184" y="7180"/>
                    <a:pt x="11272" y="7266"/>
                    <a:pt x="11362" y="7355"/>
                  </a:cubicBezTo>
                  <a:cubicBezTo>
                    <a:pt x="10953" y="7863"/>
                    <a:pt x="10547" y="8372"/>
                    <a:pt x="10134" y="8877"/>
                  </a:cubicBezTo>
                  <a:cubicBezTo>
                    <a:pt x="10109" y="8906"/>
                    <a:pt x="10083" y="8938"/>
                    <a:pt x="10059" y="8967"/>
                  </a:cubicBezTo>
                  <a:cubicBezTo>
                    <a:pt x="8145" y="6938"/>
                    <a:pt x="6201" y="4939"/>
                    <a:pt x="4231" y="2975"/>
                  </a:cubicBezTo>
                  <a:cubicBezTo>
                    <a:pt x="5209" y="2046"/>
                    <a:pt x="6390" y="1331"/>
                    <a:pt x="7703" y="937"/>
                  </a:cubicBezTo>
                  <a:cubicBezTo>
                    <a:pt x="8433" y="715"/>
                    <a:pt x="9184" y="614"/>
                    <a:pt x="9934" y="614"/>
                  </a:cubicBezTo>
                  <a:close/>
                  <a:moveTo>
                    <a:pt x="3961" y="3238"/>
                  </a:moveTo>
                  <a:cubicBezTo>
                    <a:pt x="5872" y="5294"/>
                    <a:pt x="7786" y="7344"/>
                    <a:pt x="9696" y="9397"/>
                  </a:cubicBezTo>
                  <a:cubicBezTo>
                    <a:pt x="9166" y="10027"/>
                    <a:pt x="8619" y="10638"/>
                    <a:pt x="8060" y="11240"/>
                  </a:cubicBezTo>
                  <a:cubicBezTo>
                    <a:pt x="7045" y="10569"/>
                    <a:pt x="5885" y="10311"/>
                    <a:pt x="4694" y="10311"/>
                  </a:cubicBezTo>
                  <a:cubicBezTo>
                    <a:pt x="3612" y="10311"/>
                    <a:pt x="2504" y="10524"/>
                    <a:pt x="1458" y="10834"/>
                  </a:cubicBezTo>
                  <a:cubicBezTo>
                    <a:pt x="986" y="8056"/>
                    <a:pt x="2033" y="5219"/>
                    <a:pt x="3961" y="3238"/>
                  </a:cubicBezTo>
                  <a:close/>
                  <a:moveTo>
                    <a:pt x="4533" y="10752"/>
                  </a:moveTo>
                  <a:cubicBezTo>
                    <a:pt x="5617" y="10752"/>
                    <a:pt x="6683" y="10973"/>
                    <a:pt x="7647" y="11574"/>
                  </a:cubicBezTo>
                  <a:cubicBezTo>
                    <a:pt x="7667" y="11590"/>
                    <a:pt x="7683" y="11603"/>
                    <a:pt x="7703" y="11614"/>
                  </a:cubicBezTo>
                  <a:cubicBezTo>
                    <a:pt x="6444" y="12952"/>
                    <a:pt x="5131" y="14233"/>
                    <a:pt x="3779" y="15489"/>
                  </a:cubicBezTo>
                  <a:cubicBezTo>
                    <a:pt x="2676" y="14279"/>
                    <a:pt x="1880" y="12791"/>
                    <a:pt x="1530" y="11194"/>
                  </a:cubicBezTo>
                  <a:cubicBezTo>
                    <a:pt x="2503" y="10942"/>
                    <a:pt x="3526" y="10752"/>
                    <a:pt x="4533" y="10752"/>
                  </a:cubicBezTo>
                  <a:close/>
                  <a:moveTo>
                    <a:pt x="16219" y="3227"/>
                  </a:moveTo>
                  <a:cubicBezTo>
                    <a:pt x="17058" y="4056"/>
                    <a:pt x="17731" y="5056"/>
                    <a:pt x="18147" y="6174"/>
                  </a:cubicBezTo>
                  <a:cubicBezTo>
                    <a:pt x="18326" y="6655"/>
                    <a:pt x="18485" y="7170"/>
                    <a:pt x="18609" y="7706"/>
                  </a:cubicBezTo>
                  <a:cubicBezTo>
                    <a:pt x="19146" y="9998"/>
                    <a:pt x="19126" y="12657"/>
                    <a:pt x="17859" y="14539"/>
                  </a:cubicBezTo>
                  <a:cubicBezTo>
                    <a:pt x="17488" y="15091"/>
                    <a:pt x="17048" y="15589"/>
                    <a:pt x="16561" y="16034"/>
                  </a:cubicBezTo>
                  <a:cubicBezTo>
                    <a:pt x="14536" y="13785"/>
                    <a:pt x="12490" y="11551"/>
                    <a:pt x="10414" y="9344"/>
                  </a:cubicBezTo>
                  <a:cubicBezTo>
                    <a:pt x="10871" y="8799"/>
                    <a:pt x="11318" y="8255"/>
                    <a:pt x="11770" y="7718"/>
                  </a:cubicBezTo>
                  <a:cubicBezTo>
                    <a:pt x="12771" y="8512"/>
                    <a:pt x="14069" y="8928"/>
                    <a:pt x="15358" y="8928"/>
                  </a:cubicBezTo>
                  <a:cubicBezTo>
                    <a:pt x="16473" y="8928"/>
                    <a:pt x="17581" y="8617"/>
                    <a:pt x="18485" y="7971"/>
                  </a:cubicBezTo>
                  <a:cubicBezTo>
                    <a:pt x="18584" y="7900"/>
                    <a:pt x="18613" y="7800"/>
                    <a:pt x="18599" y="7711"/>
                  </a:cubicBezTo>
                  <a:cubicBezTo>
                    <a:pt x="18577" y="7599"/>
                    <a:pt x="18483" y="7503"/>
                    <a:pt x="18360" y="7503"/>
                  </a:cubicBezTo>
                  <a:cubicBezTo>
                    <a:pt x="18320" y="7503"/>
                    <a:pt x="18277" y="7513"/>
                    <a:pt x="18232" y="7536"/>
                  </a:cubicBezTo>
                  <a:cubicBezTo>
                    <a:pt x="17267" y="8032"/>
                    <a:pt x="16199" y="8323"/>
                    <a:pt x="15152" y="8323"/>
                  </a:cubicBezTo>
                  <a:cubicBezTo>
                    <a:pt x="14073" y="8323"/>
                    <a:pt x="13017" y="8014"/>
                    <a:pt x="12123" y="7302"/>
                  </a:cubicBezTo>
                  <a:cubicBezTo>
                    <a:pt x="13346" y="5856"/>
                    <a:pt x="14617" y="4468"/>
                    <a:pt x="16158" y="3295"/>
                  </a:cubicBezTo>
                  <a:cubicBezTo>
                    <a:pt x="16183" y="3274"/>
                    <a:pt x="16200" y="3252"/>
                    <a:pt x="16219" y="3227"/>
                  </a:cubicBezTo>
                  <a:close/>
                  <a:moveTo>
                    <a:pt x="8119" y="11916"/>
                  </a:moveTo>
                  <a:cubicBezTo>
                    <a:pt x="10027" y="13457"/>
                    <a:pt x="10297" y="16136"/>
                    <a:pt x="9208" y="18285"/>
                  </a:cubicBezTo>
                  <a:cubicBezTo>
                    <a:pt x="9195" y="18314"/>
                    <a:pt x="9188" y="18342"/>
                    <a:pt x="9184" y="18371"/>
                  </a:cubicBezTo>
                  <a:cubicBezTo>
                    <a:pt x="7521" y="18054"/>
                    <a:pt x="5967" y="17488"/>
                    <a:pt x="4594" y="16295"/>
                  </a:cubicBezTo>
                  <a:cubicBezTo>
                    <a:pt x="4384" y="16115"/>
                    <a:pt x="4185" y="15923"/>
                    <a:pt x="3990" y="15723"/>
                  </a:cubicBezTo>
                  <a:cubicBezTo>
                    <a:pt x="5450" y="14556"/>
                    <a:pt x="6825" y="13272"/>
                    <a:pt x="8119" y="11916"/>
                  </a:cubicBezTo>
                  <a:close/>
                  <a:moveTo>
                    <a:pt x="10049" y="9777"/>
                  </a:moveTo>
                  <a:cubicBezTo>
                    <a:pt x="12094" y="11970"/>
                    <a:pt x="14133" y="14169"/>
                    <a:pt x="16158" y="16382"/>
                  </a:cubicBezTo>
                  <a:cubicBezTo>
                    <a:pt x="14855" y="17439"/>
                    <a:pt x="13268" y="18161"/>
                    <a:pt x="11671" y="18580"/>
                  </a:cubicBezTo>
                  <a:cubicBezTo>
                    <a:pt x="11604" y="18599"/>
                    <a:pt x="11558" y="18638"/>
                    <a:pt x="11529" y="18687"/>
                  </a:cubicBezTo>
                  <a:cubicBezTo>
                    <a:pt x="10924" y="18628"/>
                    <a:pt x="10326" y="18560"/>
                    <a:pt x="9742" y="18467"/>
                  </a:cubicBezTo>
                  <a:cubicBezTo>
                    <a:pt x="10931" y="16282"/>
                    <a:pt x="10639" y="13589"/>
                    <a:pt x="8804" y="11831"/>
                  </a:cubicBezTo>
                  <a:cubicBezTo>
                    <a:pt x="8697" y="11727"/>
                    <a:pt x="8583" y="11636"/>
                    <a:pt x="8473" y="11542"/>
                  </a:cubicBezTo>
                  <a:cubicBezTo>
                    <a:pt x="9013" y="10966"/>
                    <a:pt x="9539" y="10375"/>
                    <a:pt x="10049" y="9777"/>
                  </a:cubicBezTo>
                  <a:close/>
                  <a:moveTo>
                    <a:pt x="10184" y="1"/>
                  </a:moveTo>
                  <a:cubicBezTo>
                    <a:pt x="7792" y="1"/>
                    <a:pt x="5529" y="979"/>
                    <a:pt x="3815" y="2556"/>
                  </a:cubicBezTo>
                  <a:lnTo>
                    <a:pt x="3730" y="2469"/>
                  </a:lnTo>
                  <a:cubicBezTo>
                    <a:pt x="3692" y="2431"/>
                    <a:pt x="3650" y="2415"/>
                    <a:pt x="3609" y="2415"/>
                  </a:cubicBezTo>
                  <a:cubicBezTo>
                    <a:pt x="3475" y="2415"/>
                    <a:pt x="3359" y="2589"/>
                    <a:pt x="3476" y="2719"/>
                  </a:cubicBezTo>
                  <a:cubicBezTo>
                    <a:pt x="3505" y="2748"/>
                    <a:pt x="3531" y="2775"/>
                    <a:pt x="3558" y="2804"/>
                  </a:cubicBezTo>
                  <a:cubicBezTo>
                    <a:pt x="1203" y="5131"/>
                    <a:pt x="1" y="8622"/>
                    <a:pt x="1161" y="12198"/>
                  </a:cubicBezTo>
                  <a:cubicBezTo>
                    <a:pt x="2741" y="17080"/>
                    <a:pt x="7078" y="19054"/>
                    <a:pt x="11889" y="19197"/>
                  </a:cubicBezTo>
                  <a:cubicBezTo>
                    <a:pt x="11893" y="19197"/>
                    <a:pt x="11898" y="19197"/>
                    <a:pt x="11902" y="19197"/>
                  </a:cubicBezTo>
                  <a:cubicBezTo>
                    <a:pt x="12046" y="19197"/>
                    <a:pt x="12117" y="19087"/>
                    <a:pt x="12117" y="18973"/>
                  </a:cubicBezTo>
                  <a:cubicBezTo>
                    <a:pt x="15998" y="18072"/>
                    <a:pt x="19542" y="15076"/>
                    <a:pt x="19545" y="10875"/>
                  </a:cubicBezTo>
                  <a:cubicBezTo>
                    <a:pt x="19552" y="6544"/>
                    <a:pt x="17898" y="2552"/>
                    <a:pt x="13746" y="751"/>
                  </a:cubicBezTo>
                  <a:cubicBezTo>
                    <a:pt x="12561" y="236"/>
                    <a:pt x="11357" y="1"/>
                    <a:pt x="10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5"/>
            <p:cNvSpPr/>
            <p:nvPr/>
          </p:nvSpPr>
          <p:spPr>
            <a:xfrm>
              <a:off x="-2279400" y="909500"/>
              <a:ext cx="218325" cy="208200"/>
            </a:xfrm>
            <a:custGeom>
              <a:avLst/>
              <a:gdLst/>
              <a:ahLst/>
              <a:cxnLst/>
              <a:rect l="l" t="t" r="r" b="b"/>
              <a:pathLst>
                <a:path w="8733" h="8328" extrusionOk="0">
                  <a:moveTo>
                    <a:pt x="8195" y="0"/>
                  </a:moveTo>
                  <a:lnTo>
                    <a:pt x="8195" y="2"/>
                  </a:lnTo>
                  <a:lnTo>
                    <a:pt x="8185" y="5"/>
                  </a:lnTo>
                  <a:cubicBezTo>
                    <a:pt x="8199" y="94"/>
                    <a:pt x="8170" y="194"/>
                    <a:pt x="8071" y="265"/>
                  </a:cubicBezTo>
                  <a:cubicBezTo>
                    <a:pt x="7167" y="912"/>
                    <a:pt x="6060" y="1222"/>
                    <a:pt x="4945" y="1222"/>
                  </a:cubicBezTo>
                  <a:cubicBezTo>
                    <a:pt x="3655" y="1222"/>
                    <a:pt x="2357" y="806"/>
                    <a:pt x="1356" y="12"/>
                  </a:cubicBezTo>
                  <a:cubicBezTo>
                    <a:pt x="904" y="549"/>
                    <a:pt x="457" y="1094"/>
                    <a:pt x="0" y="1638"/>
                  </a:cubicBezTo>
                  <a:cubicBezTo>
                    <a:pt x="2076" y="3845"/>
                    <a:pt x="4122" y="6079"/>
                    <a:pt x="6147" y="8328"/>
                  </a:cubicBezTo>
                  <a:cubicBezTo>
                    <a:pt x="6634" y="7883"/>
                    <a:pt x="7074" y="7385"/>
                    <a:pt x="7445" y="6833"/>
                  </a:cubicBezTo>
                  <a:cubicBezTo>
                    <a:pt x="8712" y="4951"/>
                    <a:pt x="8732" y="2292"/>
                    <a:pt x="8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5"/>
            <p:cNvSpPr/>
            <p:nvPr/>
          </p:nvSpPr>
          <p:spPr>
            <a:xfrm>
              <a:off x="-2236675" y="797500"/>
              <a:ext cx="162175" cy="127425"/>
            </a:xfrm>
            <a:custGeom>
              <a:avLst/>
              <a:gdLst/>
              <a:ahLst/>
              <a:cxnLst/>
              <a:rect l="l" t="t" r="r" b="b"/>
              <a:pathLst>
                <a:path w="6487" h="5097" extrusionOk="0">
                  <a:moveTo>
                    <a:pt x="4096" y="1"/>
                  </a:moveTo>
                  <a:cubicBezTo>
                    <a:pt x="4077" y="26"/>
                    <a:pt x="4060" y="48"/>
                    <a:pt x="4035" y="69"/>
                  </a:cubicBezTo>
                  <a:cubicBezTo>
                    <a:pt x="2494" y="1242"/>
                    <a:pt x="1223" y="2630"/>
                    <a:pt x="0" y="4076"/>
                  </a:cubicBezTo>
                  <a:cubicBezTo>
                    <a:pt x="895" y="4788"/>
                    <a:pt x="1951" y="5097"/>
                    <a:pt x="3030" y="5097"/>
                  </a:cubicBezTo>
                  <a:cubicBezTo>
                    <a:pt x="4076" y="5097"/>
                    <a:pt x="5144" y="4806"/>
                    <a:pt x="6109" y="4310"/>
                  </a:cubicBezTo>
                  <a:cubicBezTo>
                    <a:pt x="6154" y="4287"/>
                    <a:pt x="6197" y="4277"/>
                    <a:pt x="6237" y="4277"/>
                  </a:cubicBezTo>
                  <a:cubicBezTo>
                    <a:pt x="6360" y="4277"/>
                    <a:pt x="6454" y="4373"/>
                    <a:pt x="6476" y="4485"/>
                  </a:cubicBezTo>
                  <a:lnTo>
                    <a:pt x="6486" y="4480"/>
                  </a:lnTo>
                  <a:cubicBezTo>
                    <a:pt x="6362" y="3944"/>
                    <a:pt x="6203" y="3427"/>
                    <a:pt x="6024" y="2948"/>
                  </a:cubicBezTo>
                  <a:cubicBezTo>
                    <a:pt x="5608" y="1830"/>
                    <a:pt x="4935" y="830"/>
                    <a:pt x="4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5"/>
            <p:cNvSpPr/>
            <p:nvPr/>
          </p:nvSpPr>
          <p:spPr>
            <a:xfrm>
              <a:off x="-2327950" y="961300"/>
              <a:ext cx="192150" cy="222750"/>
            </a:xfrm>
            <a:custGeom>
              <a:avLst/>
              <a:gdLst/>
              <a:ahLst/>
              <a:cxnLst/>
              <a:rect l="l" t="t" r="r" b="b"/>
              <a:pathLst>
                <a:path w="7686" h="8910" extrusionOk="0">
                  <a:moveTo>
                    <a:pt x="1577" y="1"/>
                  </a:moveTo>
                  <a:cubicBezTo>
                    <a:pt x="1067" y="599"/>
                    <a:pt x="541" y="1188"/>
                    <a:pt x="1" y="1766"/>
                  </a:cubicBezTo>
                  <a:cubicBezTo>
                    <a:pt x="111" y="1858"/>
                    <a:pt x="225" y="1949"/>
                    <a:pt x="332" y="2053"/>
                  </a:cubicBezTo>
                  <a:cubicBezTo>
                    <a:pt x="2167" y="3811"/>
                    <a:pt x="2459" y="6504"/>
                    <a:pt x="1271" y="8689"/>
                  </a:cubicBezTo>
                  <a:cubicBezTo>
                    <a:pt x="1854" y="8782"/>
                    <a:pt x="2452" y="8850"/>
                    <a:pt x="3057" y="8909"/>
                  </a:cubicBezTo>
                  <a:cubicBezTo>
                    <a:pt x="3086" y="8860"/>
                    <a:pt x="3132" y="8821"/>
                    <a:pt x="3199" y="8802"/>
                  </a:cubicBezTo>
                  <a:cubicBezTo>
                    <a:pt x="4796" y="8383"/>
                    <a:pt x="6383" y="7661"/>
                    <a:pt x="7686" y="6604"/>
                  </a:cubicBezTo>
                  <a:cubicBezTo>
                    <a:pt x="5661" y="4391"/>
                    <a:pt x="3622" y="2192"/>
                    <a:pt x="15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5"/>
            <p:cNvSpPr/>
            <p:nvPr/>
          </p:nvSpPr>
          <p:spPr>
            <a:xfrm>
              <a:off x="-2291200" y="734100"/>
              <a:ext cx="147600" cy="155975"/>
            </a:xfrm>
            <a:custGeom>
              <a:avLst/>
              <a:gdLst/>
              <a:ahLst/>
              <a:cxnLst/>
              <a:rect l="l" t="t" r="r" b="b"/>
              <a:pathLst>
                <a:path w="5904" h="6239" extrusionOk="0">
                  <a:moveTo>
                    <a:pt x="1157" y="0"/>
                  </a:moveTo>
                  <a:lnTo>
                    <a:pt x="1157" y="0"/>
                  </a:lnTo>
                  <a:cubicBezTo>
                    <a:pt x="170" y="2029"/>
                    <a:pt x="0" y="4376"/>
                    <a:pt x="1675" y="6153"/>
                  </a:cubicBezTo>
                  <a:cubicBezTo>
                    <a:pt x="1704" y="6181"/>
                    <a:pt x="1736" y="6209"/>
                    <a:pt x="1769" y="6238"/>
                  </a:cubicBezTo>
                  <a:cubicBezTo>
                    <a:pt x="2995" y="4737"/>
                    <a:pt x="4284" y="3284"/>
                    <a:pt x="5903" y="2188"/>
                  </a:cubicBezTo>
                  <a:cubicBezTo>
                    <a:pt x="4580" y="1021"/>
                    <a:pt x="2903" y="242"/>
                    <a:pt x="1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5"/>
            <p:cNvSpPr/>
            <p:nvPr/>
          </p:nvSpPr>
          <p:spPr>
            <a:xfrm>
              <a:off x="-2434000" y="732175"/>
              <a:ext cx="178325" cy="208850"/>
            </a:xfrm>
            <a:custGeom>
              <a:avLst/>
              <a:gdLst/>
              <a:ahLst/>
              <a:cxnLst/>
              <a:rect l="l" t="t" r="r" b="b"/>
              <a:pathLst>
                <a:path w="7133" h="8354" extrusionOk="0">
                  <a:moveTo>
                    <a:pt x="5701" y="0"/>
                  </a:moveTo>
                  <a:cubicBezTo>
                    <a:pt x="4952" y="0"/>
                    <a:pt x="4202" y="102"/>
                    <a:pt x="3473" y="322"/>
                  </a:cubicBezTo>
                  <a:cubicBezTo>
                    <a:pt x="2160" y="718"/>
                    <a:pt x="979" y="1433"/>
                    <a:pt x="1" y="2362"/>
                  </a:cubicBezTo>
                  <a:cubicBezTo>
                    <a:pt x="1971" y="4326"/>
                    <a:pt x="3915" y="6325"/>
                    <a:pt x="5829" y="8354"/>
                  </a:cubicBezTo>
                  <a:cubicBezTo>
                    <a:pt x="5855" y="8325"/>
                    <a:pt x="5879" y="8293"/>
                    <a:pt x="5904" y="8264"/>
                  </a:cubicBezTo>
                  <a:cubicBezTo>
                    <a:pt x="6317" y="7759"/>
                    <a:pt x="6723" y="7251"/>
                    <a:pt x="7132" y="6742"/>
                  </a:cubicBezTo>
                  <a:cubicBezTo>
                    <a:pt x="7042" y="6653"/>
                    <a:pt x="6954" y="6567"/>
                    <a:pt x="6872" y="6472"/>
                  </a:cubicBezTo>
                  <a:cubicBezTo>
                    <a:pt x="5413" y="4781"/>
                    <a:pt x="5050" y="1859"/>
                    <a:pt x="6460" y="35"/>
                  </a:cubicBezTo>
                  <a:cubicBezTo>
                    <a:pt x="6207" y="12"/>
                    <a:pt x="5954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5"/>
            <p:cNvSpPr/>
            <p:nvPr/>
          </p:nvSpPr>
          <p:spPr>
            <a:xfrm>
              <a:off x="-2440025" y="1014725"/>
              <a:ext cx="157725" cy="161425"/>
            </a:xfrm>
            <a:custGeom>
              <a:avLst/>
              <a:gdLst/>
              <a:ahLst/>
              <a:cxnLst/>
              <a:rect l="l" t="t" r="r" b="b"/>
              <a:pathLst>
                <a:path w="6309" h="6457" extrusionOk="0">
                  <a:moveTo>
                    <a:pt x="4130" y="1"/>
                  </a:moveTo>
                  <a:cubicBezTo>
                    <a:pt x="2836" y="1357"/>
                    <a:pt x="1461" y="2641"/>
                    <a:pt x="1" y="3808"/>
                  </a:cubicBezTo>
                  <a:cubicBezTo>
                    <a:pt x="196" y="4008"/>
                    <a:pt x="395" y="4200"/>
                    <a:pt x="605" y="4382"/>
                  </a:cubicBezTo>
                  <a:cubicBezTo>
                    <a:pt x="1978" y="5573"/>
                    <a:pt x="3534" y="6139"/>
                    <a:pt x="5195" y="6456"/>
                  </a:cubicBezTo>
                  <a:cubicBezTo>
                    <a:pt x="5199" y="6427"/>
                    <a:pt x="5206" y="6399"/>
                    <a:pt x="5219" y="6371"/>
                  </a:cubicBezTo>
                  <a:cubicBezTo>
                    <a:pt x="6308" y="4221"/>
                    <a:pt x="6038" y="1542"/>
                    <a:pt x="41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-2515100" y="797800"/>
              <a:ext cx="217750" cy="200050"/>
            </a:xfrm>
            <a:custGeom>
              <a:avLst/>
              <a:gdLst/>
              <a:ahLst/>
              <a:cxnLst/>
              <a:rect l="l" t="t" r="r" b="b"/>
              <a:pathLst>
                <a:path w="8710" h="8002" extrusionOk="0">
                  <a:moveTo>
                    <a:pt x="2975" y="0"/>
                  </a:moveTo>
                  <a:cubicBezTo>
                    <a:pt x="1047" y="1983"/>
                    <a:pt x="0" y="4818"/>
                    <a:pt x="472" y="7598"/>
                  </a:cubicBezTo>
                  <a:cubicBezTo>
                    <a:pt x="1519" y="7287"/>
                    <a:pt x="2627" y="7073"/>
                    <a:pt x="3710" y="7073"/>
                  </a:cubicBezTo>
                  <a:cubicBezTo>
                    <a:pt x="4900" y="7073"/>
                    <a:pt x="6060" y="7331"/>
                    <a:pt x="7074" y="8002"/>
                  </a:cubicBezTo>
                  <a:cubicBezTo>
                    <a:pt x="7633" y="7400"/>
                    <a:pt x="8180" y="6789"/>
                    <a:pt x="8710" y="6159"/>
                  </a:cubicBezTo>
                  <a:cubicBezTo>
                    <a:pt x="6800" y="4106"/>
                    <a:pt x="4886" y="2056"/>
                    <a:pt x="29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-2501525" y="985650"/>
              <a:ext cx="154375" cy="118425"/>
            </a:xfrm>
            <a:custGeom>
              <a:avLst/>
              <a:gdLst/>
              <a:ahLst/>
              <a:cxnLst/>
              <a:rect l="l" t="t" r="r" b="b"/>
              <a:pathLst>
                <a:path w="6175" h="4737" extrusionOk="0">
                  <a:moveTo>
                    <a:pt x="3004" y="0"/>
                  </a:moveTo>
                  <a:cubicBezTo>
                    <a:pt x="1997" y="0"/>
                    <a:pt x="974" y="190"/>
                    <a:pt x="1" y="442"/>
                  </a:cubicBezTo>
                  <a:cubicBezTo>
                    <a:pt x="351" y="2041"/>
                    <a:pt x="1147" y="3527"/>
                    <a:pt x="2250" y="4737"/>
                  </a:cubicBezTo>
                  <a:cubicBezTo>
                    <a:pt x="3602" y="3481"/>
                    <a:pt x="4915" y="2200"/>
                    <a:pt x="6174" y="862"/>
                  </a:cubicBezTo>
                  <a:cubicBezTo>
                    <a:pt x="6154" y="851"/>
                    <a:pt x="6140" y="838"/>
                    <a:pt x="6118" y="822"/>
                  </a:cubicBezTo>
                  <a:cubicBezTo>
                    <a:pt x="5155" y="221"/>
                    <a:pt x="4089" y="0"/>
                    <a:pt x="3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0" name="Google Shape;1770;p45"/>
          <p:cNvSpPr/>
          <p:nvPr/>
        </p:nvSpPr>
        <p:spPr>
          <a:xfrm rot="9196425">
            <a:off x="8263528" y="9842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5"/>
          <p:cNvSpPr/>
          <p:nvPr/>
        </p:nvSpPr>
        <p:spPr>
          <a:xfrm>
            <a:off x="1686406" y="14118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45"/>
          <p:cNvSpPr/>
          <p:nvPr/>
        </p:nvSpPr>
        <p:spPr>
          <a:xfrm>
            <a:off x="213156" y="30693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3" name="Google Shape;1773;p45"/>
          <p:cNvSpPr/>
          <p:nvPr/>
        </p:nvSpPr>
        <p:spPr>
          <a:xfrm>
            <a:off x="8157156" y="47292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4" name="Google Shape;1774;p45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75" name="Google Shape;1775;p45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76" name="Google Shape;1776;p45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77" name="Google Shape;1777;p45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78" name="Google Shape;1778;p45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79" name="Google Shape;1779;p45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0" name="Google Shape;1780;p45">
            <a:hlinkClick r:id="rId9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1" name="Google Shape;1781;p45">
            <a:hlinkClick r:id="rId10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2" name="Google Shape;1782;p45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3" name="Google Shape;1783;p45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4" name="Google Shape;1784;p45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785" name="Google Shape;1785;p45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46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Planea tu día</a:t>
            </a:r>
            <a:endParaRPr/>
          </a:p>
        </p:txBody>
      </p:sp>
      <p:graphicFrame>
        <p:nvGraphicFramePr>
          <p:cNvPr id="1791" name="Google Shape;1791;p46"/>
          <p:cNvGraphicFramePr/>
          <p:nvPr/>
        </p:nvGraphicFramePr>
        <p:xfrm>
          <a:off x="720000" y="1540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Horario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08:00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10:00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12:00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15:00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17:00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18:00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20:00</a:t>
                      </a:r>
                      <a:endParaRPr sz="13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92" name="Google Shape;1792;p46"/>
          <p:cNvGraphicFramePr/>
          <p:nvPr/>
        </p:nvGraphicFramePr>
        <p:xfrm>
          <a:off x="4645350" y="1540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377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Prioridades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50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93" name="Google Shape;1793;p46"/>
          <p:cNvGraphicFramePr/>
          <p:nvPr/>
        </p:nvGraphicFramePr>
        <p:xfrm>
          <a:off x="5042550" y="3175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75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Cosas que hacer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94" name="Google Shape;1794;p46"/>
          <p:cNvSpPr/>
          <p:nvPr/>
        </p:nvSpPr>
        <p:spPr>
          <a:xfrm>
            <a:off x="4645350" y="3449606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46"/>
          <p:cNvSpPr/>
          <p:nvPr/>
        </p:nvSpPr>
        <p:spPr>
          <a:xfrm>
            <a:off x="4645350" y="3716354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6" name="Google Shape;1796;p46"/>
          <p:cNvSpPr/>
          <p:nvPr/>
        </p:nvSpPr>
        <p:spPr>
          <a:xfrm>
            <a:off x="4645350" y="3983102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7" name="Google Shape;1797;p46"/>
          <p:cNvSpPr/>
          <p:nvPr/>
        </p:nvSpPr>
        <p:spPr>
          <a:xfrm>
            <a:off x="4645350" y="4249850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8" name="Google Shape;1798;p46"/>
          <p:cNvGrpSpPr/>
          <p:nvPr/>
        </p:nvGrpSpPr>
        <p:grpSpPr>
          <a:xfrm>
            <a:off x="4576628" y="3365023"/>
            <a:ext cx="347728" cy="256539"/>
            <a:chOff x="5223609" y="3731112"/>
            <a:chExt cx="371782" cy="274285"/>
          </a:xfrm>
        </p:grpSpPr>
        <p:sp>
          <p:nvSpPr>
            <p:cNvPr id="1799" name="Google Shape;1799;p46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6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1" name="Google Shape;1801;p46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2" name="Google Shape;1802;p46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3" name="Google Shape;1803;p46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4" name="Google Shape;1804;p46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5" name="Google Shape;1805;p46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6" name="Google Shape;1806;p46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7" name="Google Shape;1807;p46">
            <a:hlinkClick r:id="rId9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8" name="Google Shape;1808;p46">
            <a:hlinkClick r:id="rId10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09" name="Google Shape;1809;p46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10" name="Google Shape;1810;p46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11" name="Google Shape;1811;p46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12" name="Google Shape;1812;p46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47"/>
          <p:cNvSpPr txBox="1">
            <a:spLocks noGrp="1"/>
          </p:cNvSpPr>
          <p:nvPr>
            <p:ph type="title" idx="15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Anotaciones del mes</a:t>
            </a:r>
            <a:endParaRPr/>
          </a:p>
        </p:txBody>
      </p:sp>
      <p:sp>
        <p:nvSpPr>
          <p:cNvPr id="1818" name="Google Shape;1818;p47"/>
          <p:cNvSpPr txBox="1">
            <a:spLocks noGrp="1"/>
          </p:cNvSpPr>
          <p:nvPr>
            <p:ph type="title" idx="4"/>
          </p:nvPr>
        </p:nvSpPr>
        <p:spPr>
          <a:xfrm>
            <a:off x="719950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Júpiter</a:t>
            </a:r>
            <a:endParaRPr/>
          </a:p>
        </p:txBody>
      </p:sp>
      <p:sp>
        <p:nvSpPr>
          <p:cNvPr id="1819" name="Google Shape;1819;p47"/>
          <p:cNvSpPr txBox="1">
            <a:spLocks noGrp="1"/>
          </p:cNvSpPr>
          <p:nvPr>
            <p:ph type="subTitle" idx="5"/>
          </p:nvPr>
        </p:nvSpPr>
        <p:spPr>
          <a:xfrm>
            <a:off x="719950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el planeta más grande del </a:t>
            </a:r>
            <a:r>
              <a:rPr lang="es">
                <a:highlight>
                  <a:schemeClr val="lt1"/>
                </a:highlight>
              </a:rPr>
              <a:t>sistema solar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20" name="Google Shape;1820;p47"/>
          <p:cNvSpPr txBox="1">
            <a:spLocks noGrp="1"/>
          </p:cNvSpPr>
          <p:nvPr>
            <p:ph type="title" idx="6"/>
          </p:nvPr>
        </p:nvSpPr>
        <p:spPr>
          <a:xfrm>
            <a:off x="3307661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Saturno</a:t>
            </a:r>
            <a:endParaRPr/>
          </a:p>
        </p:txBody>
      </p:sp>
      <p:sp>
        <p:nvSpPr>
          <p:cNvPr id="1821" name="Google Shape;1821;p47"/>
          <p:cNvSpPr txBox="1">
            <a:spLocks noGrp="1"/>
          </p:cNvSpPr>
          <p:nvPr>
            <p:ph type="subTitle" idx="9"/>
          </p:nvPr>
        </p:nvSpPr>
        <p:spPr>
          <a:xfrm>
            <a:off x="5895340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pesar de ser rojo, Marte es </a:t>
            </a:r>
            <a:r>
              <a:rPr lang="es">
                <a:highlight>
                  <a:schemeClr val="lt1"/>
                </a:highlight>
              </a:rPr>
              <a:t>muy frío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22" name="Google Shape;1822;p47"/>
          <p:cNvSpPr txBox="1">
            <a:spLocks noGrp="1"/>
          </p:cNvSpPr>
          <p:nvPr>
            <p:ph type="title" idx="13"/>
          </p:nvPr>
        </p:nvSpPr>
        <p:spPr>
          <a:xfrm>
            <a:off x="5895340" y="338377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Neptuno</a:t>
            </a:r>
            <a:endParaRPr/>
          </a:p>
        </p:txBody>
      </p:sp>
      <p:sp>
        <p:nvSpPr>
          <p:cNvPr id="1823" name="Google Shape;1823;p47"/>
          <p:cNvSpPr txBox="1">
            <a:spLocks noGrp="1"/>
          </p:cNvSpPr>
          <p:nvPr>
            <p:ph type="title"/>
          </p:nvPr>
        </p:nvSpPr>
        <p:spPr>
          <a:xfrm>
            <a:off x="719950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Mercurio</a:t>
            </a:r>
            <a:endParaRPr/>
          </a:p>
        </p:txBody>
      </p:sp>
      <p:sp>
        <p:nvSpPr>
          <p:cNvPr id="1824" name="Google Shape;1824;p47"/>
          <p:cNvSpPr txBox="1">
            <a:spLocks noGrp="1"/>
          </p:cNvSpPr>
          <p:nvPr>
            <p:ph type="subTitle" idx="1"/>
          </p:nvPr>
        </p:nvSpPr>
        <p:spPr>
          <a:xfrm>
            <a:off x="719950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Mercurio es el planeta </a:t>
            </a:r>
            <a:r>
              <a:rPr lang="es">
                <a:highlight>
                  <a:schemeClr val="dk2"/>
                </a:highlight>
              </a:rPr>
              <a:t>más cercano</a:t>
            </a:r>
            <a:r>
              <a:rPr lang="es"/>
              <a:t> al Sol </a:t>
            </a:r>
            <a:endParaRPr/>
          </a:p>
        </p:txBody>
      </p:sp>
      <p:sp>
        <p:nvSpPr>
          <p:cNvPr id="1825" name="Google Shape;1825;p47"/>
          <p:cNvSpPr txBox="1">
            <a:spLocks noGrp="1"/>
          </p:cNvSpPr>
          <p:nvPr>
            <p:ph type="title" idx="2"/>
          </p:nvPr>
        </p:nvSpPr>
        <p:spPr>
          <a:xfrm>
            <a:off x="3307661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Venus</a:t>
            </a:r>
            <a:endParaRPr/>
          </a:p>
        </p:txBody>
      </p:sp>
      <p:sp>
        <p:nvSpPr>
          <p:cNvPr id="1826" name="Google Shape;1826;p47"/>
          <p:cNvSpPr txBox="1">
            <a:spLocks noGrp="1"/>
          </p:cNvSpPr>
          <p:nvPr>
            <p:ph type="subTitle" idx="3"/>
          </p:nvPr>
        </p:nvSpPr>
        <p:spPr>
          <a:xfrm>
            <a:off x="3307661" y="223632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el </a:t>
            </a:r>
            <a:r>
              <a:rPr lang="es">
                <a:highlight>
                  <a:schemeClr val="accent1"/>
                </a:highlight>
              </a:rPr>
              <a:t>segundo planeta</a:t>
            </a:r>
            <a:r>
              <a:rPr lang="es"/>
              <a:t> más cercano al Sol</a:t>
            </a:r>
            <a:endParaRPr/>
          </a:p>
        </p:txBody>
      </p:sp>
      <p:sp>
        <p:nvSpPr>
          <p:cNvPr id="1827" name="Google Shape;1827;p47"/>
          <p:cNvSpPr txBox="1">
            <a:spLocks noGrp="1"/>
          </p:cNvSpPr>
          <p:nvPr>
            <p:ph type="title" idx="8"/>
          </p:nvPr>
        </p:nvSpPr>
        <p:spPr>
          <a:xfrm>
            <a:off x="5895340" y="1855325"/>
            <a:ext cx="25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Marte</a:t>
            </a:r>
            <a:endParaRPr/>
          </a:p>
        </p:txBody>
      </p:sp>
      <p:sp>
        <p:nvSpPr>
          <p:cNvPr id="1828" name="Google Shape;1828;p47"/>
          <p:cNvSpPr txBox="1">
            <a:spLocks noGrp="1"/>
          </p:cNvSpPr>
          <p:nvPr>
            <p:ph type="subTitle" idx="7"/>
          </p:nvPr>
        </p:nvSpPr>
        <p:spPr>
          <a:xfrm>
            <a:off x="3307661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Está compuesto por </a:t>
            </a:r>
            <a:r>
              <a:rPr lang="es">
                <a:highlight>
                  <a:schemeClr val="dk2"/>
                </a:highlight>
              </a:rPr>
              <a:t>hidrógeno</a:t>
            </a:r>
            <a:r>
              <a:rPr lang="es"/>
              <a:t> y helio</a:t>
            </a:r>
            <a:endParaRPr/>
          </a:p>
        </p:txBody>
      </p:sp>
      <p:sp>
        <p:nvSpPr>
          <p:cNvPr id="1829" name="Google Shape;1829;p47"/>
          <p:cNvSpPr txBox="1">
            <a:spLocks noGrp="1"/>
          </p:cNvSpPr>
          <p:nvPr>
            <p:ph type="subTitle" idx="14"/>
          </p:nvPr>
        </p:nvSpPr>
        <p:spPr>
          <a:xfrm>
            <a:off x="5895340" y="3764775"/>
            <a:ext cx="2528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el planeta </a:t>
            </a:r>
            <a:r>
              <a:rPr lang="es">
                <a:highlight>
                  <a:schemeClr val="accent1"/>
                </a:highlight>
              </a:rPr>
              <a:t>más lejano </a:t>
            </a:r>
            <a:r>
              <a:rPr lang="es"/>
              <a:t>de todos al Sol</a:t>
            </a:r>
            <a:endParaRPr/>
          </a:p>
        </p:txBody>
      </p:sp>
      <p:grpSp>
        <p:nvGrpSpPr>
          <p:cNvPr id="1830" name="Google Shape;1830;p47"/>
          <p:cNvGrpSpPr/>
          <p:nvPr/>
        </p:nvGrpSpPr>
        <p:grpSpPr>
          <a:xfrm>
            <a:off x="3138875" y="4427413"/>
            <a:ext cx="446975" cy="455625"/>
            <a:chOff x="-980375" y="1066250"/>
            <a:chExt cx="446975" cy="455625"/>
          </a:xfrm>
        </p:grpSpPr>
        <p:sp>
          <p:nvSpPr>
            <p:cNvPr id="1831" name="Google Shape;1831;p47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7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7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7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7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7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7" name="Google Shape;1837;p47"/>
          <p:cNvGrpSpPr/>
          <p:nvPr/>
        </p:nvGrpSpPr>
        <p:grpSpPr>
          <a:xfrm>
            <a:off x="8082775" y="1388063"/>
            <a:ext cx="472725" cy="433300"/>
            <a:chOff x="1149725" y="1443925"/>
            <a:chExt cx="472725" cy="433300"/>
          </a:xfrm>
        </p:grpSpPr>
        <p:sp>
          <p:nvSpPr>
            <p:cNvPr id="1838" name="Google Shape;1838;p47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7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7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7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7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3" name="Google Shape;1843;p47"/>
          <p:cNvSpPr/>
          <p:nvPr/>
        </p:nvSpPr>
        <p:spPr>
          <a:xfrm>
            <a:off x="5815131" y="15069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47"/>
          <p:cNvSpPr/>
          <p:nvPr/>
        </p:nvSpPr>
        <p:spPr>
          <a:xfrm rot="9196425">
            <a:off x="1000290" y="1356125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47"/>
          <p:cNvSpPr/>
          <p:nvPr/>
        </p:nvSpPr>
        <p:spPr>
          <a:xfrm rot="9196425">
            <a:off x="7167603" y="47694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47"/>
          <p:cNvSpPr/>
          <p:nvPr/>
        </p:nvSpPr>
        <p:spPr>
          <a:xfrm rot="9196425">
            <a:off x="8260128" y="28609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7"/>
          <p:cNvSpPr/>
          <p:nvPr/>
        </p:nvSpPr>
        <p:spPr>
          <a:xfrm>
            <a:off x="3177356" y="172192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47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49" name="Google Shape;1849;p47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0" name="Google Shape;1850;p47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1" name="Google Shape;1851;p47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2" name="Google Shape;1852;p47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3" name="Google Shape;1853;p47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4" name="Google Shape;1854;p47">
            <a:hlinkClick r:id="rId9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5" name="Google Shape;1855;p47">
            <a:hlinkClick r:id="rId10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6" name="Google Shape;1856;p47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7" name="Google Shape;1857;p47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8" name="Google Shape;1858;p47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59" name="Google Shape;1859;p47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48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Planea tu semana</a:t>
            </a:r>
            <a:endParaRPr/>
          </a:p>
        </p:txBody>
      </p:sp>
      <p:graphicFrame>
        <p:nvGraphicFramePr>
          <p:cNvPr id="1865" name="Google Shape;1865;p48"/>
          <p:cNvGraphicFramePr/>
          <p:nvPr/>
        </p:nvGraphicFramePr>
        <p:xfrm>
          <a:off x="720000" y="160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54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Lunes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Martes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Miércoles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Jueves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Viernes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Júpiter es un gigante gaseoso y el planeta más grande del sistema solar. Es el cuarto objeto más brillante del cielo nocturno. Lleva el nombre del dios romano de los cielos y los relámpagos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66" name="Google Shape;1866;p48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67" name="Google Shape;1867;p48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68" name="Google Shape;1868;p48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69" name="Google Shape;1869;p48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0" name="Google Shape;1870;p48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1" name="Google Shape;1871;p48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2" name="Google Shape;1872;p48">
            <a:hlinkClick r:id="rId9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3" name="Google Shape;1873;p48">
            <a:hlinkClick r:id="rId10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4" name="Google Shape;1874;p48">
            <a:hlinkClick r:id="rId11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5" name="Google Shape;1875;p48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6" name="Google Shape;1876;p48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877" name="Google Shape;1877;p48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49"/>
          <p:cNvSpPr txBox="1">
            <a:spLocks noGrp="1"/>
          </p:cNvSpPr>
          <p:nvPr>
            <p:ph type="title" idx="8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estudiar</a:t>
            </a:r>
            <a:endParaRPr/>
          </a:p>
        </p:txBody>
      </p:sp>
      <p:sp>
        <p:nvSpPr>
          <p:cNvPr id="1883" name="Google Shape;1883;p49"/>
          <p:cNvSpPr txBox="1">
            <a:spLocks noGrp="1"/>
          </p:cNvSpPr>
          <p:nvPr>
            <p:ph type="title"/>
          </p:nvPr>
        </p:nvSpPr>
        <p:spPr>
          <a:xfrm>
            <a:off x="1041899" y="2032888"/>
            <a:ext cx="31206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Comida</a:t>
            </a:r>
            <a:endParaRPr/>
          </a:p>
        </p:txBody>
      </p:sp>
      <p:sp>
        <p:nvSpPr>
          <p:cNvPr id="1884" name="Google Shape;1884;p49"/>
          <p:cNvSpPr txBox="1">
            <a:spLocks noGrp="1"/>
          </p:cNvSpPr>
          <p:nvPr>
            <p:ph type="subTitle" idx="1"/>
          </p:nvPr>
        </p:nvSpPr>
        <p:spPr>
          <a:xfrm>
            <a:off x="1041899" y="2389888"/>
            <a:ext cx="31206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Mercurio es el planeta más cercano al Sol </a:t>
            </a:r>
            <a:endParaRPr/>
          </a:p>
        </p:txBody>
      </p:sp>
      <p:sp>
        <p:nvSpPr>
          <p:cNvPr id="1885" name="Google Shape;1885;p49"/>
          <p:cNvSpPr txBox="1">
            <a:spLocks noGrp="1"/>
          </p:cNvSpPr>
          <p:nvPr>
            <p:ph type="title" idx="2"/>
          </p:nvPr>
        </p:nvSpPr>
        <p:spPr>
          <a:xfrm>
            <a:off x="4943701" y="2032888"/>
            <a:ext cx="31584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Investigación</a:t>
            </a:r>
            <a:endParaRPr/>
          </a:p>
        </p:txBody>
      </p:sp>
      <p:sp>
        <p:nvSpPr>
          <p:cNvPr id="1886" name="Google Shape;1886;p49"/>
          <p:cNvSpPr txBox="1">
            <a:spLocks noGrp="1"/>
          </p:cNvSpPr>
          <p:nvPr>
            <p:ph type="subTitle" idx="3"/>
          </p:nvPr>
        </p:nvSpPr>
        <p:spPr>
          <a:xfrm>
            <a:off x="4943701" y="2389888"/>
            <a:ext cx="31584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Tierra es el tercer planeta más cercano al Sol</a:t>
            </a:r>
            <a:endParaRPr/>
          </a:p>
        </p:txBody>
      </p:sp>
      <p:sp>
        <p:nvSpPr>
          <p:cNvPr id="1887" name="Google Shape;1887;p49"/>
          <p:cNvSpPr txBox="1">
            <a:spLocks noGrp="1"/>
          </p:cNvSpPr>
          <p:nvPr>
            <p:ph type="title" idx="4"/>
          </p:nvPr>
        </p:nvSpPr>
        <p:spPr>
          <a:xfrm>
            <a:off x="1041899" y="3793877"/>
            <a:ext cx="31206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Materiales</a:t>
            </a:r>
            <a:endParaRPr/>
          </a:p>
        </p:txBody>
      </p:sp>
      <p:sp>
        <p:nvSpPr>
          <p:cNvPr id="1888" name="Google Shape;1888;p49"/>
          <p:cNvSpPr txBox="1">
            <a:spLocks noGrp="1"/>
          </p:cNvSpPr>
          <p:nvPr>
            <p:ph type="subTitle" idx="5"/>
          </p:nvPr>
        </p:nvSpPr>
        <p:spPr>
          <a:xfrm>
            <a:off x="1041899" y="4150874"/>
            <a:ext cx="31206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Venus tiene un nombre precioso y es caliente</a:t>
            </a:r>
            <a:endParaRPr/>
          </a:p>
        </p:txBody>
      </p:sp>
      <p:sp>
        <p:nvSpPr>
          <p:cNvPr id="1889" name="Google Shape;1889;p49"/>
          <p:cNvSpPr txBox="1">
            <a:spLocks noGrp="1"/>
          </p:cNvSpPr>
          <p:nvPr>
            <p:ph type="title" idx="6"/>
          </p:nvPr>
        </p:nvSpPr>
        <p:spPr>
          <a:xfrm>
            <a:off x="4943701" y="3793878"/>
            <a:ext cx="3158400" cy="4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Apuntes</a:t>
            </a:r>
            <a:endParaRPr/>
          </a:p>
        </p:txBody>
      </p:sp>
      <p:sp>
        <p:nvSpPr>
          <p:cNvPr id="1890" name="Google Shape;1890;p49"/>
          <p:cNvSpPr txBox="1">
            <a:spLocks noGrp="1"/>
          </p:cNvSpPr>
          <p:nvPr>
            <p:ph type="subTitle" idx="7"/>
          </p:nvPr>
        </p:nvSpPr>
        <p:spPr>
          <a:xfrm>
            <a:off x="4943701" y="4150875"/>
            <a:ext cx="31584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pesar de ser rojo, Marte es en realidad un lugar frío</a:t>
            </a:r>
            <a:endParaRPr/>
          </a:p>
        </p:txBody>
      </p:sp>
      <p:grpSp>
        <p:nvGrpSpPr>
          <p:cNvPr id="1891" name="Google Shape;1891;p49"/>
          <p:cNvGrpSpPr/>
          <p:nvPr/>
        </p:nvGrpSpPr>
        <p:grpSpPr>
          <a:xfrm rot="-5400000">
            <a:off x="2402124" y="3156129"/>
            <a:ext cx="400150" cy="590325"/>
            <a:chOff x="-3685000" y="236025"/>
            <a:chExt cx="400150" cy="590325"/>
          </a:xfrm>
        </p:grpSpPr>
        <p:sp>
          <p:nvSpPr>
            <p:cNvPr id="1892" name="Google Shape;1892;p49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9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8" name="Google Shape;1898;p49"/>
          <p:cNvGrpSpPr/>
          <p:nvPr/>
        </p:nvGrpSpPr>
        <p:grpSpPr>
          <a:xfrm>
            <a:off x="6218051" y="3127438"/>
            <a:ext cx="609700" cy="647700"/>
            <a:chOff x="-765675" y="35575"/>
            <a:chExt cx="609700" cy="647700"/>
          </a:xfrm>
        </p:grpSpPr>
        <p:sp>
          <p:nvSpPr>
            <p:cNvPr id="1899" name="Google Shape;1899;p49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9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9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9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9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9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9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9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9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9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9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9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9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9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9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4" name="Google Shape;1914;p49"/>
          <p:cNvGrpSpPr/>
          <p:nvPr/>
        </p:nvGrpSpPr>
        <p:grpSpPr>
          <a:xfrm>
            <a:off x="6193814" y="1506900"/>
            <a:ext cx="658174" cy="410319"/>
            <a:chOff x="-1725525" y="2389300"/>
            <a:chExt cx="658174" cy="410319"/>
          </a:xfrm>
        </p:grpSpPr>
        <p:sp>
          <p:nvSpPr>
            <p:cNvPr id="1915" name="Google Shape;1915;p49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9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9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9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9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0" name="Google Shape;1920;p49"/>
          <p:cNvGrpSpPr/>
          <p:nvPr/>
        </p:nvGrpSpPr>
        <p:grpSpPr>
          <a:xfrm>
            <a:off x="2365836" y="1495413"/>
            <a:ext cx="472725" cy="433300"/>
            <a:chOff x="1149725" y="1443925"/>
            <a:chExt cx="472725" cy="433300"/>
          </a:xfrm>
        </p:grpSpPr>
        <p:sp>
          <p:nvSpPr>
            <p:cNvPr id="1921" name="Google Shape;1921;p49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9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9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9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9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49"/>
          <p:cNvGrpSpPr/>
          <p:nvPr/>
        </p:nvGrpSpPr>
        <p:grpSpPr>
          <a:xfrm>
            <a:off x="1273750" y="945550"/>
            <a:ext cx="446975" cy="455625"/>
            <a:chOff x="-980375" y="1066250"/>
            <a:chExt cx="446975" cy="455625"/>
          </a:xfrm>
        </p:grpSpPr>
        <p:sp>
          <p:nvSpPr>
            <p:cNvPr id="1927" name="Google Shape;1927;p49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9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9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9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9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9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3" name="Google Shape;1933;p49"/>
          <p:cNvGrpSpPr/>
          <p:nvPr/>
        </p:nvGrpSpPr>
        <p:grpSpPr>
          <a:xfrm>
            <a:off x="4297950" y="4325963"/>
            <a:ext cx="296850" cy="390925"/>
            <a:chOff x="-2421200" y="-205225"/>
            <a:chExt cx="296850" cy="390925"/>
          </a:xfrm>
        </p:grpSpPr>
        <p:sp>
          <p:nvSpPr>
            <p:cNvPr id="1934" name="Google Shape;1934;p49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9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9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9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9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9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9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9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9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9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4" name="Google Shape;1944;p49"/>
          <p:cNvSpPr/>
          <p:nvPr/>
        </p:nvSpPr>
        <p:spPr>
          <a:xfrm rot="9196425">
            <a:off x="7767353" y="10692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5" name="Google Shape;1945;p49"/>
          <p:cNvSpPr/>
          <p:nvPr/>
        </p:nvSpPr>
        <p:spPr>
          <a:xfrm>
            <a:off x="796643" y="23898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6" name="Google Shape;1946;p49"/>
          <p:cNvSpPr/>
          <p:nvPr/>
        </p:nvSpPr>
        <p:spPr>
          <a:xfrm rot="9196425">
            <a:off x="910153" y="32282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7" name="Google Shape;1947;p49"/>
          <p:cNvSpPr/>
          <p:nvPr/>
        </p:nvSpPr>
        <p:spPr>
          <a:xfrm>
            <a:off x="4297943" y="29840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8" name="Google Shape;1948;p49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49" name="Google Shape;1949;p49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0" name="Google Shape;1950;p49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1" name="Google Shape;1951;p49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2" name="Google Shape;1952;p49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3" name="Google Shape;1953;p49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4" name="Google Shape;1954;p49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5" name="Google Shape;1955;p49">
            <a:hlinkClick r:id="rId10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6" name="Google Shape;1956;p49">
            <a:hlinkClick r:id="rId11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7" name="Google Shape;1957;p49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8" name="Google Shape;1958;p49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1959" name="Google Shape;1959;p49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50"/>
          <p:cNvSpPr/>
          <p:nvPr/>
        </p:nvSpPr>
        <p:spPr>
          <a:xfrm>
            <a:off x="2276100" y="1427923"/>
            <a:ext cx="4591800" cy="73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50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Mood de la semana</a:t>
            </a:r>
            <a:endParaRPr/>
          </a:p>
        </p:txBody>
      </p:sp>
      <p:graphicFrame>
        <p:nvGraphicFramePr>
          <p:cNvPr id="1966" name="Google Shape;1966;p50"/>
          <p:cNvGraphicFramePr/>
          <p:nvPr/>
        </p:nvGraphicFramePr>
        <p:xfrm>
          <a:off x="952500" y="23746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2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Lunes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Martes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Miércoles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Jueves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Viernes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Triste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highlight>
                          <a:schemeClr val="dk2"/>
                        </a:highlight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967" name="Google Shape;1967;p50"/>
          <p:cNvGrpSpPr/>
          <p:nvPr/>
        </p:nvGrpSpPr>
        <p:grpSpPr>
          <a:xfrm rot="2378939">
            <a:off x="1467246" y="3431580"/>
            <a:ext cx="728637" cy="540090"/>
            <a:chOff x="6197625" y="2383563"/>
            <a:chExt cx="1851575" cy="1372450"/>
          </a:xfrm>
        </p:grpSpPr>
        <p:sp>
          <p:nvSpPr>
            <p:cNvPr id="1968" name="Google Shape;1968;p50"/>
            <p:cNvSpPr/>
            <p:nvPr/>
          </p:nvSpPr>
          <p:spPr>
            <a:xfrm>
              <a:off x="6197625" y="2465913"/>
              <a:ext cx="1851575" cy="1277425"/>
            </a:xfrm>
            <a:custGeom>
              <a:avLst/>
              <a:gdLst/>
              <a:ahLst/>
              <a:cxnLst/>
              <a:rect l="l" t="t" r="r" b="b"/>
              <a:pathLst>
                <a:path w="74063" h="51097" extrusionOk="0">
                  <a:moveTo>
                    <a:pt x="34870" y="0"/>
                  </a:moveTo>
                  <a:cubicBezTo>
                    <a:pt x="32601" y="0"/>
                    <a:pt x="30234" y="292"/>
                    <a:pt x="27789" y="920"/>
                  </a:cubicBezTo>
                  <a:cubicBezTo>
                    <a:pt x="0" y="12018"/>
                    <a:pt x="7480" y="51096"/>
                    <a:pt x="33247" y="51096"/>
                  </a:cubicBezTo>
                  <a:cubicBezTo>
                    <a:pt x="36341" y="51096"/>
                    <a:pt x="39699" y="50533"/>
                    <a:pt x="43292" y="49289"/>
                  </a:cubicBezTo>
                  <a:cubicBezTo>
                    <a:pt x="74062" y="38639"/>
                    <a:pt x="60975" y="0"/>
                    <a:pt x="34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0"/>
            <p:cNvSpPr/>
            <p:nvPr/>
          </p:nvSpPr>
          <p:spPr>
            <a:xfrm>
              <a:off x="6590725" y="2930713"/>
              <a:ext cx="388550" cy="753200"/>
            </a:xfrm>
            <a:custGeom>
              <a:avLst/>
              <a:gdLst/>
              <a:ahLst/>
              <a:cxnLst/>
              <a:rect l="l" t="t" r="r" b="b"/>
              <a:pathLst>
                <a:path w="15542" h="30128" extrusionOk="0">
                  <a:moveTo>
                    <a:pt x="12933" y="0"/>
                  </a:moveTo>
                  <a:lnTo>
                    <a:pt x="2794" y="869"/>
                  </a:lnTo>
                  <a:lnTo>
                    <a:pt x="2794" y="5093"/>
                  </a:lnTo>
                  <a:cubicBezTo>
                    <a:pt x="2794" y="5093"/>
                    <a:pt x="1" y="6383"/>
                    <a:pt x="1397" y="6956"/>
                  </a:cubicBezTo>
                  <a:cubicBezTo>
                    <a:pt x="2794" y="7531"/>
                    <a:pt x="2794" y="9371"/>
                    <a:pt x="2794" y="9371"/>
                  </a:cubicBezTo>
                  <a:lnTo>
                    <a:pt x="5793" y="11008"/>
                  </a:lnTo>
                  <a:lnTo>
                    <a:pt x="1550" y="15742"/>
                  </a:lnTo>
                  <a:lnTo>
                    <a:pt x="3400" y="17362"/>
                  </a:lnTo>
                  <a:lnTo>
                    <a:pt x="5402" y="21147"/>
                  </a:lnTo>
                  <a:lnTo>
                    <a:pt x="3953" y="23755"/>
                  </a:lnTo>
                  <a:lnTo>
                    <a:pt x="3400" y="25968"/>
                  </a:lnTo>
                  <a:lnTo>
                    <a:pt x="10327" y="30127"/>
                  </a:lnTo>
                  <a:lnTo>
                    <a:pt x="12933" y="27520"/>
                  </a:lnTo>
                  <a:lnTo>
                    <a:pt x="14672" y="23755"/>
                  </a:lnTo>
                  <a:lnTo>
                    <a:pt x="15541" y="22596"/>
                  </a:lnTo>
                  <a:lnTo>
                    <a:pt x="14254" y="19988"/>
                  </a:lnTo>
                  <a:cubicBezTo>
                    <a:pt x="14254" y="19988"/>
                    <a:pt x="12355" y="18829"/>
                    <a:pt x="12933" y="17961"/>
                  </a:cubicBezTo>
                  <a:cubicBezTo>
                    <a:pt x="13514" y="17092"/>
                    <a:pt x="13804" y="14774"/>
                    <a:pt x="13804" y="14774"/>
                  </a:cubicBezTo>
                  <a:cubicBezTo>
                    <a:pt x="13804" y="14774"/>
                    <a:pt x="13824" y="14776"/>
                    <a:pt x="13859" y="14776"/>
                  </a:cubicBezTo>
                  <a:cubicBezTo>
                    <a:pt x="14128" y="14776"/>
                    <a:pt x="15259" y="14700"/>
                    <a:pt x="14575" y="13375"/>
                  </a:cubicBezTo>
                  <a:cubicBezTo>
                    <a:pt x="13804" y="11877"/>
                    <a:pt x="12065" y="8690"/>
                    <a:pt x="12065" y="8690"/>
                  </a:cubicBezTo>
                  <a:cubicBezTo>
                    <a:pt x="12065" y="8690"/>
                    <a:pt x="9363" y="5838"/>
                    <a:pt x="11003" y="5093"/>
                  </a:cubicBezTo>
                  <a:cubicBezTo>
                    <a:pt x="12645" y="4345"/>
                    <a:pt x="12645" y="1811"/>
                    <a:pt x="12645" y="1811"/>
                  </a:cubicBezTo>
                  <a:lnTo>
                    <a:pt x="129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50"/>
            <p:cNvSpPr/>
            <p:nvPr/>
          </p:nvSpPr>
          <p:spPr>
            <a:xfrm>
              <a:off x="7195775" y="2897788"/>
              <a:ext cx="334900" cy="778900"/>
            </a:xfrm>
            <a:custGeom>
              <a:avLst/>
              <a:gdLst/>
              <a:ahLst/>
              <a:cxnLst/>
              <a:rect l="l" t="t" r="r" b="b"/>
              <a:pathLst>
                <a:path w="13396" h="31156" extrusionOk="0">
                  <a:moveTo>
                    <a:pt x="8330" y="1"/>
                  </a:moveTo>
                  <a:cubicBezTo>
                    <a:pt x="5699" y="1"/>
                    <a:pt x="2594" y="786"/>
                    <a:pt x="2594" y="786"/>
                  </a:cubicBezTo>
                  <a:lnTo>
                    <a:pt x="610" y="3923"/>
                  </a:lnTo>
                  <a:lnTo>
                    <a:pt x="0" y="8273"/>
                  </a:lnTo>
                  <a:cubicBezTo>
                    <a:pt x="0" y="8273"/>
                    <a:pt x="2637" y="10587"/>
                    <a:pt x="2927" y="11456"/>
                  </a:cubicBezTo>
                  <a:cubicBezTo>
                    <a:pt x="3216" y="12325"/>
                    <a:pt x="2927" y="16380"/>
                    <a:pt x="2927" y="16380"/>
                  </a:cubicBezTo>
                  <a:lnTo>
                    <a:pt x="1528" y="18988"/>
                  </a:lnTo>
                  <a:cubicBezTo>
                    <a:pt x="1528" y="18988"/>
                    <a:pt x="4922" y="21015"/>
                    <a:pt x="3055" y="22754"/>
                  </a:cubicBezTo>
                  <a:cubicBezTo>
                    <a:pt x="1188" y="24492"/>
                    <a:pt x="319" y="27389"/>
                    <a:pt x="610" y="28258"/>
                  </a:cubicBezTo>
                  <a:cubicBezTo>
                    <a:pt x="898" y="29127"/>
                    <a:pt x="2637" y="31156"/>
                    <a:pt x="2637" y="31156"/>
                  </a:cubicBezTo>
                  <a:lnTo>
                    <a:pt x="9477" y="29224"/>
                  </a:lnTo>
                  <a:lnTo>
                    <a:pt x="12776" y="27680"/>
                  </a:lnTo>
                  <a:cubicBezTo>
                    <a:pt x="12776" y="27680"/>
                    <a:pt x="10168" y="26521"/>
                    <a:pt x="11327" y="24782"/>
                  </a:cubicBezTo>
                  <a:cubicBezTo>
                    <a:pt x="12486" y="23044"/>
                    <a:pt x="12776" y="21885"/>
                    <a:pt x="12776" y="21885"/>
                  </a:cubicBezTo>
                  <a:lnTo>
                    <a:pt x="11617" y="19278"/>
                  </a:lnTo>
                  <a:cubicBezTo>
                    <a:pt x="11617" y="19278"/>
                    <a:pt x="13396" y="12711"/>
                    <a:pt x="12776" y="10297"/>
                  </a:cubicBezTo>
                  <a:cubicBezTo>
                    <a:pt x="11908" y="6910"/>
                    <a:pt x="9865" y="6014"/>
                    <a:pt x="11039" y="4213"/>
                  </a:cubicBezTo>
                  <a:cubicBezTo>
                    <a:pt x="13243" y="833"/>
                    <a:pt x="11038" y="1"/>
                    <a:pt x="8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50"/>
            <p:cNvSpPr/>
            <p:nvPr/>
          </p:nvSpPr>
          <p:spPr>
            <a:xfrm>
              <a:off x="7025025" y="3353363"/>
              <a:ext cx="138775" cy="118025"/>
            </a:xfrm>
            <a:custGeom>
              <a:avLst/>
              <a:gdLst/>
              <a:ahLst/>
              <a:cxnLst/>
              <a:rect l="l" t="t" r="r" b="b"/>
              <a:pathLst>
                <a:path w="5551" h="4721" extrusionOk="0">
                  <a:moveTo>
                    <a:pt x="2612" y="1"/>
                  </a:moveTo>
                  <a:cubicBezTo>
                    <a:pt x="2364" y="1"/>
                    <a:pt x="2112" y="62"/>
                    <a:pt x="1881" y="189"/>
                  </a:cubicBezTo>
                  <a:cubicBezTo>
                    <a:pt x="1152" y="591"/>
                    <a:pt x="439" y="1203"/>
                    <a:pt x="231" y="2045"/>
                  </a:cubicBezTo>
                  <a:cubicBezTo>
                    <a:pt x="0" y="2975"/>
                    <a:pt x="427" y="3866"/>
                    <a:pt x="1222" y="4362"/>
                  </a:cubicBezTo>
                  <a:cubicBezTo>
                    <a:pt x="1619" y="4610"/>
                    <a:pt x="2051" y="4721"/>
                    <a:pt x="2483" y="4721"/>
                  </a:cubicBezTo>
                  <a:cubicBezTo>
                    <a:pt x="3609" y="4721"/>
                    <a:pt x="4732" y="3968"/>
                    <a:pt x="5214" y="2944"/>
                  </a:cubicBezTo>
                  <a:cubicBezTo>
                    <a:pt x="5550" y="2229"/>
                    <a:pt x="5421" y="1386"/>
                    <a:pt x="4695" y="961"/>
                  </a:cubicBezTo>
                  <a:cubicBezTo>
                    <a:pt x="4481" y="835"/>
                    <a:pt x="4223" y="773"/>
                    <a:pt x="3962" y="773"/>
                  </a:cubicBezTo>
                  <a:cubicBezTo>
                    <a:pt x="3939" y="773"/>
                    <a:pt x="3916" y="774"/>
                    <a:pt x="3893" y="775"/>
                  </a:cubicBezTo>
                  <a:cubicBezTo>
                    <a:pt x="3881" y="753"/>
                    <a:pt x="3874" y="730"/>
                    <a:pt x="3862" y="708"/>
                  </a:cubicBezTo>
                  <a:cubicBezTo>
                    <a:pt x="3592" y="247"/>
                    <a:pt x="3109" y="1"/>
                    <a:pt x="2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50"/>
            <p:cNvSpPr/>
            <p:nvPr/>
          </p:nvSpPr>
          <p:spPr>
            <a:xfrm>
              <a:off x="6403850" y="2383563"/>
              <a:ext cx="1386525" cy="1372450"/>
            </a:xfrm>
            <a:custGeom>
              <a:avLst/>
              <a:gdLst/>
              <a:ahLst/>
              <a:cxnLst/>
              <a:rect l="l" t="t" r="r" b="b"/>
              <a:pathLst>
                <a:path w="55461" h="54898" extrusionOk="0">
                  <a:moveTo>
                    <a:pt x="10216" y="47028"/>
                  </a:moveTo>
                  <a:cubicBezTo>
                    <a:pt x="10512" y="46532"/>
                    <a:pt x="10771" y="46062"/>
                    <a:pt x="11061" y="45612"/>
                  </a:cubicBezTo>
                  <a:cubicBezTo>
                    <a:pt x="11539" y="44866"/>
                    <a:pt x="12032" y="44129"/>
                    <a:pt x="12531" y="43393"/>
                  </a:cubicBezTo>
                  <a:cubicBezTo>
                    <a:pt x="12805" y="42989"/>
                    <a:pt x="12732" y="42716"/>
                    <a:pt x="12408" y="42316"/>
                  </a:cubicBezTo>
                  <a:cubicBezTo>
                    <a:pt x="11780" y="41545"/>
                    <a:pt x="11088" y="40900"/>
                    <a:pt x="10223" y="40400"/>
                  </a:cubicBezTo>
                  <a:cubicBezTo>
                    <a:pt x="9539" y="40002"/>
                    <a:pt x="9419" y="39214"/>
                    <a:pt x="9187" y="38527"/>
                  </a:cubicBezTo>
                  <a:cubicBezTo>
                    <a:pt x="8757" y="37263"/>
                    <a:pt x="9213" y="36263"/>
                    <a:pt x="10157" y="35425"/>
                  </a:cubicBezTo>
                  <a:cubicBezTo>
                    <a:pt x="10510" y="35112"/>
                    <a:pt x="10853" y="34781"/>
                    <a:pt x="11239" y="34512"/>
                  </a:cubicBezTo>
                  <a:cubicBezTo>
                    <a:pt x="12327" y="33751"/>
                    <a:pt x="11976" y="32855"/>
                    <a:pt x="11288" y="32088"/>
                  </a:cubicBezTo>
                  <a:cubicBezTo>
                    <a:pt x="10919" y="31675"/>
                    <a:pt x="10411" y="31389"/>
                    <a:pt x="9976" y="31034"/>
                  </a:cubicBezTo>
                  <a:cubicBezTo>
                    <a:pt x="9781" y="30873"/>
                    <a:pt x="9518" y="30718"/>
                    <a:pt x="9442" y="30505"/>
                  </a:cubicBezTo>
                  <a:cubicBezTo>
                    <a:pt x="9071" y="29470"/>
                    <a:pt x="8573" y="28450"/>
                    <a:pt x="8803" y="27294"/>
                  </a:cubicBezTo>
                  <a:cubicBezTo>
                    <a:pt x="8846" y="27081"/>
                    <a:pt x="8901" y="26852"/>
                    <a:pt x="9017" y="26675"/>
                  </a:cubicBezTo>
                  <a:cubicBezTo>
                    <a:pt x="9604" y="25781"/>
                    <a:pt x="10215" y="24902"/>
                    <a:pt x="10890" y="23908"/>
                  </a:cubicBezTo>
                  <a:cubicBezTo>
                    <a:pt x="11216" y="24207"/>
                    <a:pt x="11483" y="24449"/>
                    <a:pt x="11833" y="24767"/>
                  </a:cubicBezTo>
                  <a:cubicBezTo>
                    <a:pt x="11505" y="25240"/>
                    <a:pt x="11249" y="25717"/>
                    <a:pt x="10892" y="26098"/>
                  </a:cubicBezTo>
                  <a:cubicBezTo>
                    <a:pt x="10001" y="27050"/>
                    <a:pt x="9901" y="28105"/>
                    <a:pt x="10378" y="29257"/>
                  </a:cubicBezTo>
                  <a:cubicBezTo>
                    <a:pt x="10471" y="29479"/>
                    <a:pt x="10628" y="29718"/>
                    <a:pt x="10822" y="29849"/>
                  </a:cubicBezTo>
                  <a:cubicBezTo>
                    <a:pt x="11708" y="30450"/>
                    <a:pt x="12297" y="31307"/>
                    <a:pt x="12880" y="32167"/>
                  </a:cubicBezTo>
                  <a:cubicBezTo>
                    <a:pt x="13799" y="33520"/>
                    <a:pt x="13710" y="35017"/>
                    <a:pt x="12184" y="36140"/>
                  </a:cubicBezTo>
                  <a:cubicBezTo>
                    <a:pt x="11827" y="36403"/>
                    <a:pt x="11490" y="36695"/>
                    <a:pt x="11138" y="36966"/>
                  </a:cubicBezTo>
                  <a:cubicBezTo>
                    <a:pt x="10312" y="37599"/>
                    <a:pt x="10223" y="38770"/>
                    <a:pt x="11047" y="39403"/>
                  </a:cubicBezTo>
                  <a:cubicBezTo>
                    <a:pt x="12097" y="40209"/>
                    <a:pt x="12925" y="41183"/>
                    <a:pt x="13642" y="42280"/>
                  </a:cubicBezTo>
                  <a:cubicBezTo>
                    <a:pt x="14212" y="43151"/>
                    <a:pt x="14234" y="43193"/>
                    <a:pt x="13539" y="43953"/>
                  </a:cubicBezTo>
                  <a:cubicBezTo>
                    <a:pt x="12732" y="44834"/>
                    <a:pt x="11921" y="45709"/>
                    <a:pt x="11116" y="46590"/>
                  </a:cubicBezTo>
                  <a:cubicBezTo>
                    <a:pt x="10512" y="47252"/>
                    <a:pt x="10522" y="47646"/>
                    <a:pt x="11208" y="48151"/>
                  </a:cubicBezTo>
                  <a:cubicBezTo>
                    <a:pt x="13884" y="50121"/>
                    <a:pt x="16753" y="51665"/>
                    <a:pt x="20052" y="52343"/>
                  </a:cubicBezTo>
                  <a:cubicBezTo>
                    <a:pt x="21260" y="52590"/>
                    <a:pt x="22453" y="52805"/>
                    <a:pt x="23692" y="52877"/>
                  </a:cubicBezTo>
                  <a:cubicBezTo>
                    <a:pt x="26042" y="53017"/>
                    <a:pt x="29911" y="52804"/>
                    <a:pt x="32457" y="52261"/>
                  </a:cubicBezTo>
                  <a:cubicBezTo>
                    <a:pt x="33384" y="52065"/>
                    <a:pt x="34333" y="51954"/>
                    <a:pt x="35239" y="51691"/>
                  </a:cubicBezTo>
                  <a:cubicBezTo>
                    <a:pt x="36239" y="51399"/>
                    <a:pt x="37200" y="50976"/>
                    <a:pt x="38180" y="50612"/>
                  </a:cubicBezTo>
                  <a:cubicBezTo>
                    <a:pt x="38890" y="50348"/>
                    <a:pt x="39586" y="50025"/>
                    <a:pt x="40316" y="49839"/>
                  </a:cubicBezTo>
                  <a:cubicBezTo>
                    <a:pt x="41545" y="49525"/>
                    <a:pt x="42272" y="48595"/>
                    <a:pt x="43093" y="47764"/>
                  </a:cubicBezTo>
                  <a:cubicBezTo>
                    <a:pt x="43335" y="47518"/>
                    <a:pt x="43335" y="47248"/>
                    <a:pt x="43178" y="46984"/>
                  </a:cubicBezTo>
                  <a:cubicBezTo>
                    <a:pt x="42357" y="45588"/>
                    <a:pt x="42750" y="44279"/>
                    <a:pt x="43323" y="42905"/>
                  </a:cubicBezTo>
                  <a:cubicBezTo>
                    <a:pt x="43777" y="41816"/>
                    <a:pt x="43356" y="40808"/>
                    <a:pt x="42535" y="39985"/>
                  </a:cubicBezTo>
                  <a:cubicBezTo>
                    <a:pt x="42402" y="39854"/>
                    <a:pt x="42229" y="39753"/>
                    <a:pt x="42122" y="39604"/>
                  </a:cubicBezTo>
                  <a:cubicBezTo>
                    <a:pt x="41231" y="38384"/>
                    <a:pt x="41233" y="37719"/>
                    <a:pt x="42050" y="36406"/>
                  </a:cubicBezTo>
                  <a:cubicBezTo>
                    <a:pt x="42601" y="35520"/>
                    <a:pt x="43108" y="34609"/>
                    <a:pt x="43644" y="33715"/>
                  </a:cubicBezTo>
                  <a:cubicBezTo>
                    <a:pt x="44428" y="32406"/>
                    <a:pt x="43933" y="31315"/>
                    <a:pt x="43119" y="30233"/>
                  </a:cubicBezTo>
                  <a:cubicBezTo>
                    <a:pt x="42397" y="29271"/>
                    <a:pt x="41822" y="28214"/>
                    <a:pt x="41569" y="27020"/>
                  </a:cubicBezTo>
                  <a:cubicBezTo>
                    <a:pt x="41322" y="25859"/>
                    <a:pt x="42223" y="24506"/>
                    <a:pt x="43487" y="24308"/>
                  </a:cubicBezTo>
                  <a:cubicBezTo>
                    <a:pt x="43375" y="24646"/>
                    <a:pt x="43325" y="24943"/>
                    <a:pt x="43182" y="25185"/>
                  </a:cubicBezTo>
                  <a:cubicBezTo>
                    <a:pt x="42697" y="26008"/>
                    <a:pt x="42542" y="26729"/>
                    <a:pt x="43206" y="27614"/>
                  </a:cubicBezTo>
                  <a:cubicBezTo>
                    <a:pt x="44091" y="28791"/>
                    <a:pt x="44875" y="30064"/>
                    <a:pt x="45551" y="31375"/>
                  </a:cubicBezTo>
                  <a:cubicBezTo>
                    <a:pt x="45810" y="31880"/>
                    <a:pt x="45798" y="32633"/>
                    <a:pt x="45658" y="33213"/>
                  </a:cubicBezTo>
                  <a:cubicBezTo>
                    <a:pt x="45320" y="34623"/>
                    <a:pt x="44885" y="36015"/>
                    <a:pt x="43806" y="37097"/>
                  </a:cubicBezTo>
                  <a:cubicBezTo>
                    <a:pt x="43479" y="37427"/>
                    <a:pt x="43248" y="37853"/>
                    <a:pt x="42938" y="38287"/>
                  </a:cubicBezTo>
                  <a:cubicBezTo>
                    <a:pt x="43337" y="38840"/>
                    <a:pt x="43723" y="39412"/>
                    <a:pt x="44149" y="39954"/>
                  </a:cubicBezTo>
                  <a:cubicBezTo>
                    <a:pt x="44639" y="40579"/>
                    <a:pt x="44873" y="41268"/>
                    <a:pt x="44875" y="42065"/>
                  </a:cubicBezTo>
                  <a:cubicBezTo>
                    <a:pt x="44876" y="42948"/>
                    <a:pt x="44900" y="43808"/>
                    <a:pt x="44353" y="44593"/>
                  </a:cubicBezTo>
                  <a:cubicBezTo>
                    <a:pt x="43998" y="45105"/>
                    <a:pt x="44076" y="45736"/>
                    <a:pt x="44071" y="46544"/>
                  </a:cubicBezTo>
                  <a:cubicBezTo>
                    <a:pt x="44871" y="45950"/>
                    <a:pt x="45525" y="45438"/>
                    <a:pt x="46206" y="44965"/>
                  </a:cubicBezTo>
                  <a:cubicBezTo>
                    <a:pt x="46878" y="44497"/>
                    <a:pt x="47578" y="44067"/>
                    <a:pt x="48291" y="43606"/>
                  </a:cubicBezTo>
                  <a:cubicBezTo>
                    <a:pt x="48326" y="43699"/>
                    <a:pt x="48404" y="43818"/>
                    <a:pt x="48378" y="43852"/>
                  </a:cubicBezTo>
                  <a:cubicBezTo>
                    <a:pt x="47890" y="44465"/>
                    <a:pt x="47447" y="45129"/>
                    <a:pt x="46718" y="45496"/>
                  </a:cubicBezTo>
                  <a:cubicBezTo>
                    <a:pt x="46223" y="45745"/>
                    <a:pt x="45892" y="46122"/>
                    <a:pt x="45552" y="46566"/>
                  </a:cubicBezTo>
                  <a:cubicBezTo>
                    <a:pt x="44883" y="47440"/>
                    <a:pt x="44062" y="48194"/>
                    <a:pt x="43342" y="49030"/>
                  </a:cubicBezTo>
                  <a:cubicBezTo>
                    <a:pt x="42472" y="50040"/>
                    <a:pt x="41439" y="50709"/>
                    <a:pt x="40151" y="51129"/>
                  </a:cubicBezTo>
                  <a:cubicBezTo>
                    <a:pt x="39086" y="51477"/>
                    <a:pt x="38118" y="52133"/>
                    <a:pt x="37120" y="52672"/>
                  </a:cubicBezTo>
                  <a:cubicBezTo>
                    <a:pt x="35935" y="53309"/>
                    <a:pt x="34654" y="53633"/>
                    <a:pt x="33350" y="53872"/>
                  </a:cubicBezTo>
                  <a:cubicBezTo>
                    <a:pt x="31826" y="54150"/>
                    <a:pt x="30300" y="54428"/>
                    <a:pt x="28764" y="54628"/>
                  </a:cubicBezTo>
                  <a:cubicBezTo>
                    <a:pt x="27796" y="54753"/>
                    <a:pt x="26810" y="54746"/>
                    <a:pt x="25832" y="54780"/>
                  </a:cubicBezTo>
                  <a:cubicBezTo>
                    <a:pt x="22393" y="54898"/>
                    <a:pt x="19111" y="54193"/>
                    <a:pt x="15918" y="52937"/>
                  </a:cubicBezTo>
                  <a:cubicBezTo>
                    <a:pt x="12601" y="51633"/>
                    <a:pt x="9896" y="49534"/>
                    <a:pt x="7493" y="46934"/>
                  </a:cubicBezTo>
                  <a:cubicBezTo>
                    <a:pt x="5668" y="44960"/>
                    <a:pt x="4166" y="42768"/>
                    <a:pt x="2869" y="40453"/>
                  </a:cubicBezTo>
                  <a:cubicBezTo>
                    <a:pt x="1652" y="38280"/>
                    <a:pt x="1004" y="35882"/>
                    <a:pt x="716" y="33399"/>
                  </a:cubicBezTo>
                  <a:cubicBezTo>
                    <a:pt x="567" y="32107"/>
                    <a:pt x="371" y="30820"/>
                    <a:pt x="263" y="29527"/>
                  </a:cubicBezTo>
                  <a:cubicBezTo>
                    <a:pt x="0" y="26386"/>
                    <a:pt x="282" y="23309"/>
                    <a:pt x="1538" y="20381"/>
                  </a:cubicBezTo>
                  <a:cubicBezTo>
                    <a:pt x="2555" y="18015"/>
                    <a:pt x="3878" y="15824"/>
                    <a:pt x="5410" y="13756"/>
                  </a:cubicBezTo>
                  <a:cubicBezTo>
                    <a:pt x="5900" y="13097"/>
                    <a:pt x="6358" y="12412"/>
                    <a:pt x="6856" y="11761"/>
                  </a:cubicBezTo>
                  <a:cubicBezTo>
                    <a:pt x="13346" y="3294"/>
                    <a:pt x="27761" y="0"/>
                    <a:pt x="37376" y="3468"/>
                  </a:cubicBezTo>
                  <a:cubicBezTo>
                    <a:pt x="47556" y="7141"/>
                    <a:pt x="55002" y="17906"/>
                    <a:pt x="53432" y="28868"/>
                  </a:cubicBezTo>
                  <a:cubicBezTo>
                    <a:pt x="52756" y="33597"/>
                    <a:pt x="49467" y="41200"/>
                    <a:pt x="45376" y="44033"/>
                  </a:cubicBezTo>
                  <a:cubicBezTo>
                    <a:pt x="50802" y="34421"/>
                    <a:pt x="55461" y="24809"/>
                    <a:pt x="47052" y="13423"/>
                  </a:cubicBezTo>
                  <a:cubicBezTo>
                    <a:pt x="40084" y="3988"/>
                    <a:pt x="26907" y="1184"/>
                    <a:pt x="16381" y="6886"/>
                  </a:cubicBezTo>
                  <a:cubicBezTo>
                    <a:pt x="10082" y="10298"/>
                    <a:pt x="4043" y="15824"/>
                    <a:pt x="2388" y="23077"/>
                  </a:cubicBezTo>
                  <a:cubicBezTo>
                    <a:pt x="2226" y="23782"/>
                    <a:pt x="2096" y="24507"/>
                    <a:pt x="2064" y="25229"/>
                  </a:cubicBezTo>
                  <a:cubicBezTo>
                    <a:pt x="2001" y="26682"/>
                    <a:pt x="1854" y="28158"/>
                    <a:pt x="2031" y="29588"/>
                  </a:cubicBezTo>
                  <a:cubicBezTo>
                    <a:pt x="2369" y="32319"/>
                    <a:pt x="2535" y="35102"/>
                    <a:pt x="3571" y="37695"/>
                  </a:cubicBezTo>
                  <a:cubicBezTo>
                    <a:pt x="4096" y="39010"/>
                    <a:pt x="4733" y="40299"/>
                    <a:pt x="5458" y="41518"/>
                  </a:cubicBezTo>
                  <a:cubicBezTo>
                    <a:pt x="6665" y="43540"/>
                    <a:pt x="8194" y="45320"/>
                    <a:pt x="9936" y="46911"/>
                  </a:cubicBezTo>
                  <a:cubicBezTo>
                    <a:pt x="9979" y="46950"/>
                    <a:pt x="10051" y="46960"/>
                    <a:pt x="10216" y="470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50"/>
            <p:cNvSpPr/>
            <p:nvPr/>
          </p:nvSpPr>
          <p:spPr>
            <a:xfrm>
              <a:off x="7158475" y="2984513"/>
              <a:ext cx="143650" cy="689850"/>
            </a:xfrm>
            <a:custGeom>
              <a:avLst/>
              <a:gdLst/>
              <a:ahLst/>
              <a:cxnLst/>
              <a:rect l="l" t="t" r="r" b="b"/>
              <a:pathLst>
                <a:path w="5746" h="27594" extrusionOk="0">
                  <a:moveTo>
                    <a:pt x="3566" y="251"/>
                  </a:moveTo>
                  <a:cubicBezTo>
                    <a:pt x="3414" y="500"/>
                    <a:pt x="3269" y="754"/>
                    <a:pt x="3108" y="998"/>
                  </a:cubicBezTo>
                  <a:cubicBezTo>
                    <a:pt x="2936" y="1260"/>
                    <a:pt x="2677" y="1488"/>
                    <a:pt x="2588" y="1773"/>
                  </a:cubicBezTo>
                  <a:cubicBezTo>
                    <a:pt x="2364" y="2495"/>
                    <a:pt x="2185" y="3236"/>
                    <a:pt x="2042" y="3980"/>
                  </a:cubicBezTo>
                  <a:cubicBezTo>
                    <a:pt x="1957" y="4422"/>
                    <a:pt x="2134" y="4762"/>
                    <a:pt x="2448" y="5156"/>
                  </a:cubicBezTo>
                  <a:cubicBezTo>
                    <a:pt x="3247" y="6156"/>
                    <a:pt x="4493" y="6803"/>
                    <a:pt x="4878" y="8124"/>
                  </a:cubicBezTo>
                  <a:cubicBezTo>
                    <a:pt x="5107" y="8905"/>
                    <a:pt x="5303" y="9701"/>
                    <a:pt x="5457" y="10499"/>
                  </a:cubicBezTo>
                  <a:cubicBezTo>
                    <a:pt x="5506" y="10760"/>
                    <a:pt x="5441" y="11092"/>
                    <a:pt x="5313" y="11329"/>
                  </a:cubicBezTo>
                  <a:cubicBezTo>
                    <a:pt x="4691" y="12484"/>
                    <a:pt x="4225" y="13730"/>
                    <a:pt x="3363" y="14752"/>
                  </a:cubicBezTo>
                  <a:cubicBezTo>
                    <a:pt x="3003" y="15181"/>
                    <a:pt x="3131" y="15681"/>
                    <a:pt x="3641" y="16000"/>
                  </a:cubicBezTo>
                  <a:cubicBezTo>
                    <a:pt x="4636" y="16624"/>
                    <a:pt x="5438" y="17410"/>
                    <a:pt x="5692" y="18608"/>
                  </a:cubicBezTo>
                  <a:cubicBezTo>
                    <a:pt x="5745" y="18864"/>
                    <a:pt x="5718" y="19159"/>
                    <a:pt x="5648" y="19413"/>
                  </a:cubicBezTo>
                  <a:cubicBezTo>
                    <a:pt x="5291" y="20702"/>
                    <a:pt x="4341" y="21644"/>
                    <a:pt x="3641" y="22727"/>
                  </a:cubicBezTo>
                  <a:cubicBezTo>
                    <a:pt x="3177" y="23446"/>
                    <a:pt x="2892" y="24168"/>
                    <a:pt x="2919" y="25023"/>
                  </a:cubicBezTo>
                  <a:cubicBezTo>
                    <a:pt x="2945" y="25880"/>
                    <a:pt x="3240" y="26323"/>
                    <a:pt x="4042" y="26571"/>
                  </a:cubicBezTo>
                  <a:cubicBezTo>
                    <a:pt x="4375" y="26673"/>
                    <a:pt x="4844" y="26697"/>
                    <a:pt x="4716" y="27165"/>
                  </a:cubicBezTo>
                  <a:cubicBezTo>
                    <a:pt x="4600" y="27593"/>
                    <a:pt x="4134" y="27583"/>
                    <a:pt x="3747" y="27533"/>
                  </a:cubicBezTo>
                  <a:cubicBezTo>
                    <a:pt x="2919" y="27428"/>
                    <a:pt x="1827" y="26294"/>
                    <a:pt x="1764" y="25340"/>
                  </a:cubicBezTo>
                  <a:cubicBezTo>
                    <a:pt x="1723" y="24724"/>
                    <a:pt x="1822" y="24081"/>
                    <a:pt x="1957" y="23472"/>
                  </a:cubicBezTo>
                  <a:cubicBezTo>
                    <a:pt x="2218" y="22285"/>
                    <a:pt x="2713" y="21202"/>
                    <a:pt x="3492" y="20244"/>
                  </a:cubicBezTo>
                  <a:cubicBezTo>
                    <a:pt x="3805" y="19862"/>
                    <a:pt x="4013" y="19374"/>
                    <a:pt x="4179" y="18901"/>
                  </a:cubicBezTo>
                  <a:cubicBezTo>
                    <a:pt x="4394" y="18292"/>
                    <a:pt x="4173" y="17799"/>
                    <a:pt x="3639" y="17440"/>
                  </a:cubicBezTo>
                  <a:cubicBezTo>
                    <a:pt x="2013" y="16343"/>
                    <a:pt x="1675" y="14752"/>
                    <a:pt x="2663" y="12981"/>
                  </a:cubicBezTo>
                  <a:cubicBezTo>
                    <a:pt x="3155" y="12100"/>
                    <a:pt x="3702" y="11242"/>
                    <a:pt x="3830" y="10199"/>
                  </a:cubicBezTo>
                  <a:cubicBezTo>
                    <a:pt x="3953" y="9189"/>
                    <a:pt x="3342" y="7960"/>
                    <a:pt x="2445" y="7502"/>
                  </a:cubicBezTo>
                  <a:cubicBezTo>
                    <a:pt x="2337" y="7448"/>
                    <a:pt x="2195" y="7427"/>
                    <a:pt x="2124" y="7344"/>
                  </a:cubicBezTo>
                  <a:cubicBezTo>
                    <a:pt x="731" y="5717"/>
                    <a:pt x="1" y="4460"/>
                    <a:pt x="1032" y="2058"/>
                  </a:cubicBezTo>
                  <a:cubicBezTo>
                    <a:pt x="1376" y="1256"/>
                    <a:pt x="1887" y="666"/>
                    <a:pt x="2615" y="246"/>
                  </a:cubicBezTo>
                  <a:cubicBezTo>
                    <a:pt x="2837" y="116"/>
                    <a:pt x="3112" y="79"/>
                    <a:pt x="3363" y="0"/>
                  </a:cubicBezTo>
                  <a:cubicBezTo>
                    <a:pt x="3429" y="84"/>
                    <a:pt x="3498" y="167"/>
                    <a:pt x="3566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0"/>
            <p:cNvSpPr/>
            <p:nvPr/>
          </p:nvSpPr>
          <p:spPr>
            <a:xfrm>
              <a:off x="6861100" y="2989413"/>
              <a:ext cx="153575" cy="653200"/>
            </a:xfrm>
            <a:custGeom>
              <a:avLst/>
              <a:gdLst/>
              <a:ahLst/>
              <a:cxnLst/>
              <a:rect l="l" t="t" r="r" b="b"/>
              <a:pathLst>
                <a:path w="6143" h="26128" extrusionOk="0">
                  <a:moveTo>
                    <a:pt x="2530" y="0"/>
                  </a:moveTo>
                  <a:cubicBezTo>
                    <a:pt x="2820" y="323"/>
                    <a:pt x="2917" y="651"/>
                    <a:pt x="2560" y="920"/>
                  </a:cubicBezTo>
                  <a:cubicBezTo>
                    <a:pt x="1553" y="1683"/>
                    <a:pt x="1262" y="2630"/>
                    <a:pt x="1652" y="3833"/>
                  </a:cubicBezTo>
                  <a:cubicBezTo>
                    <a:pt x="1815" y="4337"/>
                    <a:pt x="1862" y="4878"/>
                    <a:pt x="1970" y="5398"/>
                  </a:cubicBezTo>
                  <a:cubicBezTo>
                    <a:pt x="2156" y="6294"/>
                    <a:pt x="2907" y="6800"/>
                    <a:pt x="3426" y="7462"/>
                  </a:cubicBezTo>
                  <a:cubicBezTo>
                    <a:pt x="3750" y="7877"/>
                    <a:pt x="4154" y="8226"/>
                    <a:pt x="4497" y="8627"/>
                  </a:cubicBezTo>
                  <a:cubicBezTo>
                    <a:pt x="5422" y="9706"/>
                    <a:pt x="5463" y="11017"/>
                    <a:pt x="5318" y="12315"/>
                  </a:cubicBezTo>
                  <a:cubicBezTo>
                    <a:pt x="5230" y="13119"/>
                    <a:pt x="4733" y="13749"/>
                    <a:pt x="4013" y="14210"/>
                  </a:cubicBezTo>
                  <a:cubicBezTo>
                    <a:pt x="3571" y="14493"/>
                    <a:pt x="3180" y="14891"/>
                    <a:pt x="2852" y="15304"/>
                  </a:cubicBezTo>
                  <a:cubicBezTo>
                    <a:pt x="2429" y="15838"/>
                    <a:pt x="2535" y="16155"/>
                    <a:pt x="3115" y="16505"/>
                  </a:cubicBezTo>
                  <a:cubicBezTo>
                    <a:pt x="4381" y="17272"/>
                    <a:pt x="5240" y="18389"/>
                    <a:pt x="5835" y="19715"/>
                  </a:cubicBezTo>
                  <a:cubicBezTo>
                    <a:pt x="6143" y="20398"/>
                    <a:pt x="5905" y="21292"/>
                    <a:pt x="5366" y="21799"/>
                  </a:cubicBezTo>
                  <a:cubicBezTo>
                    <a:pt x="5139" y="22013"/>
                    <a:pt x="4939" y="22253"/>
                    <a:pt x="4736" y="22489"/>
                  </a:cubicBezTo>
                  <a:cubicBezTo>
                    <a:pt x="4055" y="23272"/>
                    <a:pt x="3414" y="24095"/>
                    <a:pt x="2687" y="24832"/>
                  </a:cubicBezTo>
                  <a:cubicBezTo>
                    <a:pt x="2202" y="25325"/>
                    <a:pt x="1596" y="25699"/>
                    <a:pt x="1043" y="26127"/>
                  </a:cubicBezTo>
                  <a:lnTo>
                    <a:pt x="873" y="25982"/>
                  </a:lnTo>
                  <a:cubicBezTo>
                    <a:pt x="1001" y="25757"/>
                    <a:pt x="1118" y="25525"/>
                    <a:pt x="1260" y="25308"/>
                  </a:cubicBezTo>
                  <a:cubicBezTo>
                    <a:pt x="2164" y="23933"/>
                    <a:pt x="3089" y="22571"/>
                    <a:pt x="3974" y="21181"/>
                  </a:cubicBezTo>
                  <a:cubicBezTo>
                    <a:pt x="4233" y="20772"/>
                    <a:pt x="4738" y="20369"/>
                    <a:pt x="4484" y="19825"/>
                  </a:cubicBezTo>
                  <a:cubicBezTo>
                    <a:pt x="4182" y="19178"/>
                    <a:pt x="3902" y="18473"/>
                    <a:pt x="3209" y="18098"/>
                  </a:cubicBezTo>
                  <a:cubicBezTo>
                    <a:pt x="2793" y="17871"/>
                    <a:pt x="2380" y="17633"/>
                    <a:pt x="1967" y="17401"/>
                  </a:cubicBezTo>
                  <a:cubicBezTo>
                    <a:pt x="1229" y="16988"/>
                    <a:pt x="972" y="16348"/>
                    <a:pt x="1156" y="15551"/>
                  </a:cubicBezTo>
                  <a:cubicBezTo>
                    <a:pt x="1415" y="14427"/>
                    <a:pt x="1775" y="13353"/>
                    <a:pt x="2830" y="12676"/>
                  </a:cubicBezTo>
                  <a:cubicBezTo>
                    <a:pt x="4037" y="11902"/>
                    <a:pt x="4032" y="10025"/>
                    <a:pt x="3081" y="9199"/>
                  </a:cubicBezTo>
                  <a:cubicBezTo>
                    <a:pt x="2098" y="8342"/>
                    <a:pt x="1395" y="7259"/>
                    <a:pt x="733" y="6148"/>
                  </a:cubicBezTo>
                  <a:cubicBezTo>
                    <a:pt x="274" y="5380"/>
                    <a:pt x="297" y="4511"/>
                    <a:pt x="195" y="3666"/>
                  </a:cubicBezTo>
                  <a:cubicBezTo>
                    <a:pt x="0" y="2050"/>
                    <a:pt x="710" y="929"/>
                    <a:pt x="2081" y="162"/>
                  </a:cubicBezTo>
                  <a:cubicBezTo>
                    <a:pt x="2214" y="87"/>
                    <a:pt x="2371" y="57"/>
                    <a:pt x="2530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0"/>
            <p:cNvSpPr/>
            <p:nvPr/>
          </p:nvSpPr>
          <p:spPr>
            <a:xfrm>
              <a:off x="7191750" y="2890688"/>
              <a:ext cx="317675" cy="66075"/>
            </a:xfrm>
            <a:custGeom>
              <a:avLst/>
              <a:gdLst/>
              <a:ahLst/>
              <a:cxnLst/>
              <a:rect l="l" t="t" r="r" b="b"/>
              <a:pathLst>
                <a:path w="12707" h="2643" extrusionOk="0">
                  <a:moveTo>
                    <a:pt x="4926" y="2355"/>
                  </a:moveTo>
                  <a:cubicBezTo>
                    <a:pt x="3703" y="2355"/>
                    <a:pt x="2481" y="2345"/>
                    <a:pt x="1257" y="2360"/>
                  </a:cubicBezTo>
                  <a:cubicBezTo>
                    <a:pt x="772" y="2367"/>
                    <a:pt x="354" y="2280"/>
                    <a:pt x="204" y="1761"/>
                  </a:cubicBezTo>
                  <a:cubicBezTo>
                    <a:pt x="52" y="1231"/>
                    <a:pt x="1" y="674"/>
                    <a:pt x="422" y="243"/>
                  </a:cubicBezTo>
                  <a:cubicBezTo>
                    <a:pt x="571" y="87"/>
                    <a:pt x="866" y="9"/>
                    <a:pt x="1095" y="7"/>
                  </a:cubicBezTo>
                  <a:cubicBezTo>
                    <a:pt x="2165" y="0"/>
                    <a:pt x="3235" y="29"/>
                    <a:pt x="4305" y="50"/>
                  </a:cubicBezTo>
                  <a:cubicBezTo>
                    <a:pt x="6580" y="91"/>
                    <a:pt x="8853" y="133"/>
                    <a:pt x="11128" y="174"/>
                  </a:cubicBezTo>
                  <a:cubicBezTo>
                    <a:pt x="11287" y="178"/>
                    <a:pt x="11446" y="154"/>
                    <a:pt x="11604" y="159"/>
                  </a:cubicBezTo>
                  <a:cubicBezTo>
                    <a:pt x="12306" y="179"/>
                    <a:pt x="12558" y="360"/>
                    <a:pt x="12637" y="893"/>
                  </a:cubicBezTo>
                  <a:cubicBezTo>
                    <a:pt x="12707" y="1376"/>
                    <a:pt x="12415" y="1946"/>
                    <a:pt x="11930" y="2099"/>
                  </a:cubicBezTo>
                  <a:cubicBezTo>
                    <a:pt x="11347" y="2285"/>
                    <a:pt x="10766" y="2642"/>
                    <a:pt x="10111" y="2296"/>
                  </a:cubicBezTo>
                  <a:cubicBezTo>
                    <a:pt x="10012" y="2243"/>
                    <a:pt x="9862" y="2277"/>
                    <a:pt x="9737" y="2282"/>
                  </a:cubicBezTo>
                  <a:cubicBezTo>
                    <a:pt x="8133" y="2349"/>
                    <a:pt x="6529" y="2417"/>
                    <a:pt x="4925" y="2485"/>
                  </a:cubicBezTo>
                  <a:cubicBezTo>
                    <a:pt x="4925" y="2442"/>
                    <a:pt x="4926" y="2400"/>
                    <a:pt x="4926" y="235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0"/>
            <p:cNvSpPr/>
            <p:nvPr/>
          </p:nvSpPr>
          <p:spPr>
            <a:xfrm>
              <a:off x="6631775" y="2889913"/>
              <a:ext cx="308375" cy="65975"/>
            </a:xfrm>
            <a:custGeom>
              <a:avLst/>
              <a:gdLst/>
              <a:ahLst/>
              <a:cxnLst/>
              <a:rect l="l" t="t" r="r" b="b"/>
              <a:pathLst>
                <a:path w="12335" h="2639" extrusionOk="0">
                  <a:moveTo>
                    <a:pt x="12199" y="442"/>
                  </a:moveTo>
                  <a:cubicBezTo>
                    <a:pt x="12334" y="1656"/>
                    <a:pt x="12126" y="1920"/>
                    <a:pt x="11012" y="2033"/>
                  </a:cubicBezTo>
                  <a:cubicBezTo>
                    <a:pt x="8098" y="2323"/>
                    <a:pt x="5187" y="2639"/>
                    <a:pt x="2251" y="2414"/>
                  </a:cubicBezTo>
                  <a:cubicBezTo>
                    <a:pt x="2130" y="2405"/>
                    <a:pt x="2004" y="2443"/>
                    <a:pt x="1881" y="2458"/>
                  </a:cubicBezTo>
                  <a:cubicBezTo>
                    <a:pt x="700" y="2607"/>
                    <a:pt x="65" y="2054"/>
                    <a:pt x="0" y="719"/>
                  </a:cubicBezTo>
                  <a:cubicBezTo>
                    <a:pt x="301" y="637"/>
                    <a:pt x="620" y="514"/>
                    <a:pt x="949" y="465"/>
                  </a:cubicBezTo>
                  <a:cubicBezTo>
                    <a:pt x="2632" y="212"/>
                    <a:pt x="4321" y="99"/>
                    <a:pt x="6026" y="137"/>
                  </a:cubicBezTo>
                  <a:cubicBezTo>
                    <a:pt x="7192" y="163"/>
                    <a:pt x="8361" y="86"/>
                    <a:pt x="9528" y="38"/>
                  </a:cubicBezTo>
                  <a:cubicBezTo>
                    <a:pt x="10457" y="0"/>
                    <a:pt x="11349" y="134"/>
                    <a:pt x="12199" y="44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50"/>
            <p:cNvSpPr/>
            <p:nvPr/>
          </p:nvSpPr>
          <p:spPr>
            <a:xfrm>
              <a:off x="7010175" y="3320163"/>
              <a:ext cx="162550" cy="190950"/>
            </a:xfrm>
            <a:custGeom>
              <a:avLst/>
              <a:gdLst/>
              <a:ahLst/>
              <a:cxnLst/>
              <a:rect l="l" t="t" r="r" b="b"/>
              <a:pathLst>
                <a:path w="6502" h="7638" extrusionOk="0">
                  <a:moveTo>
                    <a:pt x="3421" y="79"/>
                  </a:moveTo>
                  <a:cubicBezTo>
                    <a:pt x="3929" y="239"/>
                    <a:pt x="4451" y="362"/>
                    <a:pt x="4936" y="575"/>
                  </a:cubicBezTo>
                  <a:cubicBezTo>
                    <a:pt x="5178" y="681"/>
                    <a:pt x="5520" y="942"/>
                    <a:pt x="5525" y="1140"/>
                  </a:cubicBezTo>
                  <a:cubicBezTo>
                    <a:pt x="5538" y="1820"/>
                    <a:pt x="6030" y="2262"/>
                    <a:pt x="6223" y="2833"/>
                  </a:cubicBezTo>
                  <a:cubicBezTo>
                    <a:pt x="6501" y="3661"/>
                    <a:pt x="6412" y="4461"/>
                    <a:pt x="5781" y="5139"/>
                  </a:cubicBezTo>
                  <a:cubicBezTo>
                    <a:pt x="5436" y="5508"/>
                    <a:pt x="5095" y="5881"/>
                    <a:pt x="4769" y="6267"/>
                  </a:cubicBezTo>
                  <a:cubicBezTo>
                    <a:pt x="3601" y="7637"/>
                    <a:pt x="1494" y="6960"/>
                    <a:pt x="779" y="5714"/>
                  </a:cubicBezTo>
                  <a:cubicBezTo>
                    <a:pt x="357" y="4979"/>
                    <a:pt x="175" y="4042"/>
                    <a:pt x="108" y="3178"/>
                  </a:cubicBezTo>
                  <a:cubicBezTo>
                    <a:pt x="0" y="1804"/>
                    <a:pt x="1385" y="0"/>
                    <a:pt x="3421" y="79"/>
                  </a:cubicBezTo>
                  <a:moveTo>
                    <a:pt x="4748" y="3553"/>
                  </a:moveTo>
                  <a:cubicBezTo>
                    <a:pt x="4624" y="3212"/>
                    <a:pt x="4571" y="2659"/>
                    <a:pt x="4269" y="2355"/>
                  </a:cubicBezTo>
                  <a:cubicBezTo>
                    <a:pt x="3926" y="2011"/>
                    <a:pt x="3286" y="1623"/>
                    <a:pt x="2903" y="1727"/>
                  </a:cubicBezTo>
                  <a:cubicBezTo>
                    <a:pt x="2231" y="1910"/>
                    <a:pt x="1642" y="2492"/>
                    <a:pt x="1448" y="3219"/>
                  </a:cubicBezTo>
                  <a:cubicBezTo>
                    <a:pt x="1214" y="4089"/>
                    <a:pt x="1849" y="5004"/>
                    <a:pt x="2685" y="5175"/>
                  </a:cubicBezTo>
                  <a:cubicBezTo>
                    <a:pt x="3274" y="5296"/>
                    <a:pt x="4554" y="4465"/>
                    <a:pt x="4702" y="3864"/>
                  </a:cubicBezTo>
                  <a:cubicBezTo>
                    <a:pt x="4716" y="3803"/>
                    <a:pt x="4721" y="3738"/>
                    <a:pt x="4748" y="3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8" name="Google Shape;1978;p50"/>
          <p:cNvGrpSpPr/>
          <p:nvPr/>
        </p:nvGrpSpPr>
        <p:grpSpPr>
          <a:xfrm rot="-1565773">
            <a:off x="2381062" y="1528789"/>
            <a:ext cx="769216" cy="531769"/>
            <a:chOff x="2779800" y="773350"/>
            <a:chExt cx="1954725" cy="1351325"/>
          </a:xfrm>
        </p:grpSpPr>
        <p:sp>
          <p:nvSpPr>
            <p:cNvPr id="1979" name="Google Shape;1979;p50"/>
            <p:cNvSpPr/>
            <p:nvPr/>
          </p:nvSpPr>
          <p:spPr>
            <a:xfrm>
              <a:off x="2779800" y="781075"/>
              <a:ext cx="1954725" cy="1343600"/>
            </a:xfrm>
            <a:custGeom>
              <a:avLst/>
              <a:gdLst/>
              <a:ahLst/>
              <a:cxnLst/>
              <a:rect l="l" t="t" r="r" b="b"/>
              <a:pathLst>
                <a:path w="78189" h="53744" extrusionOk="0">
                  <a:moveTo>
                    <a:pt x="40073" y="0"/>
                  </a:moveTo>
                  <a:cubicBezTo>
                    <a:pt x="36751" y="0"/>
                    <a:pt x="33171" y="567"/>
                    <a:pt x="29366" y="1817"/>
                  </a:cubicBezTo>
                  <a:cubicBezTo>
                    <a:pt x="0" y="10014"/>
                    <a:pt x="10392" y="53744"/>
                    <a:pt x="37429" y="53744"/>
                  </a:cubicBezTo>
                  <a:cubicBezTo>
                    <a:pt x="40011" y="53744"/>
                    <a:pt x="42745" y="53345"/>
                    <a:pt x="45611" y="52478"/>
                  </a:cubicBezTo>
                  <a:cubicBezTo>
                    <a:pt x="78188" y="42624"/>
                    <a:pt x="68873" y="0"/>
                    <a:pt x="400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50"/>
            <p:cNvSpPr/>
            <p:nvPr/>
          </p:nvSpPr>
          <p:spPr>
            <a:xfrm>
              <a:off x="3336950" y="1429900"/>
              <a:ext cx="782175" cy="170900"/>
            </a:xfrm>
            <a:custGeom>
              <a:avLst/>
              <a:gdLst/>
              <a:ahLst/>
              <a:cxnLst/>
              <a:rect l="l" t="t" r="r" b="b"/>
              <a:pathLst>
                <a:path w="31287" h="6836" extrusionOk="0">
                  <a:moveTo>
                    <a:pt x="31138" y="1"/>
                  </a:moveTo>
                  <a:lnTo>
                    <a:pt x="1" y="2779"/>
                  </a:lnTo>
                  <a:lnTo>
                    <a:pt x="1014" y="6836"/>
                  </a:lnTo>
                  <a:lnTo>
                    <a:pt x="31287" y="5675"/>
                  </a:lnTo>
                  <a:lnTo>
                    <a:pt x="311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50"/>
            <p:cNvSpPr/>
            <p:nvPr/>
          </p:nvSpPr>
          <p:spPr>
            <a:xfrm>
              <a:off x="3362300" y="1564050"/>
              <a:ext cx="752175" cy="303350"/>
            </a:xfrm>
            <a:custGeom>
              <a:avLst/>
              <a:gdLst/>
              <a:ahLst/>
              <a:cxnLst/>
              <a:rect l="l" t="t" r="r" b="b"/>
              <a:pathLst>
                <a:path w="30087" h="12134" extrusionOk="0">
                  <a:moveTo>
                    <a:pt x="30087" y="0"/>
                  </a:moveTo>
                  <a:cubicBezTo>
                    <a:pt x="20265" y="896"/>
                    <a:pt x="9824" y="599"/>
                    <a:pt x="0" y="1470"/>
                  </a:cubicBezTo>
                  <a:lnTo>
                    <a:pt x="746" y="3405"/>
                  </a:lnTo>
                  <a:cubicBezTo>
                    <a:pt x="2729" y="9454"/>
                    <a:pt x="8056" y="12133"/>
                    <a:pt x="13652" y="12133"/>
                  </a:cubicBezTo>
                  <a:cubicBezTo>
                    <a:pt x="20946" y="12133"/>
                    <a:pt x="28697" y="7579"/>
                    <a:pt x="300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0"/>
            <p:cNvSpPr/>
            <p:nvPr/>
          </p:nvSpPr>
          <p:spPr>
            <a:xfrm>
              <a:off x="3608275" y="1673825"/>
              <a:ext cx="370825" cy="193550"/>
            </a:xfrm>
            <a:custGeom>
              <a:avLst/>
              <a:gdLst/>
              <a:ahLst/>
              <a:cxnLst/>
              <a:rect l="l" t="t" r="r" b="b"/>
              <a:pathLst>
                <a:path w="14833" h="7742" extrusionOk="0">
                  <a:moveTo>
                    <a:pt x="10697" y="0"/>
                  </a:moveTo>
                  <a:lnTo>
                    <a:pt x="7417" y="1811"/>
                  </a:lnTo>
                  <a:lnTo>
                    <a:pt x="2666" y="553"/>
                  </a:lnTo>
                  <a:lnTo>
                    <a:pt x="445" y="4320"/>
                  </a:lnTo>
                  <a:lnTo>
                    <a:pt x="0" y="6383"/>
                  </a:lnTo>
                  <a:lnTo>
                    <a:pt x="5668" y="7293"/>
                  </a:lnTo>
                  <a:lnTo>
                    <a:pt x="8716" y="7742"/>
                  </a:lnTo>
                  <a:lnTo>
                    <a:pt x="12032" y="6445"/>
                  </a:lnTo>
                  <a:lnTo>
                    <a:pt x="14832" y="5383"/>
                  </a:lnTo>
                  <a:lnTo>
                    <a:pt x="12612" y="1676"/>
                  </a:lnTo>
                  <a:lnTo>
                    <a:pt x="106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0"/>
            <p:cNvSpPr/>
            <p:nvPr/>
          </p:nvSpPr>
          <p:spPr>
            <a:xfrm>
              <a:off x="3367375" y="1103500"/>
              <a:ext cx="195725" cy="158550"/>
            </a:xfrm>
            <a:custGeom>
              <a:avLst/>
              <a:gdLst/>
              <a:ahLst/>
              <a:cxnLst/>
              <a:rect l="l" t="t" r="r" b="b"/>
              <a:pathLst>
                <a:path w="7829" h="6342" extrusionOk="0">
                  <a:moveTo>
                    <a:pt x="3184" y="0"/>
                  </a:moveTo>
                  <a:cubicBezTo>
                    <a:pt x="2816" y="0"/>
                    <a:pt x="2453" y="133"/>
                    <a:pt x="2202" y="421"/>
                  </a:cubicBezTo>
                  <a:cubicBezTo>
                    <a:pt x="1137" y="1639"/>
                    <a:pt x="0" y="3617"/>
                    <a:pt x="1057" y="5194"/>
                  </a:cubicBezTo>
                  <a:cubicBezTo>
                    <a:pt x="1608" y="6017"/>
                    <a:pt x="2508" y="6342"/>
                    <a:pt x="3457" y="6342"/>
                  </a:cubicBezTo>
                  <a:cubicBezTo>
                    <a:pt x="4508" y="6342"/>
                    <a:pt x="5619" y="5944"/>
                    <a:pt x="6385" y="5382"/>
                  </a:cubicBezTo>
                  <a:cubicBezTo>
                    <a:pt x="7522" y="4551"/>
                    <a:pt x="7829" y="3208"/>
                    <a:pt x="7199" y="2165"/>
                  </a:cubicBezTo>
                  <a:cubicBezTo>
                    <a:pt x="7196" y="2054"/>
                    <a:pt x="7178" y="1943"/>
                    <a:pt x="7132" y="1832"/>
                  </a:cubicBezTo>
                  <a:cubicBezTo>
                    <a:pt x="6651" y="646"/>
                    <a:pt x="5834" y="194"/>
                    <a:pt x="4578" y="190"/>
                  </a:cubicBezTo>
                  <a:cubicBezTo>
                    <a:pt x="4573" y="190"/>
                    <a:pt x="4568" y="190"/>
                    <a:pt x="4563" y="190"/>
                  </a:cubicBezTo>
                  <a:cubicBezTo>
                    <a:pt x="4379" y="190"/>
                    <a:pt x="4213" y="221"/>
                    <a:pt x="4067" y="272"/>
                  </a:cubicBezTo>
                  <a:cubicBezTo>
                    <a:pt x="3813" y="96"/>
                    <a:pt x="3497" y="0"/>
                    <a:pt x="3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0"/>
            <p:cNvSpPr/>
            <p:nvPr/>
          </p:nvSpPr>
          <p:spPr>
            <a:xfrm>
              <a:off x="3957400" y="1108450"/>
              <a:ext cx="146075" cy="144925"/>
            </a:xfrm>
            <a:custGeom>
              <a:avLst/>
              <a:gdLst/>
              <a:ahLst/>
              <a:cxnLst/>
              <a:rect l="l" t="t" r="r" b="b"/>
              <a:pathLst>
                <a:path w="5843" h="5797" extrusionOk="0">
                  <a:moveTo>
                    <a:pt x="3573" y="1"/>
                  </a:moveTo>
                  <a:cubicBezTo>
                    <a:pt x="3325" y="1"/>
                    <a:pt x="3073" y="63"/>
                    <a:pt x="2842" y="190"/>
                  </a:cubicBezTo>
                  <a:cubicBezTo>
                    <a:pt x="1601" y="873"/>
                    <a:pt x="137" y="1858"/>
                    <a:pt x="60" y="3417"/>
                  </a:cubicBezTo>
                  <a:cubicBezTo>
                    <a:pt x="0" y="4614"/>
                    <a:pt x="1093" y="5503"/>
                    <a:pt x="2173" y="5710"/>
                  </a:cubicBezTo>
                  <a:cubicBezTo>
                    <a:pt x="2461" y="5764"/>
                    <a:pt x="2762" y="5796"/>
                    <a:pt x="3062" y="5796"/>
                  </a:cubicBezTo>
                  <a:cubicBezTo>
                    <a:pt x="3825" y="5796"/>
                    <a:pt x="4587" y="5591"/>
                    <a:pt x="5144" y="5039"/>
                  </a:cubicBezTo>
                  <a:cubicBezTo>
                    <a:pt x="5685" y="4505"/>
                    <a:pt x="5842" y="3747"/>
                    <a:pt x="5672" y="3022"/>
                  </a:cubicBezTo>
                  <a:cubicBezTo>
                    <a:pt x="5564" y="2562"/>
                    <a:pt x="5291" y="2139"/>
                    <a:pt x="4975" y="1776"/>
                  </a:cubicBezTo>
                  <a:cubicBezTo>
                    <a:pt x="5057" y="1419"/>
                    <a:pt x="5013" y="1033"/>
                    <a:pt x="4823" y="709"/>
                  </a:cubicBezTo>
                  <a:cubicBezTo>
                    <a:pt x="4553" y="247"/>
                    <a:pt x="4070" y="1"/>
                    <a:pt x="3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0"/>
            <p:cNvSpPr/>
            <p:nvPr/>
          </p:nvSpPr>
          <p:spPr>
            <a:xfrm>
              <a:off x="3301700" y="1408750"/>
              <a:ext cx="862025" cy="474175"/>
            </a:xfrm>
            <a:custGeom>
              <a:avLst/>
              <a:gdLst/>
              <a:ahLst/>
              <a:cxnLst/>
              <a:rect l="l" t="t" r="r" b="b"/>
              <a:pathLst>
                <a:path w="34481" h="18967" extrusionOk="0">
                  <a:moveTo>
                    <a:pt x="812" y="2639"/>
                  </a:moveTo>
                  <a:cubicBezTo>
                    <a:pt x="1561" y="2524"/>
                    <a:pt x="2429" y="2383"/>
                    <a:pt x="3301" y="2263"/>
                  </a:cubicBezTo>
                  <a:cubicBezTo>
                    <a:pt x="5404" y="1975"/>
                    <a:pt x="7502" y="1644"/>
                    <a:pt x="9613" y="1434"/>
                  </a:cubicBezTo>
                  <a:cubicBezTo>
                    <a:pt x="11058" y="1290"/>
                    <a:pt x="12524" y="1343"/>
                    <a:pt x="13978" y="1266"/>
                  </a:cubicBezTo>
                  <a:cubicBezTo>
                    <a:pt x="15582" y="1179"/>
                    <a:pt x="17185" y="1046"/>
                    <a:pt x="18788" y="932"/>
                  </a:cubicBezTo>
                  <a:cubicBezTo>
                    <a:pt x="19281" y="896"/>
                    <a:pt x="19776" y="853"/>
                    <a:pt x="20269" y="816"/>
                  </a:cubicBezTo>
                  <a:cubicBezTo>
                    <a:pt x="23737" y="553"/>
                    <a:pt x="27203" y="263"/>
                    <a:pt x="30674" y="50"/>
                  </a:cubicBezTo>
                  <a:cubicBezTo>
                    <a:pt x="31492" y="0"/>
                    <a:pt x="32325" y="210"/>
                    <a:pt x="32994" y="285"/>
                  </a:cubicBezTo>
                  <a:cubicBezTo>
                    <a:pt x="33275" y="952"/>
                    <a:pt x="33519" y="1481"/>
                    <a:pt x="33724" y="2026"/>
                  </a:cubicBezTo>
                  <a:cubicBezTo>
                    <a:pt x="34006" y="2777"/>
                    <a:pt x="34127" y="3577"/>
                    <a:pt x="33948" y="4350"/>
                  </a:cubicBezTo>
                  <a:cubicBezTo>
                    <a:pt x="33772" y="5108"/>
                    <a:pt x="33814" y="5721"/>
                    <a:pt x="34480" y="6125"/>
                  </a:cubicBezTo>
                  <a:cubicBezTo>
                    <a:pt x="34478" y="6842"/>
                    <a:pt x="33820" y="6518"/>
                    <a:pt x="33502" y="6863"/>
                  </a:cubicBezTo>
                  <a:cubicBezTo>
                    <a:pt x="33791" y="7788"/>
                    <a:pt x="33364" y="8672"/>
                    <a:pt x="33125" y="9573"/>
                  </a:cubicBezTo>
                  <a:cubicBezTo>
                    <a:pt x="32983" y="10107"/>
                    <a:pt x="32657" y="10597"/>
                    <a:pt x="32383" y="11090"/>
                  </a:cubicBezTo>
                  <a:cubicBezTo>
                    <a:pt x="32156" y="11499"/>
                    <a:pt x="31874" y="11880"/>
                    <a:pt x="31632" y="12281"/>
                  </a:cubicBezTo>
                  <a:cubicBezTo>
                    <a:pt x="30161" y="14701"/>
                    <a:pt x="28249" y="16614"/>
                    <a:pt x="25530" y="17606"/>
                  </a:cubicBezTo>
                  <a:cubicBezTo>
                    <a:pt x="25027" y="17790"/>
                    <a:pt x="24506" y="17952"/>
                    <a:pt x="24032" y="18200"/>
                  </a:cubicBezTo>
                  <a:cubicBezTo>
                    <a:pt x="22923" y="18778"/>
                    <a:pt x="21740" y="18881"/>
                    <a:pt x="20521" y="18865"/>
                  </a:cubicBezTo>
                  <a:cubicBezTo>
                    <a:pt x="18842" y="18843"/>
                    <a:pt x="17170" y="18966"/>
                    <a:pt x="15485" y="18751"/>
                  </a:cubicBezTo>
                  <a:cubicBezTo>
                    <a:pt x="13633" y="18515"/>
                    <a:pt x="11923" y="17993"/>
                    <a:pt x="10323" y="17026"/>
                  </a:cubicBezTo>
                  <a:cubicBezTo>
                    <a:pt x="9138" y="16311"/>
                    <a:pt x="7814" y="15807"/>
                    <a:pt x="6694" y="15010"/>
                  </a:cubicBezTo>
                  <a:cubicBezTo>
                    <a:pt x="5706" y="14303"/>
                    <a:pt x="4884" y="13351"/>
                    <a:pt x="4040" y="12457"/>
                  </a:cubicBezTo>
                  <a:cubicBezTo>
                    <a:pt x="2779" y="11117"/>
                    <a:pt x="2223" y="9368"/>
                    <a:pt x="1422" y="7762"/>
                  </a:cubicBezTo>
                  <a:cubicBezTo>
                    <a:pt x="1238" y="7397"/>
                    <a:pt x="1052" y="7025"/>
                    <a:pt x="941" y="6634"/>
                  </a:cubicBezTo>
                  <a:cubicBezTo>
                    <a:pt x="579" y="5369"/>
                    <a:pt x="1" y="4115"/>
                    <a:pt x="812" y="2639"/>
                  </a:cubicBezTo>
                  <a:moveTo>
                    <a:pt x="12055" y="16155"/>
                  </a:moveTo>
                  <a:cubicBezTo>
                    <a:pt x="12092" y="15855"/>
                    <a:pt x="12156" y="15691"/>
                    <a:pt x="12125" y="15548"/>
                  </a:cubicBezTo>
                  <a:cubicBezTo>
                    <a:pt x="11845" y="14271"/>
                    <a:pt x="12345" y="13187"/>
                    <a:pt x="12975" y="12151"/>
                  </a:cubicBezTo>
                  <a:cubicBezTo>
                    <a:pt x="14024" y="10419"/>
                    <a:pt x="16250" y="10098"/>
                    <a:pt x="17839" y="11419"/>
                  </a:cubicBezTo>
                  <a:cubicBezTo>
                    <a:pt x="18755" y="12182"/>
                    <a:pt x="19296" y="12199"/>
                    <a:pt x="20279" y="11501"/>
                  </a:cubicBezTo>
                  <a:cubicBezTo>
                    <a:pt x="20383" y="11428"/>
                    <a:pt x="20504" y="11373"/>
                    <a:pt x="20591" y="11284"/>
                  </a:cubicBezTo>
                  <a:cubicBezTo>
                    <a:pt x="21178" y="10694"/>
                    <a:pt x="21917" y="10561"/>
                    <a:pt x="22696" y="10629"/>
                  </a:cubicBezTo>
                  <a:cubicBezTo>
                    <a:pt x="23551" y="10702"/>
                    <a:pt x="24438" y="10841"/>
                    <a:pt x="25039" y="11501"/>
                  </a:cubicBezTo>
                  <a:cubicBezTo>
                    <a:pt x="25778" y="12315"/>
                    <a:pt x="26520" y="13150"/>
                    <a:pt x="26909" y="14218"/>
                  </a:cubicBezTo>
                  <a:cubicBezTo>
                    <a:pt x="26971" y="14389"/>
                    <a:pt x="27085" y="14539"/>
                    <a:pt x="27232" y="14802"/>
                  </a:cubicBezTo>
                  <a:cubicBezTo>
                    <a:pt x="27742" y="14402"/>
                    <a:pt x="28217" y="14047"/>
                    <a:pt x="28674" y="13670"/>
                  </a:cubicBezTo>
                  <a:cubicBezTo>
                    <a:pt x="29572" y="12928"/>
                    <a:pt x="30015" y="11843"/>
                    <a:pt x="30715" y="10957"/>
                  </a:cubicBezTo>
                  <a:cubicBezTo>
                    <a:pt x="31577" y="9865"/>
                    <a:pt x="31871" y="8581"/>
                    <a:pt x="32304" y="7335"/>
                  </a:cubicBezTo>
                  <a:cubicBezTo>
                    <a:pt x="32493" y="6789"/>
                    <a:pt x="32348" y="6663"/>
                    <a:pt x="31787" y="6690"/>
                  </a:cubicBezTo>
                  <a:cubicBezTo>
                    <a:pt x="29486" y="6805"/>
                    <a:pt x="27186" y="6897"/>
                    <a:pt x="24887" y="7014"/>
                  </a:cubicBezTo>
                  <a:cubicBezTo>
                    <a:pt x="24319" y="7043"/>
                    <a:pt x="23750" y="7110"/>
                    <a:pt x="23192" y="7214"/>
                  </a:cubicBezTo>
                  <a:cubicBezTo>
                    <a:pt x="22481" y="7347"/>
                    <a:pt x="21800" y="7547"/>
                    <a:pt x="21044" y="7376"/>
                  </a:cubicBezTo>
                  <a:cubicBezTo>
                    <a:pt x="20612" y="7279"/>
                    <a:pt x="20119" y="7448"/>
                    <a:pt x="19654" y="7509"/>
                  </a:cubicBezTo>
                  <a:cubicBezTo>
                    <a:pt x="18528" y="7656"/>
                    <a:pt x="17407" y="7851"/>
                    <a:pt x="16277" y="7951"/>
                  </a:cubicBezTo>
                  <a:cubicBezTo>
                    <a:pt x="14326" y="8127"/>
                    <a:pt x="12372" y="8250"/>
                    <a:pt x="10420" y="8387"/>
                  </a:cubicBezTo>
                  <a:cubicBezTo>
                    <a:pt x="9570" y="8445"/>
                    <a:pt x="8718" y="8475"/>
                    <a:pt x="7868" y="8528"/>
                  </a:cubicBezTo>
                  <a:cubicBezTo>
                    <a:pt x="6437" y="8615"/>
                    <a:pt x="5005" y="8711"/>
                    <a:pt x="3549" y="8803"/>
                  </a:cubicBezTo>
                  <a:cubicBezTo>
                    <a:pt x="3646" y="9934"/>
                    <a:pt x="4339" y="10670"/>
                    <a:pt x="4942" y="11423"/>
                  </a:cubicBezTo>
                  <a:cubicBezTo>
                    <a:pt x="6781" y="13723"/>
                    <a:pt x="9367" y="14921"/>
                    <a:pt x="12057" y="16153"/>
                  </a:cubicBezTo>
                  <a:moveTo>
                    <a:pt x="1375" y="4012"/>
                  </a:moveTo>
                  <a:cubicBezTo>
                    <a:pt x="1636" y="4738"/>
                    <a:pt x="1952" y="5547"/>
                    <a:pt x="2218" y="6373"/>
                  </a:cubicBezTo>
                  <a:cubicBezTo>
                    <a:pt x="2583" y="7508"/>
                    <a:pt x="2810" y="7668"/>
                    <a:pt x="4003" y="7571"/>
                  </a:cubicBezTo>
                  <a:cubicBezTo>
                    <a:pt x="5136" y="7477"/>
                    <a:pt x="6273" y="7419"/>
                    <a:pt x="7406" y="7323"/>
                  </a:cubicBezTo>
                  <a:cubicBezTo>
                    <a:pt x="11193" y="7002"/>
                    <a:pt x="15000" y="6979"/>
                    <a:pt x="18774" y="6395"/>
                  </a:cubicBezTo>
                  <a:cubicBezTo>
                    <a:pt x="20634" y="6106"/>
                    <a:pt x="22542" y="6141"/>
                    <a:pt x="24425" y="5987"/>
                  </a:cubicBezTo>
                  <a:cubicBezTo>
                    <a:pt x="26469" y="5821"/>
                    <a:pt x="28512" y="5605"/>
                    <a:pt x="30556" y="5420"/>
                  </a:cubicBezTo>
                  <a:cubicBezTo>
                    <a:pt x="31244" y="5357"/>
                    <a:pt x="31934" y="5323"/>
                    <a:pt x="32715" y="5270"/>
                  </a:cubicBezTo>
                  <a:cubicBezTo>
                    <a:pt x="32799" y="4402"/>
                    <a:pt x="32934" y="3564"/>
                    <a:pt x="32942" y="2726"/>
                  </a:cubicBezTo>
                  <a:cubicBezTo>
                    <a:pt x="32949" y="1978"/>
                    <a:pt x="32236" y="1307"/>
                    <a:pt x="31481" y="1328"/>
                  </a:cubicBezTo>
                  <a:cubicBezTo>
                    <a:pt x="30125" y="1362"/>
                    <a:pt x="28771" y="1468"/>
                    <a:pt x="27415" y="1531"/>
                  </a:cubicBezTo>
                  <a:cubicBezTo>
                    <a:pt x="26754" y="1562"/>
                    <a:pt x="26080" y="1480"/>
                    <a:pt x="25437" y="1591"/>
                  </a:cubicBezTo>
                  <a:cubicBezTo>
                    <a:pt x="24307" y="1787"/>
                    <a:pt x="23194" y="1946"/>
                    <a:pt x="22040" y="1848"/>
                  </a:cubicBezTo>
                  <a:cubicBezTo>
                    <a:pt x="21457" y="1799"/>
                    <a:pt x="20885" y="1973"/>
                    <a:pt x="20305" y="2186"/>
                  </a:cubicBezTo>
                  <a:cubicBezTo>
                    <a:pt x="19784" y="2379"/>
                    <a:pt x="19132" y="2188"/>
                    <a:pt x="18545" y="2238"/>
                  </a:cubicBezTo>
                  <a:cubicBezTo>
                    <a:pt x="17956" y="2287"/>
                    <a:pt x="17369" y="2529"/>
                    <a:pt x="16787" y="2507"/>
                  </a:cubicBezTo>
                  <a:cubicBezTo>
                    <a:pt x="14454" y="2420"/>
                    <a:pt x="12195" y="2958"/>
                    <a:pt x="9901" y="3198"/>
                  </a:cubicBezTo>
                  <a:cubicBezTo>
                    <a:pt x="7054" y="3499"/>
                    <a:pt x="4201" y="3745"/>
                    <a:pt x="1373" y="4012"/>
                  </a:cubicBezTo>
                  <a:moveTo>
                    <a:pt x="19306" y="17218"/>
                  </a:moveTo>
                  <a:cubicBezTo>
                    <a:pt x="22650" y="17044"/>
                    <a:pt x="23213" y="16916"/>
                    <a:pt x="25423" y="15877"/>
                  </a:cubicBezTo>
                  <a:cubicBezTo>
                    <a:pt x="26223" y="15500"/>
                    <a:pt x="26298" y="15421"/>
                    <a:pt x="25916" y="14679"/>
                  </a:cubicBezTo>
                  <a:cubicBezTo>
                    <a:pt x="25542" y="13957"/>
                    <a:pt x="25056" y="13293"/>
                    <a:pt x="24604" y="12614"/>
                  </a:cubicBezTo>
                  <a:cubicBezTo>
                    <a:pt x="23959" y="11645"/>
                    <a:pt x="22725" y="11479"/>
                    <a:pt x="21812" y="12232"/>
                  </a:cubicBezTo>
                  <a:cubicBezTo>
                    <a:pt x="21593" y="12413"/>
                    <a:pt x="21382" y="12607"/>
                    <a:pt x="21182" y="12810"/>
                  </a:cubicBezTo>
                  <a:cubicBezTo>
                    <a:pt x="20544" y="13471"/>
                    <a:pt x="19818" y="13486"/>
                    <a:pt x="19047" y="13100"/>
                  </a:cubicBezTo>
                  <a:cubicBezTo>
                    <a:pt x="18260" y="12706"/>
                    <a:pt x="17477" y="12302"/>
                    <a:pt x="16704" y="11882"/>
                  </a:cubicBezTo>
                  <a:cubicBezTo>
                    <a:pt x="15876" y="11433"/>
                    <a:pt x="15342" y="11523"/>
                    <a:pt x="14688" y="12189"/>
                  </a:cubicBezTo>
                  <a:cubicBezTo>
                    <a:pt x="13796" y="13097"/>
                    <a:pt x="13425" y="14288"/>
                    <a:pt x="12917" y="15403"/>
                  </a:cubicBezTo>
                  <a:cubicBezTo>
                    <a:pt x="12707" y="15867"/>
                    <a:pt x="12995" y="16218"/>
                    <a:pt x="13304" y="16481"/>
                  </a:cubicBezTo>
                  <a:cubicBezTo>
                    <a:pt x="13505" y="16654"/>
                    <a:pt x="13818" y="16717"/>
                    <a:pt x="14093" y="16778"/>
                  </a:cubicBezTo>
                  <a:cubicBezTo>
                    <a:pt x="15900" y="17179"/>
                    <a:pt x="17717" y="17471"/>
                    <a:pt x="19306" y="1721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50"/>
            <p:cNvSpPr/>
            <p:nvPr/>
          </p:nvSpPr>
          <p:spPr>
            <a:xfrm>
              <a:off x="3343275" y="1094475"/>
              <a:ext cx="242825" cy="198275"/>
            </a:xfrm>
            <a:custGeom>
              <a:avLst/>
              <a:gdLst/>
              <a:ahLst/>
              <a:cxnLst/>
              <a:rect l="l" t="t" r="r" b="b"/>
              <a:pathLst>
                <a:path w="9713" h="7931" extrusionOk="0">
                  <a:moveTo>
                    <a:pt x="5294" y="17"/>
                  </a:moveTo>
                  <a:cubicBezTo>
                    <a:pt x="6856" y="346"/>
                    <a:pt x="8405" y="1065"/>
                    <a:pt x="9294" y="2726"/>
                  </a:cubicBezTo>
                  <a:cubicBezTo>
                    <a:pt x="9713" y="3502"/>
                    <a:pt x="9426" y="4345"/>
                    <a:pt x="9033" y="5050"/>
                  </a:cubicBezTo>
                  <a:cubicBezTo>
                    <a:pt x="8637" y="5762"/>
                    <a:pt x="8115" y="6436"/>
                    <a:pt x="7339" y="6803"/>
                  </a:cubicBezTo>
                  <a:cubicBezTo>
                    <a:pt x="6675" y="7117"/>
                    <a:pt x="6217" y="7736"/>
                    <a:pt x="5371" y="7820"/>
                  </a:cubicBezTo>
                  <a:cubicBezTo>
                    <a:pt x="4255" y="7931"/>
                    <a:pt x="3326" y="7774"/>
                    <a:pt x="2379" y="7125"/>
                  </a:cubicBezTo>
                  <a:cubicBezTo>
                    <a:pt x="1439" y="6480"/>
                    <a:pt x="910" y="5668"/>
                    <a:pt x="468" y="4642"/>
                  </a:cubicBezTo>
                  <a:cubicBezTo>
                    <a:pt x="0" y="3557"/>
                    <a:pt x="446" y="2736"/>
                    <a:pt x="973" y="1997"/>
                  </a:cubicBezTo>
                  <a:cubicBezTo>
                    <a:pt x="1918" y="671"/>
                    <a:pt x="3497" y="0"/>
                    <a:pt x="5294" y="17"/>
                  </a:cubicBezTo>
                  <a:moveTo>
                    <a:pt x="5093" y="6569"/>
                  </a:moveTo>
                  <a:cubicBezTo>
                    <a:pt x="6484" y="6555"/>
                    <a:pt x="7419" y="5777"/>
                    <a:pt x="8090" y="4693"/>
                  </a:cubicBezTo>
                  <a:cubicBezTo>
                    <a:pt x="8784" y="3575"/>
                    <a:pt x="8617" y="2934"/>
                    <a:pt x="7591" y="2067"/>
                  </a:cubicBezTo>
                  <a:cubicBezTo>
                    <a:pt x="7231" y="1761"/>
                    <a:pt x="6844" y="1488"/>
                    <a:pt x="6479" y="1190"/>
                  </a:cubicBezTo>
                  <a:cubicBezTo>
                    <a:pt x="5765" y="606"/>
                    <a:pt x="4992" y="594"/>
                    <a:pt x="4163" y="898"/>
                  </a:cubicBezTo>
                  <a:cubicBezTo>
                    <a:pt x="3234" y="1239"/>
                    <a:pt x="2560" y="1874"/>
                    <a:pt x="1995" y="2662"/>
                  </a:cubicBezTo>
                  <a:cubicBezTo>
                    <a:pt x="1386" y="3511"/>
                    <a:pt x="1502" y="4519"/>
                    <a:pt x="2314" y="5181"/>
                  </a:cubicBezTo>
                  <a:cubicBezTo>
                    <a:pt x="2582" y="5398"/>
                    <a:pt x="2872" y="5594"/>
                    <a:pt x="3115" y="5838"/>
                  </a:cubicBezTo>
                  <a:cubicBezTo>
                    <a:pt x="3669" y="6393"/>
                    <a:pt x="4357" y="6530"/>
                    <a:pt x="5093" y="656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50"/>
            <p:cNvSpPr/>
            <p:nvPr/>
          </p:nvSpPr>
          <p:spPr>
            <a:xfrm>
              <a:off x="3943325" y="1105350"/>
              <a:ext cx="183650" cy="196375"/>
            </a:xfrm>
            <a:custGeom>
              <a:avLst/>
              <a:gdLst/>
              <a:ahLst/>
              <a:cxnLst/>
              <a:rect l="l" t="t" r="r" b="b"/>
              <a:pathLst>
                <a:path w="7346" h="7855" extrusionOk="0">
                  <a:moveTo>
                    <a:pt x="63" y="3538"/>
                  </a:moveTo>
                  <a:cubicBezTo>
                    <a:pt x="62" y="1594"/>
                    <a:pt x="1475" y="0"/>
                    <a:pt x="3453" y="24"/>
                  </a:cubicBezTo>
                  <a:cubicBezTo>
                    <a:pt x="4280" y="34"/>
                    <a:pt x="5204" y="162"/>
                    <a:pt x="6018" y="707"/>
                  </a:cubicBezTo>
                  <a:cubicBezTo>
                    <a:pt x="7134" y="1456"/>
                    <a:pt x="7346" y="2541"/>
                    <a:pt x="7329" y="3678"/>
                  </a:cubicBezTo>
                  <a:cubicBezTo>
                    <a:pt x="7310" y="4801"/>
                    <a:pt x="6956" y="5927"/>
                    <a:pt x="5939" y="6557"/>
                  </a:cubicBezTo>
                  <a:cubicBezTo>
                    <a:pt x="3844" y="7854"/>
                    <a:pt x="889" y="7340"/>
                    <a:pt x="74" y="4390"/>
                  </a:cubicBezTo>
                  <a:cubicBezTo>
                    <a:pt x="0" y="4125"/>
                    <a:pt x="63" y="3823"/>
                    <a:pt x="63" y="3538"/>
                  </a:cubicBezTo>
                  <a:moveTo>
                    <a:pt x="3338" y="5772"/>
                  </a:moveTo>
                  <a:cubicBezTo>
                    <a:pt x="3605" y="5740"/>
                    <a:pt x="3823" y="5699"/>
                    <a:pt x="4043" y="5690"/>
                  </a:cubicBezTo>
                  <a:cubicBezTo>
                    <a:pt x="5130" y="5649"/>
                    <a:pt x="5694" y="5187"/>
                    <a:pt x="6112" y="3977"/>
                  </a:cubicBezTo>
                  <a:cubicBezTo>
                    <a:pt x="6441" y="3021"/>
                    <a:pt x="6192" y="1965"/>
                    <a:pt x="5520" y="1395"/>
                  </a:cubicBezTo>
                  <a:cubicBezTo>
                    <a:pt x="4958" y="918"/>
                    <a:pt x="4280" y="823"/>
                    <a:pt x="3591" y="830"/>
                  </a:cubicBezTo>
                  <a:cubicBezTo>
                    <a:pt x="3224" y="833"/>
                    <a:pt x="2721" y="840"/>
                    <a:pt x="2518" y="1063"/>
                  </a:cubicBezTo>
                  <a:cubicBezTo>
                    <a:pt x="2002" y="1632"/>
                    <a:pt x="1511" y="2273"/>
                    <a:pt x="1209" y="2973"/>
                  </a:cubicBezTo>
                  <a:cubicBezTo>
                    <a:pt x="705" y="4144"/>
                    <a:pt x="2275" y="5724"/>
                    <a:pt x="3338" y="577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0"/>
            <p:cNvSpPr/>
            <p:nvPr/>
          </p:nvSpPr>
          <p:spPr>
            <a:xfrm>
              <a:off x="3059450" y="773350"/>
              <a:ext cx="1358125" cy="1340100"/>
            </a:xfrm>
            <a:custGeom>
              <a:avLst/>
              <a:gdLst/>
              <a:ahLst/>
              <a:cxnLst/>
              <a:rect l="l" t="t" r="r" b="b"/>
              <a:pathLst>
                <a:path w="54325" h="53604" extrusionOk="0">
                  <a:moveTo>
                    <a:pt x="27496" y="2241"/>
                  </a:moveTo>
                  <a:cubicBezTo>
                    <a:pt x="27626" y="2241"/>
                    <a:pt x="27756" y="2242"/>
                    <a:pt x="27885" y="2243"/>
                  </a:cubicBezTo>
                  <a:cubicBezTo>
                    <a:pt x="28763" y="2247"/>
                    <a:pt x="29619" y="2295"/>
                    <a:pt x="30449" y="2380"/>
                  </a:cubicBezTo>
                  <a:cubicBezTo>
                    <a:pt x="32111" y="2545"/>
                    <a:pt x="33662" y="2885"/>
                    <a:pt x="35091" y="3284"/>
                  </a:cubicBezTo>
                  <a:cubicBezTo>
                    <a:pt x="37946" y="4098"/>
                    <a:pt x="40318" y="5215"/>
                    <a:pt x="42127" y="6370"/>
                  </a:cubicBezTo>
                  <a:cubicBezTo>
                    <a:pt x="43032" y="6947"/>
                    <a:pt x="43808" y="7517"/>
                    <a:pt x="44450" y="8054"/>
                  </a:cubicBezTo>
                  <a:cubicBezTo>
                    <a:pt x="45088" y="8595"/>
                    <a:pt x="45609" y="9085"/>
                    <a:pt x="46008" y="9503"/>
                  </a:cubicBezTo>
                  <a:cubicBezTo>
                    <a:pt x="46407" y="9922"/>
                    <a:pt x="46701" y="10253"/>
                    <a:pt x="46896" y="10481"/>
                  </a:cubicBezTo>
                  <a:cubicBezTo>
                    <a:pt x="47088" y="10708"/>
                    <a:pt x="47187" y="10826"/>
                    <a:pt x="47187" y="10826"/>
                  </a:cubicBezTo>
                  <a:lnTo>
                    <a:pt x="47182" y="10818"/>
                  </a:lnTo>
                  <a:lnTo>
                    <a:pt x="47182" y="10818"/>
                  </a:lnTo>
                  <a:cubicBezTo>
                    <a:pt x="47182" y="10818"/>
                    <a:pt x="47280" y="10944"/>
                    <a:pt x="47471" y="11186"/>
                  </a:cubicBezTo>
                  <a:cubicBezTo>
                    <a:pt x="47665" y="11434"/>
                    <a:pt x="47916" y="11766"/>
                    <a:pt x="48251" y="12248"/>
                  </a:cubicBezTo>
                  <a:cubicBezTo>
                    <a:pt x="48904" y="13198"/>
                    <a:pt x="49819" y="14642"/>
                    <a:pt x="50635" y="16646"/>
                  </a:cubicBezTo>
                  <a:cubicBezTo>
                    <a:pt x="51454" y="18641"/>
                    <a:pt x="52160" y="21204"/>
                    <a:pt x="52347" y="24208"/>
                  </a:cubicBezTo>
                  <a:cubicBezTo>
                    <a:pt x="52543" y="27203"/>
                    <a:pt x="52203" y="30640"/>
                    <a:pt x="51024" y="34140"/>
                  </a:cubicBezTo>
                  <a:cubicBezTo>
                    <a:pt x="50437" y="35886"/>
                    <a:pt x="49662" y="37654"/>
                    <a:pt x="48640" y="39356"/>
                  </a:cubicBezTo>
                  <a:cubicBezTo>
                    <a:pt x="47626" y="41063"/>
                    <a:pt x="46372" y="42699"/>
                    <a:pt x="44912" y="44215"/>
                  </a:cubicBezTo>
                  <a:cubicBezTo>
                    <a:pt x="44184" y="44964"/>
                    <a:pt x="43380" y="45706"/>
                    <a:pt x="42556" y="46353"/>
                  </a:cubicBezTo>
                  <a:cubicBezTo>
                    <a:pt x="42112" y="46695"/>
                    <a:pt x="41660" y="47056"/>
                    <a:pt x="41224" y="47343"/>
                  </a:cubicBezTo>
                  <a:cubicBezTo>
                    <a:pt x="40794" y="47655"/>
                    <a:pt x="40327" y="47946"/>
                    <a:pt x="39857" y="48241"/>
                  </a:cubicBezTo>
                  <a:cubicBezTo>
                    <a:pt x="38912" y="48811"/>
                    <a:pt x="37925" y="49343"/>
                    <a:pt x="36886" y="49785"/>
                  </a:cubicBezTo>
                  <a:cubicBezTo>
                    <a:pt x="36374" y="50024"/>
                    <a:pt x="35838" y="50214"/>
                    <a:pt x="35306" y="50418"/>
                  </a:cubicBezTo>
                  <a:cubicBezTo>
                    <a:pt x="35038" y="50516"/>
                    <a:pt x="34763" y="50596"/>
                    <a:pt x="34492" y="50688"/>
                  </a:cubicBezTo>
                  <a:lnTo>
                    <a:pt x="34082" y="50821"/>
                  </a:lnTo>
                  <a:lnTo>
                    <a:pt x="33667" y="50936"/>
                  </a:lnTo>
                  <a:cubicBezTo>
                    <a:pt x="31530" y="51540"/>
                    <a:pt x="29266" y="51854"/>
                    <a:pt x="26972" y="51854"/>
                  </a:cubicBezTo>
                  <a:cubicBezTo>
                    <a:pt x="24516" y="51854"/>
                    <a:pt x="22026" y="51493"/>
                    <a:pt x="19623" y="50739"/>
                  </a:cubicBezTo>
                  <a:cubicBezTo>
                    <a:pt x="17308" y="50004"/>
                    <a:pt x="15080" y="48922"/>
                    <a:pt x="13058" y="47522"/>
                  </a:cubicBezTo>
                  <a:cubicBezTo>
                    <a:pt x="11034" y="46125"/>
                    <a:pt x="9215" y="44421"/>
                    <a:pt x="7650" y="42505"/>
                  </a:cubicBezTo>
                  <a:cubicBezTo>
                    <a:pt x="6059" y="40581"/>
                    <a:pt x="4702" y="38475"/>
                    <a:pt x="3617" y="36240"/>
                  </a:cubicBezTo>
                  <a:cubicBezTo>
                    <a:pt x="2538" y="34004"/>
                    <a:pt x="1777" y="31615"/>
                    <a:pt x="1434" y="29174"/>
                  </a:cubicBezTo>
                  <a:cubicBezTo>
                    <a:pt x="1089" y="26735"/>
                    <a:pt x="1194" y="24252"/>
                    <a:pt x="1721" y="21895"/>
                  </a:cubicBezTo>
                  <a:cubicBezTo>
                    <a:pt x="2253" y="19538"/>
                    <a:pt x="3212" y="17322"/>
                    <a:pt x="4448" y="15337"/>
                  </a:cubicBezTo>
                  <a:cubicBezTo>
                    <a:pt x="5684" y="13350"/>
                    <a:pt x="7167" y="11574"/>
                    <a:pt x="8790" y="10014"/>
                  </a:cubicBezTo>
                  <a:cubicBezTo>
                    <a:pt x="9602" y="9235"/>
                    <a:pt x="10443" y="8505"/>
                    <a:pt x="11309" y="7824"/>
                  </a:cubicBezTo>
                  <a:lnTo>
                    <a:pt x="11628" y="7575"/>
                  </a:lnTo>
                  <a:lnTo>
                    <a:pt x="11962" y="7322"/>
                  </a:lnTo>
                  <a:cubicBezTo>
                    <a:pt x="12184" y="7158"/>
                    <a:pt x="12396" y="7008"/>
                    <a:pt x="12616" y="6853"/>
                  </a:cubicBezTo>
                  <a:cubicBezTo>
                    <a:pt x="13060" y="6549"/>
                    <a:pt x="13505" y="6252"/>
                    <a:pt x="13961" y="5981"/>
                  </a:cubicBezTo>
                  <a:cubicBezTo>
                    <a:pt x="15775" y="4882"/>
                    <a:pt x="17674" y="4042"/>
                    <a:pt x="19572" y="3455"/>
                  </a:cubicBezTo>
                  <a:cubicBezTo>
                    <a:pt x="21472" y="2863"/>
                    <a:pt x="23366" y="2511"/>
                    <a:pt x="25196" y="2342"/>
                  </a:cubicBezTo>
                  <a:cubicBezTo>
                    <a:pt x="25976" y="2271"/>
                    <a:pt x="26743" y="2241"/>
                    <a:pt x="27496" y="2241"/>
                  </a:cubicBezTo>
                  <a:close/>
                  <a:moveTo>
                    <a:pt x="28085" y="0"/>
                  </a:moveTo>
                  <a:cubicBezTo>
                    <a:pt x="28017" y="0"/>
                    <a:pt x="27949" y="0"/>
                    <a:pt x="27880" y="1"/>
                  </a:cubicBezTo>
                  <a:cubicBezTo>
                    <a:pt x="26928" y="20"/>
                    <a:pt x="25955" y="83"/>
                    <a:pt x="24969" y="204"/>
                  </a:cubicBezTo>
                  <a:cubicBezTo>
                    <a:pt x="21025" y="668"/>
                    <a:pt x="16854" y="2093"/>
                    <a:pt x="13072" y="4578"/>
                  </a:cubicBezTo>
                  <a:cubicBezTo>
                    <a:pt x="12597" y="4885"/>
                    <a:pt x="12136" y="5220"/>
                    <a:pt x="11677" y="5561"/>
                  </a:cubicBezTo>
                  <a:cubicBezTo>
                    <a:pt x="11450" y="5733"/>
                    <a:pt x="11215" y="5916"/>
                    <a:pt x="10995" y="6094"/>
                  </a:cubicBezTo>
                  <a:lnTo>
                    <a:pt x="10669" y="6360"/>
                  </a:lnTo>
                  <a:lnTo>
                    <a:pt x="10500" y="6501"/>
                  </a:lnTo>
                  <a:lnTo>
                    <a:pt x="10336" y="6641"/>
                  </a:lnTo>
                  <a:cubicBezTo>
                    <a:pt x="9464" y="7389"/>
                    <a:pt x="8616" y="8184"/>
                    <a:pt x="7803" y="9034"/>
                  </a:cubicBezTo>
                  <a:cubicBezTo>
                    <a:pt x="6184" y="10736"/>
                    <a:pt x="4706" y="12657"/>
                    <a:pt x="3521" y="14794"/>
                  </a:cubicBezTo>
                  <a:cubicBezTo>
                    <a:pt x="1146" y="19061"/>
                    <a:pt x="1" y="24187"/>
                    <a:pt x="565" y="29280"/>
                  </a:cubicBezTo>
                  <a:cubicBezTo>
                    <a:pt x="830" y="31825"/>
                    <a:pt x="1497" y="34347"/>
                    <a:pt x="2501" y="36741"/>
                  </a:cubicBezTo>
                  <a:cubicBezTo>
                    <a:pt x="3496" y="39141"/>
                    <a:pt x="4864" y="41390"/>
                    <a:pt x="6448" y="43457"/>
                  </a:cubicBezTo>
                  <a:cubicBezTo>
                    <a:pt x="9657" y="47620"/>
                    <a:pt x="14201" y="50717"/>
                    <a:pt x="19132" y="52280"/>
                  </a:cubicBezTo>
                  <a:cubicBezTo>
                    <a:pt x="21596" y="53076"/>
                    <a:pt x="24151" y="53521"/>
                    <a:pt x="26694" y="53593"/>
                  </a:cubicBezTo>
                  <a:cubicBezTo>
                    <a:pt x="26943" y="53600"/>
                    <a:pt x="27191" y="53603"/>
                    <a:pt x="27439" y="53603"/>
                  </a:cubicBezTo>
                  <a:cubicBezTo>
                    <a:pt x="29728" y="53603"/>
                    <a:pt x="31992" y="53313"/>
                    <a:pt x="34155" y="52745"/>
                  </a:cubicBezTo>
                  <a:lnTo>
                    <a:pt x="34604" y="52629"/>
                  </a:lnTo>
                  <a:lnTo>
                    <a:pt x="35048" y="52494"/>
                  </a:lnTo>
                  <a:cubicBezTo>
                    <a:pt x="35342" y="52403"/>
                    <a:pt x="35639" y="52320"/>
                    <a:pt x="35929" y="52219"/>
                  </a:cubicBezTo>
                  <a:cubicBezTo>
                    <a:pt x="36507" y="52009"/>
                    <a:pt x="37087" y="51814"/>
                    <a:pt x="37646" y="51569"/>
                  </a:cubicBezTo>
                  <a:cubicBezTo>
                    <a:pt x="38775" y="51110"/>
                    <a:pt x="39851" y="50553"/>
                    <a:pt x="40883" y="49954"/>
                  </a:cubicBezTo>
                  <a:cubicBezTo>
                    <a:pt x="41139" y="49799"/>
                    <a:pt x="41393" y="49645"/>
                    <a:pt x="41648" y="49490"/>
                  </a:cubicBezTo>
                  <a:cubicBezTo>
                    <a:pt x="41902" y="49338"/>
                    <a:pt x="42148" y="49154"/>
                    <a:pt x="42395" y="48987"/>
                  </a:cubicBezTo>
                  <a:cubicBezTo>
                    <a:pt x="42911" y="48647"/>
                    <a:pt x="43342" y="48302"/>
                    <a:pt x="43791" y="47961"/>
                  </a:cubicBezTo>
                  <a:cubicBezTo>
                    <a:pt x="44738" y="47225"/>
                    <a:pt x="45573" y="46459"/>
                    <a:pt x="46377" y="45643"/>
                  </a:cubicBezTo>
                  <a:cubicBezTo>
                    <a:pt x="47976" y="44022"/>
                    <a:pt x="49302" y="42227"/>
                    <a:pt x="50377" y="40380"/>
                  </a:cubicBezTo>
                  <a:cubicBezTo>
                    <a:pt x="51456" y="38533"/>
                    <a:pt x="52280" y="36627"/>
                    <a:pt x="52877" y="34740"/>
                  </a:cubicBezTo>
                  <a:cubicBezTo>
                    <a:pt x="54057" y="30952"/>
                    <a:pt x="54325" y="27273"/>
                    <a:pt x="54050" y="24080"/>
                  </a:cubicBezTo>
                  <a:cubicBezTo>
                    <a:pt x="53782" y="20878"/>
                    <a:pt x="52963" y="18166"/>
                    <a:pt x="52080" y="16047"/>
                  </a:cubicBezTo>
                  <a:cubicBezTo>
                    <a:pt x="51181" y="13927"/>
                    <a:pt x="50218" y="12381"/>
                    <a:pt x="49519" y="11369"/>
                  </a:cubicBezTo>
                  <a:cubicBezTo>
                    <a:pt x="49172" y="10869"/>
                    <a:pt x="48870" y="10471"/>
                    <a:pt x="48684" y="10232"/>
                  </a:cubicBezTo>
                  <a:cubicBezTo>
                    <a:pt x="48493" y="9990"/>
                    <a:pt x="48394" y="9865"/>
                    <a:pt x="48394" y="9865"/>
                  </a:cubicBezTo>
                  <a:lnTo>
                    <a:pt x="48387" y="9857"/>
                  </a:lnTo>
                  <a:cubicBezTo>
                    <a:pt x="48387" y="9857"/>
                    <a:pt x="48283" y="9729"/>
                    <a:pt x="48082" y="9483"/>
                  </a:cubicBezTo>
                  <a:cubicBezTo>
                    <a:pt x="47880" y="9235"/>
                    <a:pt x="47573" y="8875"/>
                    <a:pt x="47155" y="8421"/>
                  </a:cubicBezTo>
                  <a:cubicBezTo>
                    <a:pt x="46319" y="7519"/>
                    <a:pt x="45047" y="6215"/>
                    <a:pt x="43189" y="4827"/>
                  </a:cubicBezTo>
                  <a:cubicBezTo>
                    <a:pt x="41327" y="3462"/>
                    <a:pt x="38857" y="1989"/>
                    <a:pt x="35734" y="1073"/>
                  </a:cubicBezTo>
                  <a:cubicBezTo>
                    <a:pt x="34181" y="605"/>
                    <a:pt x="32476" y="288"/>
                    <a:pt x="30669" y="119"/>
                  </a:cubicBezTo>
                  <a:cubicBezTo>
                    <a:pt x="29829" y="41"/>
                    <a:pt x="28967" y="0"/>
                    <a:pt x="28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9" name="Google Shape;1989;p50"/>
          <p:cNvGrpSpPr/>
          <p:nvPr/>
        </p:nvGrpSpPr>
        <p:grpSpPr>
          <a:xfrm rot="-1923749">
            <a:off x="910605" y="2952398"/>
            <a:ext cx="769232" cy="549950"/>
            <a:chOff x="1546975" y="2133325"/>
            <a:chExt cx="1954725" cy="1397500"/>
          </a:xfrm>
        </p:grpSpPr>
        <p:sp>
          <p:nvSpPr>
            <p:cNvPr id="1990" name="Google Shape;1990;p50"/>
            <p:cNvSpPr/>
            <p:nvPr/>
          </p:nvSpPr>
          <p:spPr>
            <a:xfrm>
              <a:off x="1546975" y="2187225"/>
              <a:ext cx="1954725" cy="1343600"/>
            </a:xfrm>
            <a:custGeom>
              <a:avLst/>
              <a:gdLst/>
              <a:ahLst/>
              <a:cxnLst/>
              <a:rect l="l" t="t" r="r" b="b"/>
              <a:pathLst>
                <a:path w="78189" h="53744" extrusionOk="0">
                  <a:moveTo>
                    <a:pt x="40074" y="0"/>
                  </a:moveTo>
                  <a:cubicBezTo>
                    <a:pt x="36753" y="0"/>
                    <a:pt x="33172" y="567"/>
                    <a:pt x="29367" y="1816"/>
                  </a:cubicBezTo>
                  <a:cubicBezTo>
                    <a:pt x="0" y="10014"/>
                    <a:pt x="10392" y="53744"/>
                    <a:pt x="37429" y="53744"/>
                  </a:cubicBezTo>
                  <a:cubicBezTo>
                    <a:pt x="40011" y="53744"/>
                    <a:pt x="42745" y="53345"/>
                    <a:pt x="45611" y="52478"/>
                  </a:cubicBezTo>
                  <a:cubicBezTo>
                    <a:pt x="78188" y="42624"/>
                    <a:pt x="68874" y="0"/>
                    <a:pt x="400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0"/>
            <p:cNvSpPr/>
            <p:nvPr/>
          </p:nvSpPr>
          <p:spPr>
            <a:xfrm>
              <a:off x="2167850" y="2526175"/>
              <a:ext cx="194000" cy="146900"/>
            </a:xfrm>
            <a:custGeom>
              <a:avLst/>
              <a:gdLst/>
              <a:ahLst/>
              <a:cxnLst/>
              <a:rect l="l" t="t" r="r" b="b"/>
              <a:pathLst>
                <a:path w="7760" h="5876" extrusionOk="0">
                  <a:moveTo>
                    <a:pt x="3644" y="0"/>
                  </a:moveTo>
                  <a:cubicBezTo>
                    <a:pt x="2174" y="0"/>
                    <a:pt x="936" y="1072"/>
                    <a:pt x="477" y="2502"/>
                  </a:cubicBezTo>
                  <a:cubicBezTo>
                    <a:pt x="1" y="3994"/>
                    <a:pt x="1100" y="5379"/>
                    <a:pt x="2488" y="5767"/>
                  </a:cubicBezTo>
                  <a:cubicBezTo>
                    <a:pt x="2754" y="5841"/>
                    <a:pt x="3023" y="5876"/>
                    <a:pt x="3289" y="5876"/>
                  </a:cubicBezTo>
                  <a:cubicBezTo>
                    <a:pt x="3893" y="5876"/>
                    <a:pt x="4481" y="5696"/>
                    <a:pt x="4993" y="5383"/>
                  </a:cubicBezTo>
                  <a:cubicBezTo>
                    <a:pt x="5022" y="5386"/>
                    <a:pt x="5049" y="5391"/>
                    <a:pt x="5080" y="5395"/>
                  </a:cubicBezTo>
                  <a:cubicBezTo>
                    <a:pt x="5147" y="5402"/>
                    <a:pt x="5292" y="5415"/>
                    <a:pt x="5389" y="5415"/>
                  </a:cubicBezTo>
                  <a:cubicBezTo>
                    <a:pt x="5496" y="5415"/>
                    <a:pt x="5546" y="5399"/>
                    <a:pt x="5370" y="5342"/>
                  </a:cubicBezTo>
                  <a:lnTo>
                    <a:pt x="5370" y="5342"/>
                  </a:lnTo>
                  <a:cubicBezTo>
                    <a:pt x="5535" y="5395"/>
                    <a:pt x="5691" y="5420"/>
                    <a:pt x="5838" y="5420"/>
                  </a:cubicBezTo>
                  <a:cubicBezTo>
                    <a:pt x="6444" y="5420"/>
                    <a:pt x="6877" y="4999"/>
                    <a:pt x="7056" y="4475"/>
                  </a:cubicBezTo>
                  <a:cubicBezTo>
                    <a:pt x="7486" y="4113"/>
                    <a:pt x="7759" y="3512"/>
                    <a:pt x="7537" y="2982"/>
                  </a:cubicBezTo>
                  <a:lnTo>
                    <a:pt x="7539" y="2982"/>
                  </a:lnTo>
                  <a:cubicBezTo>
                    <a:pt x="6959" y="1589"/>
                    <a:pt x="5884" y="446"/>
                    <a:pt x="4372" y="87"/>
                  </a:cubicBezTo>
                  <a:cubicBezTo>
                    <a:pt x="4125" y="28"/>
                    <a:pt x="3881" y="0"/>
                    <a:pt x="36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50"/>
            <p:cNvSpPr/>
            <p:nvPr/>
          </p:nvSpPr>
          <p:spPr>
            <a:xfrm>
              <a:off x="2718600" y="2554350"/>
              <a:ext cx="145300" cy="126825"/>
            </a:xfrm>
            <a:custGeom>
              <a:avLst/>
              <a:gdLst/>
              <a:ahLst/>
              <a:cxnLst/>
              <a:rect l="l" t="t" r="r" b="b"/>
              <a:pathLst>
                <a:path w="5812" h="5073" extrusionOk="0">
                  <a:moveTo>
                    <a:pt x="2219" y="0"/>
                  </a:moveTo>
                  <a:cubicBezTo>
                    <a:pt x="1896" y="0"/>
                    <a:pt x="1557" y="116"/>
                    <a:pt x="1282" y="267"/>
                  </a:cubicBezTo>
                  <a:cubicBezTo>
                    <a:pt x="953" y="448"/>
                    <a:pt x="755" y="699"/>
                    <a:pt x="540" y="994"/>
                  </a:cubicBezTo>
                  <a:cubicBezTo>
                    <a:pt x="239" y="1407"/>
                    <a:pt x="157" y="1935"/>
                    <a:pt x="101" y="2426"/>
                  </a:cubicBezTo>
                  <a:cubicBezTo>
                    <a:pt x="0" y="3304"/>
                    <a:pt x="374" y="4420"/>
                    <a:pt x="1203" y="4841"/>
                  </a:cubicBezTo>
                  <a:cubicBezTo>
                    <a:pt x="1513" y="4998"/>
                    <a:pt x="1829" y="5072"/>
                    <a:pt x="2144" y="5072"/>
                  </a:cubicBezTo>
                  <a:cubicBezTo>
                    <a:pt x="2517" y="5072"/>
                    <a:pt x="2887" y="4969"/>
                    <a:pt x="3243" y="4775"/>
                  </a:cubicBezTo>
                  <a:cubicBezTo>
                    <a:pt x="3263" y="4763"/>
                    <a:pt x="3282" y="4751"/>
                    <a:pt x="3301" y="4739"/>
                  </a:cubicBezTo>
                  <a:cubicBezTo>
                    <a:pt x="3555" y="4932"/>
                    <a:pt x="3878" y="5033"/>
                    <a:pt x="4200" y="5033"/>
                  </a:cubicBezTo>
                  <a:cubicBezTo>
                    <a:pt x="4454" y="5033"/>
                    <a:pt x="4708" y="4970"/>
                    <a:pt x="4927" y="4841"/>
                  </a:cubicBezTo>
                  <a:cubicBezTo>
                    <a:pt x="5634" y="4428"/>
                    <a:pt x="5811" y="3561"/>
                    <a:pt x="5448" y="2860"/>
                  </a:cubicBezTo>
                  <a:cubicBezTo>
                    <a:pt x="4798" y="1605"/>
                    <a:pt x="3866" y="100"/>
                    <a:pt x="2301" y="3"/>
                  </a:cubicBezTo>
                  <a:cubicBezTo>
                    <a:pt x="2274" y="1"/>
                    <a:pt x="2246" y="0"/>
                    <a:pt x="2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50"/>
            <p:cNvSpPr/>
            <p:nvPr/>
          </p:nvSpPr>
          <p:spPr>
            <a:xfrm>
              <a:off x="2149300" y="2882250"/>
              <a:ext cx="724275" cy="255375"/>
            </a:xfrm>
            <a:custGeom>
              <a:avLst/>
              <a:gdLst/>
              <a:ahLst/>
              <a:cxnLst/>
              <a:rect l="l" t="t" r="r" b="b"/>
              <a:pathLst>
                <a:path w="28971" h="10215" extrusionOk="0">
                  <a:moveTo>
                    <a:pt x="420" y="10215"/>
                  </a:moveTo>
                  <a:cubicBezTo>
                    <a:pt x="1" y="9628"/>
                    <a:pt x="402" y="9135"/>
                    <a:pt x="682" y="8682"/>
                  </a:cubicBezTo>
                  <a:cubicBezTo>
                    <a:pt x="1130" y="7955"/>
                    <a:pt x="1673" y="7286"/>
                    <a:pt x="2146" y="6573"/>
                  </a:cubicBezTo>
                  <a:cubicBezTo>
                    <a:pt x="2945" y="5372"/>
                    <a:pt x="4006" y="4404"/>
                    <a:pt x="5069" y="3470"/>
                  </a:cubicBezTo>
                  <a:cubicBezTo>
                    <a:pt x="5767" y="2858"/>
                    <a:pt x="6656" y="2426"/>
                    <a:pt x="7517" y="2042"/>
                  </a:cubicBezTo>
                  <a:cubicBezTo>
                    <a:pt x="11046" y="468"/>
                    <a:pt x="14748" y="1"/>
                    <a:pt x="18567" y="513"/>
                  </a:cubicBezTo>
                  <a:cubicBezTo>
                    <a:pt x="19280" y="608"/>
                    <a:pt x="19987" y="827"/>
                    <a:pt x="20671" y="1064"/>
                  </a:cubicBezTo>
                  <a:cubicBezTo>
                    <a:pt x="22689" y="1760"/>
                    <a:pt x="24595" y="2622"/>
                    <a:pt x="26020" y="4332"/>
                  </a:cubicBezTo>
                  <a:cubicBezTo>
                    <a:pt x="26931" y="5426"/>
                    <a:pt x="27972" y="6392"/>
                    <a:pt x="28587" y="7728"/>
                  </a:cubicBezTo>
                  <a:cubicBezTo>
                    <a:pt x="28856" y="8317"/>
                    <a:pt x="28971" y="8812"/>
                    <a:pt x="28672" y="9500"/>
                  </a:cubicBezTo>
                  <a:cubicBezTo>
                    <a:pt x="28112" y="8717"/>
                    <a:pt x="27623" y="7949"/>
                    <a:pt x="27051" y="7249"/>
                  </a:cubicBezTo>
                  <a:cubicBezTo>
                    <a:pt x="25890" y="5827"/>
                    <a:pt x="24764" y="4330"/>
                    <a:pt x="23170" y="3383"/>
                  </a:cubicBezTo>
                  <a:cubicBezTo>
                    <a:pt x="22185" y="2798"/>
                    <a:pt x="21021" y="2509"/>
                    <a:pt x="19927" y="2117"/>
                  </a:cubicBezTo>
                  <a:cubicBezTo>
                    <a:pt x="18564" y="1627"/>
                    <a:pt x="17157" y="1784"/>
                    <a:pt x="15744" y="1805"/>
                  </a:cubicBezTo>
                  <a:cubicBezTo>
                    <a:pt x="13812" y="1830"/>
                    <a:pt x="11985" y="2318"/>
                    <a:pt x="10160" y="2842"/>
                  </a:cubicBezTo>
                  <a:cubicBezTo>
                    <a:pt x="8638" y="3279"/>
                    <a:pt x="7180" y="3948"/>
                    <a:pt x="5916" y="4890"/>
                  </a:cubicBezTo>
                  <a:cubicBezTo>
                    <a:pt x="4890" y="5655"/>
                    <a:pt x="3818" y="6407"/>
                    <a:pt x="3064" y="7505"/>
                  </a:cubicBezTo>
                  <a:cubicBezTo>
                    <a:pt x="2694" y="8042"/>
                    <a:pt x="2182" y="8484"/>
                    <a:pt x="1721" y="8955"/>
                  </a:cubicBezTo>
                  <a:cubicBezTo>
                    <a:pt x="1304" y="9379"/>
                    <a:pt x="869" y="9781"/>
                    <a:pt x="420" y="102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50"/>
            <p:cNvSpPr/>
            <p:nvPr/>
          </p:nvSpPr>
          <p:spPr>
            <a:xfrm>
              <a:off x="2170975" y="2526000"/>
              <a:ext cx="208200" cy="190000"/>
            </a:xfrm>
            <a:custGeom>
              <a:avLst/>
              <a:gdLst/>
              <a:ahLst/>
              <a:cxnLst/>
              <a:rect l="l" t="t" r="r" b="b"/>
              <a:pathLst>
                <a:path w="8328" h="7600" extrusionOk="0">
                  <a:moveTo>
                    <a:pt x="101" y="3533"/>
                  </a:moveTo>
                  <a:cubicBezTo>
                    <a:pt x="7" y="2045"/>
                    <a:pt x="798" y="855"/>
                    <a:pt x="2272" y="435"/>
                  </a:cubicBezTo>
                  <a:cubicBezTo>
                    <a:pt x="3144" y="188"/>
                    <a:pt x="4073" y="128"/>
                    <a:pt x="4979" y="19"/>
                  </a:cubicBezTo>
                  <a:cubicBezTo>
                    <a:pt x="5139" y="0"/>
                    <a:pt x="5334" y="127"/>
                    <a:pt x="5491" y="220"/>
                  </a:cubicBezTo>
                  <a:cubicBezTo>
                    <a:pt x="6112" y="598"/>
                    <a:pt x="6728" y="985"/>
                    <a:pt x="7343" y="1372"/>
                  </a:cubicBezTo>
                  <a:cubicBezTo>
                    <a:pt x="7877" y="1710"/>
                    <a:pt x="8092" y="2301"/>
                    <a:pt x="8136" y="2832"/>
                  </a:cubicBezTo>
                  <a:cubicBezTo>
                    <a:pt x="8327" y="5100"/>
                    <a:pt x="6940" y="7195"/>
                    <a:pt x="4648" y="7475"/>
                  </a:cubicBezTo>
                  <a:cubicBezTo>
                    <a:pt x="4305" y="7518"/>
                    <a:pt x="3957" y="7532"/>
                    <a:pt x="3610" y="7549"/>
                  </a:cubicBezTo>
                  <a:cubicBezTo>
                    <a:pt x="2554" y="7600"/>
                    <a:pt x="1694" y="7190"/>
                    <a:pt x="1074" y="6352"/>
                  </a:cubicBezTo>
                  <a:cubicBezTo>
                    <a:pt x="509" y="5586"/>
                    <a:pt x="1" y="4775"/>
                    <a:pt x="100" y="3750"/>
                  </a:cubicBezTo>
                  <a:cubicBezTo>
                    <a:pt x="108" y="3656"/>
                    <a:pt x="101" y="3562"/>
                    <a:pt x="101" y="3533"/>
                  </a:cubicBezTo>
                  <a:moveTo>
                    <a:pt x="1632" y="3345"/>
                  </a:moveTo>
                  <a:cubicBezTo>
                    <a:pt x="1632" y="3760"/>
                    <a:pt x="1608" y="4016"/>
                    <a:pt x="1637" y="4265"/>
                  </a:cubicBezTo>
                  <a:cubicBezTo>
                    <a:pt x="1704" y="4844"/>
                    <a:pt x="1984" y="5301"/>
                    <a:pt x="2564" y="5456"/>
                  </a:cubicBezTo>
                  <a:cubicBezTo>
                    <a:pt x="3078" y="5593"/>
                    <a:pt x="3625" y="5764"/>
                    <a:pt x="4139" y="5716"/>
                  </a:cubicBezTo>
                  <a:cubicBezTo>
                    <a:pt x="6078" y="5537"/>
                    <a:pt x="7206" y="4455"/>
                    <a:pt x="6972" y="2485"/>
                  </a:cubicBezTo>
                  <a:cubicBezTo>
                    <a:pt x="6899" y="1866"/>
                    <a:pt x="6467" y="1321"/>
                    <a:pt x="5938" y="1277"/>
                  </a:cubicBezTo>
                  <a:cubicBezTo>
                    <a:pt x="4974" y="1198"/>
                    <a:pt x="4003" y="905"/>
                    <a:pt x="2999" y="1509"/>
                  </a:cubicBezTo>
                  <a:cubicBezTo>
                    <a:pt x="2165" y="2011"/>
                    <a:pt x="1332" y="2311"/>
                    <a:pt x="1632" y="33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50"/>
            <p:cNvSpPr/>
            <p:nvPr/>
          </p:nvSpPr>
          <p:spPr>
            <a:xfrm>
              <a:off x="2679950" y="2529450"/>
              <a:ext cx="191075" cy="183950"/>
            </a:xfrm>
            <a:custGeom>
              <a:avLst/>
              <a:gdLst/>
              <a:ahLst/>
              <a:cxnLst/>
              <a:rect l="l" t="t" r="r" b="b"/>
              <a:pathLst>
                <a:path w="7643" h="7358" extrusionOk="0">
                  <a:moveTo>
                    <a:pt x="3637" y="7358"/>
                  </a:moveTo>
                  <a:cubicBezTo>
                    <a:pt x="2761" y="7296"/>
                    <a:pt x="2101" y="6791"/>
                    <a:pt x="1495" y="6235"/>
                  </a:cubicBezTo>
                  <a:cubicBezTo>
                    <a:pt x="635" y="5446"/>
                    <a:pt x="230" y="4410"/>
                    <a:pt x="218" y="3265"/>
                  </a:cubicBezTo>
                  <a:cubicBezTo>
                    <a:pt x="213" y="2823"/>
                    <a:pt x="0" y="2410"/>
                    <a:pt x="242" y="1902"/>
                  </a:cubicBezTo>
                  <a:cubicBezTo>
                    <a:pt x="785" y="757"/>
                    <a:pt x="1855" y="453"/>
                    <a:pt x="2854" y="0"/>
                  </a:cubicBezTo>
                  <a:cubicBezTo>
                    <a:pt x="3581" y="263"/>
                    <a:pt x="4434" y="185"/>
                    <a:pt x="5041" y="774"/>
                  </a:cubicBezTo>
                  <a:cubicBezTo>
                    <a:pt x="5632" y="1349"/>
                    <a:pt x="6296" y="1873"/>
                    <a:pt x="6772" y="2531"/>
                  </a:cubicBezTo>
                  <a:cubicBezTo>
                    <a:pt x="7642" y="3738"/>
                    <a:pt x="7601" y="5272"/>
                    <a:pt x="6436" y="6448"/>
                  </a:cubicBezTo>
                  <a:cubicBezTo>
                    <a:pt x="5613" y="7279"/>
                    <a:pt x="4599" y="7155"/>
                    <a:pt x="3637" y="7358"/>
                  </a:cubicBezTo>
                  <a:moveTo>
                    <a:pt x="4448" y="5634"/>
                  </a:moveTo>
                  <a:cubicBezTo>
                    <a:pt x="4818" y="5516"/>
                    <a:pt x="5227" y="5440"/>
                    <a:pt x="5588" y="5260"/>
                  </a:cubicBezTo>
                  <a:cubicBezTo>
                    <a:pt x="6065" y="5021"/>
                    <a:pt x="6412" y="4574"/>
                    <a:pt x="6359" y="4050"/>
                  </a:cubicBezTo>
                  <a:cubicBezTo>
                    <a:pt x="6304" y="3506"/>
                    <a:pt x="6125" y="2982"/>
                    <a:pt x="5796" y="2473"/>
                  </a:cubicBezTo>
                  <a:cubicBezTo>
                    <a:pt x="5383" y="1835"/>
                    <a:pt x="4751" y="1577"/>
                    <a:pt x="4193" y="1222"/>
                  </a:cubicBezTo>
                  <a:cubicBezTo>
                    <a:pt x="3386" y="710"/>
                    <a:pt x="1973" y="1386"/>
                    <a:pt x="1787" y="2342"/>
                  </a:cubicBezTo>
                  <a:cubicBezTo>
                    <a:pt x="1690" y="2852"/>
                    <a:pt x="1753" y="3404"/>
                    <a:pt x="1794" y="3933"/>
                  </a:cubicBezTo>
                  <a:cubicBezTo>
                    <a:pt x="1848" y="4636"/>
                    <a:pt x="2234" y="5117"/>
                    <a:pt x="2915" y="5308"/>
                  </a:cubicBezTo>
                  <a:cubicBezTo>
                    <a:pt x="3400" y="5443"/>
                    <a:pt x="3901" y="5520"/>
                    <a:pt x="4448" y="563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50"/>
            <p:cNvSpPr/>
            <p:nvPr/>
          </p:nvSpPr>
          <p:spPr>
            <a:xfrm>
              <a:off x="1814325" y="2133325"/>
              <a:ext cx="1389200" cy="1392600"/>
            </a:xfrm>
            <a:custGeom>
              <a:avLst/>
              <a:gdLst/>
              <a:ahLst/>
              <a:cxnLst/>
              <a:rect l="l" t="t" r="r" b="b"/>
              <a:pathLst>
                <a:path w="55568" h="55704" extrusionOk="0">
                  <a:moveTo>
                    <a:pt x="39056" y="4132"/>
                  </a:moveTo>
                  <a:lnTo>
                    <a:pt x="39061" y="4135"/>
                  </a:lnTo>
                  <a:lnTo>
                    <a:pt x="39062" y="4135"/>
                  </a:lnTo>
                  <a:cubicBezTo>
                    <a:pt x="39062" y="4135"/>
                    <a:pt x="39060" y="4134"/>
                    <a:pt x="39056" y="4132"/>
                  </a:cubicBezTo>
                  <a:close/>
                  <a:moveTo>
                    <a:pt x="29563" y="2128"/>
                  </a:moveTo>
                  <a:cubicBezTo>
                    <a:pt x="30552" y="2128"/>
                    <a:pt x="31476" y="2183"/>
                    <a:pt x="32326" y="2281"/>
                  </a:cubicBezTo>
                  <a:cubicBezTo>
                    <a:pt x="33430" y="2409"/>
                    <a:pt x="34413" y="2588"/>
                    <a:pt x="35253" y="2797"/>
                  </a:cubicBezTo>
                  <a:cubicBezTo>
                    <a:pt x="36094" y="3012"/>
                    <a:pt x="36799" y="3232"/>
                    <a:pt x="37361" y="3440"/>
                  </a:cubicBezTo>
                  <a:cubicBezTo>
                    <a:pt x="37924" y="3646"/>
                    <a:pt x="38347" y="3822"/>
                    <a:pt x="38632" y="3947"/>
                  </a:cubicBezTo>
                  <a:cubicBezTo>
                    <a:pt x="38882" y="4057"/>
                    <a:pt x="39026" y="4119"/>
                    <a:pt x="39056" y="4132"/>
                  </a:cubicBezTo>
                  <a:lnTo>
                    <a:pt x="39056" y="4132"/>
                  </a:lnTo>
                  <a:lnTo>
                    <a:pt x="39052" y="4129"/>
                  </a:lnTo>
                  <a:lnTo>
                    <a:pt x="39052" y="4129"/>
                  </a:lnTo>
                  <a:cubicBezTo>
                    <a:pt x="39052" y="4129"/>
                    <a:pt x="39201" y="4201"/>
                    <a:pt x="39489" y="4341"/>
                  </a:cubicBezTo>
                  <a:cubicBezTo>
                    <a:pt x="39781" y="4483"/>
                    <a:pt x="40166" y="4677"/>
                    <a:pt x="40696" y="4974"/>
                  </a:cubicBezTo>
                  <a:cubicBezTo>
                    <a:pt x="41737" y="5561"/>
                    <a:pt x="43245" y="6490"/>
                    <a:pt x="44916" y="7983"/>
                  </a:cubicBezTo>
                  <a:cubicBezTo>
                    <a:pt x="46583" y="9468"/>
                    <a:pt x="48408" y="11531"/>
                    <a:pt x="49949" y="14241"/>
                  </a:cubicBezTo>
                  <a:cubicBezTo>
                    <a:pt x="51493" y="16939"/>
                    <a:pt x="52741" y="20291"/>
                    <a:pt x="53238" y="24085"/>
                  </a:cubicBezTo>
                  <a:cubicBezTo>
                    <a:pt x="53487" y="25978"/>
                    <a:pt x="53569" y="27976"/>
                    <a:pt x="53393" y="30026"/>
                  </a:cubicBezTo>
                  <a:cubicBezTo>
                    <a:pt x="53224" y="32074"/>
                    <a:pt x="52801" y="34168"/>
                    <a:pt x="52132" y="36243"/>
                  </a:cubicBezTo>
                  <a:cubicBezTo>
                    <a:pt x="50778" y="40377"/>
                    <a:pt x="48295" y="44447"/>
                    <a:pt x="44720" y="47615"/>
                  </a:cubicBezTo>
                  <a:cubicBezTo>
                    <a:pt x="41165" y="50789"/>
                    <a:pt x="36543" y="53057"/>
                    <a:pt x="31557" y="53813"/>
                  </a:cubicBezTo>
                  <a:cubicBezTo>
                    <a:pt x="30316" y="53997"/>
                    <a:pt x="29056" y="54090"/>
                    <a:pt x="27793" y="54090"/>
                  </a:cubicBezTo>
                  <a:cubicBezTo>
                    <a:pt x="26522" y="54090"/>
                    <a:pt x="25246" y="53996"/>
                    <a:pt x="23982" y="53805"/>
                  </a:cubicBezTo>
                  <a:cubicBezTo>
                    <a:pt x="21465" y="53419"/>
                    <a:pt x="18994" y="52671"/>
                    <a:pt x="16670" y="51588"/>
                  </a:cubicBezTo>
                  <a:cubicBezTo>
                    <a:pt x="14318" y="50521"/>
                    <a:pt x="12097" y="49176"/>
                    <a:pt x="10073" y="47589"/>
                  </a:cubicBezTo>
                  <a:cubicBezTo>
                    <a:pt x="8054" y="45997"/>
                    <a:pt x="6262" y="44119"/>
                    <a:pt x="4836" y="42005"/>
                  </a:cubicBezTo>
                  <a:cubicBezTo>
                    <a:pt x="3407" y="39892"/>
                    <a:pt x="2376" y="37533"/>
                    <a:pt x="1796" y="35102"/>
                  </a:cubicBezTo>
                  <a:cubicBezTo>
                    <a:pt x="1218" y="32668"/>
                    <a:pt x="1102" y="30169"/>
                    <a:pt x="1346" y="27761"/>
                  </a:cubicBezTo>
                  <a:cubicBezTo>
                    <a:pt x="1591" y="25351"/>
                    <a:pt x="2163" y="23024"/>
                    <a:pt x="2960" y="20834"/>
                  </a:cubicBezTo>
                  <a:cubicBezTo>
                    <a:pt x="3361" y="19740"/>
                    <a:pt x="3813" y="18679"/>
                    <a:pt x="4307" y="17651"/>
                  </a:cubicBezTo>
                  <a:lnTo>
                    <a:pt x="4491" y="17274"/>
                  </a:lnTo>
                  <a:lnTo>
                    <a:pt x="4687" y="16887"/>
                  </a:lnTo>
                  <a:cubicBezTo>
                    <a:pt x="4819" y="16632"/>
                    <a:pt x="4947" y="16397"/>
                    <a:pt x="5080" y="16153"/>
                  </a:cubicBezTo>
                  <a:cubicBezTo>
                    <a:pt x="5356" y="15668"/>
                    <a:pt x="5634" y="15190"/>
                    <a:pt x="5935" y="14729"/>
                  </a:cubicBezTo>
                  <a:cubicBezTo>
                    <a:pt x="7123" y="12879"/>
                    <a:pt x="8507" y="11236"/>
                    <a:pt x="10007" y="9823"/>
                  </a:cubicBezTo>
                  <a:cubicBezTo>
                    <a:pt x="11504" y="8408"/>
                    <a:pt x="13106" y="7217"/>
                    <a:pt x="14731" y="6229"/>
                  </a:cubicBezTo>
                  <a:cubicBezTo>
                    <a:pt x="15545" y="5735"/>
                    <a:pt x="16369" y="5298"/>
                    <a:pt x="17192" y="4911"/>
                  </a:cubicBezTo>
                  <a:cubicBezTo>
                    <a:pt x="18009" y="4515"/>
                    <a:pt x="18828" y="4170"/>
                    <a:pt x="19639" y="3872"/>
                  </a:cubicBezTo>
                  <a:cubicBezTo>
                    <a:pt x="21262" y="3269"/>
                    <a:pt x="22859" y="2878"/>
                    <a:pt x="24372" y="2602"/>
                  </a:cubicBezTo>
                  <a:cubicBezTo>
                    <a:pt x="26236" y="2269"/>
                    <a:pt x="27982" y="2128"/>
                    <a:pt x="29563" y="2128"/>
                  </a:cubicBezTo>
                  <a:close/>
                  <a:moveTo>
                    <a:pt x="27930" y="0"/>
                  </a:moveTo>
                  <a:cubicBezTo>
                    <a:pt x="26687" y="0"/>
                    <a:pt x="25364" y="95"/>
                    <a:pt x="23979" y="332"/>
                  </a:cubicBezTo>
                  <a:cubicBezTo>
                    <a:pt x="22325" y="603"/>
                    <a:pt x="20598" y="1081"/>
                    <a:pt x="18842" y="1744"/>
                  </a:cubicBezTo>
                  <a:cubicBezTo>
                    <a:pt x="17967" y="2076"/>
                    <a:pt x="17083" y="2460"/>
                    <a:pt x="16202" y="2899"/>
                  </a:cubicBezTo>
                  <a:cubicBezTo>
                    <a:pt x="15325" y="3348"/>
                    <a:pt x="14449" y="3846"/>
                    <a:pt x="13589" y="4406"/>
                  </a:cubicBezTo>
                  <a:cubicBezTo>
                    <a:pt x="10137" y="6625"/>
                    <a:pt x="6906" y="9836"/>
                    <a:pt x="4520" y="13859"/>
                  </a:cubicBezTo>
                  <a:cubicBezTo>
                    <a:pt x="4220" y="14359"/>
                    <a:pt x="3943" y="14878"/>
                    <a:pt x="3670" y="15403"/>
                  </a:cubicBezTo>
                  <a:cubicBezTo>
                    <a:pt x="3539" y="15668"/>
                    <a:pt x="3402" y="15944"/>
                    <a:pt x="3278" y="16209"/>
                  </a:cubicBezTo>
                  <a:lnTo>
                    <a:pt x="3097" y="16603"/>
                  </a:lnTo>
                  <a:lnTo>
                    <a:pt x="3003" y="16811"/>
                  </a:lnTo>
                  <a:lnTo>
                    <a:pt x="2914" y="17016"/>
                  </a:lnTo>
                  <a:cubicBezTo>
                    <a:pt x="2443" y="18105"/>
                    <a:pt x="2015" y="19230"/>
                    <a:pt x="1646" y="20389"/>
                  </a:cubicBezTo>
                  <a:cubicBezTo>
                    <a:pt x="910" y="22703"/>
                    <a:pt x="409" y="25159"/>
                    <a:pt x="276" y="27681"/>
                  </a:cubicBezTo>
                  <a:cubicBezTo>
                    <a:pt x="1" y="32722"/>
                    <a:pt x="1264" y="38008"/>
                    <a:pt x="4102" y="42481"/>
                  </a:cubicBezTo>
                  <a:cubicBezTo>
                    <a:pt x="5505" y="44724"/>
                    <a:pt x="7271" y="46763"/>
                    <a:pt x="9292" y="48529"/>
                  </a:cubicBezTo>
                  <a:cubicBezTo>
                    <a:pt x="11306" y="50306"/>
                    <a:pt x="13599" y="51774"/>
                    <a:pt x="16009" y="52972"/>
                  </a:cubicBezTo>
                  <a:cubicBezTo>
                    <a:pt x="19678" y="54795"/>
                    <a:pt x="23782" y="55704"/>
                    <a:pt x="27845" y="55704"/>
                  </a:cubicBezTo>
                  <a:cubicBezTo>
                    <a:pt x="29170" y="55704"/>
                    <a:pt x="30492" y="55607"/>
                    <a:pt x="31792" y="55414"/>
                  </a:cubicBezTo>
                  <a:cubicBezTo>
                    <a:pt x="34439" y="55033"/>
                    <a:pt x="37018" y="54289"/>
                    <a:pt x="39409" y="53199"/>
                  </a:cubicBezTo>
                  <a:cubicBezTo>
                    <a:pt x="41801" y="52113"/>
                    <a:pt x="44012" y="50695"/>
                    <a:pt x="45954" y="49026"/>
                  </a:cubicBezTo>
                  <a:cubicBezTo>
                    <a:pt x="47898" y="47360"/>
                    <a:pt x="49570" y="45440"/>
                    <a:pt x="50934" y="43382"/>
                  </a:cubicBezTo>
                  <a:cubicBezTo>
                    <a:pt x="51278" y="42870"/>
                    <a:pt x="51592" y="42341"/>
                    <a:pt x="51896" y="41812"/>
                  </a:cubicBezTo>
                  <a:cubicBezTo>
                    <a:pt x="52041" y="41541"/>
                    <a:pt x="52191" y="41281"/>
                    <a:pt x="52331" y="41003"/>
                  </a:cubicBezTo>
                  <a:lnTo>
                    <a:pt x="52543" y="40592"/>
                  </a:lnTo>
                  <a:lnTo>
                    <a:pt x="52734" y="40199"/>
                  </a:lnTo>
                  <a:cubicBezTo>
                    <a:pt x="53263" y="39107"/>
                    <a:pt x="53702" y="38001"/>
                    <a:pt x="54074" y="36885"/>
                  </a:cubicBezTo>
                  <a:cubicBezTo>
                    <a:pt x="54825" y="34654"/>
                    <a:pt x="55241" y="32386"/>
                    <a:pt x="55402" y="30183"/>
                  </a:cubicBezTo>
                  <a:cubicBezTo>
                    <a:pt x="55567" y="27980"/>
                    <a:pt x="55468" y="25834"/>
                    <a:pt x="55166" y="23812"/>
                  </a:cubicBezTo>
                  <a:cubicBezTo>
                    <a:pt x="54543" y="19761"/>
                    <a:pt x="53125" y="16219"/>
                    <a:pt x="51423" y="13379"/>
                  </a:cubicBezTo>
                  <a:cubicBezTo>
                    <a:pt x="49724" y="10526"/>
                    <a:pt x="47732" y="8381"/>
                    <a:pt x="45952" y="6812"/>
                  </a:cubicBezTo>
                  <a:cubicBezTo>
                    <a:pt x="44155" y="5249"/>
                    <a:pt x="42561" y="4251"/>
                    <a:pt x="41452" y="3629"/>
                  </a:cubicBezTo>
                  <a:cubicBezTo>
                    <a:pt x="40902" y="3320"/>
                    <a:pt x="40441" y="3088"/>
                    <a:pt x="40158" y="2952"/>
                  </a:cubicBezTo>
                  <a:cubicBezTo>
                    <a:pt x="39871" y="2814"/>
                    <a:pt x="39723" y="2742"/>
                    <a:pt x="39723" y="2742"/>
                  </a:cubicBezTo>
                  <a:lnTo>
                    <a:pt x="39713" y="2737"/>
                  </a:lnTo>
                  <a:cubicBezTo>
                    <a:pt x="39713" y="2737"/>
                    <a:pt x="39559" y="2665"/>
                    <a:pt x="39259" y="2529"/>
                  </a:cubicBezTo>
                  <a:cubicBezTo>
                    <a:pt x="38960" y="2390"/>
                    <a:pt x="38513" y="2196"/>
                    <a:pt x="37917" y="1964"/>
                  </a:cubicBezTo>
                  <a:cubicBezTo>
                    <a:pt x="36731" y="1506"/>
                    <a:pt x="34958" y="871"/>
                    <a:pt x="32603" y="429"/>
                  </a:cubicBezTo>
                  <a:cubicBezTo>
                    <a:pt x="31236" y="185"/>
                    <a:pt x="29661" y="0"/>
                    <a:pt x="27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7" name="Google Shape;1997;p50"/>
          <p:cNvGrpSpPr/>
          <p:nvPr/>
        </p:nvGrpSpPr>
        <p:grpSpPr>
          <a:xfrm rot="957684">
            <a:off x="4211817" y="1523155"/>
            <a:ext cx="769124" cy="543037"/>
            <a:chOff x="4090275" y="2133250"/>
            <a:chExt cx="1954725" cy="1380125"/>
          </a:xfrm>
        </p:grpSpPr>
        <p:sp>
          <p:nvSpPr>
            <p:cNvPr id="1998" name="Google Shape;1998;p50"/>
            <p:cNvSpPr/>
            <p:nvPr/>
          </p:nvSpPr>
          <p:spPr>
            <a:xfrm>
              <a:off x="4090275" y="2169775"/>
              <a:ext cx="1954725" cy="1343600"/>
            </a:xfrm>
            <a:custGeom>
              <a:avLst/>
              <a:gdLst/>
              <a:ahLst/>
              <a:cxnLst/>
              <a:rect l="l" t="t" r="r" b="b"/>
              <a:pathLst>
                <a:path w="78189" h="53744" extrusionOk="0">
                  <a:moveTo>
                    <a:pt x="40075" y="0"/>
                  </a:moveTo>
                  <a:cubicBezTo>
                    <a:pt x="36753" y="0"/>
                    <a:pt x="33173" y="567"/>
                    <a:pt x="29368" y="1816"/>
                  </a:cubicBezTo>
                  <a:cubicBezTo>
                    <a:pt x="1" y="10015"/>
                    <a:pt x="10392" y="53744"/>
                    <a:pt x="37429" y="53744"/>
                  </a:cubicBezTo>
                  <a:cubicBezTo>
                    <a:pt x="40011" y="53744"/>
                    <a:pt x="42746" y="53345"/>
                    <a:pt x="45611" y="52478"/>
                  </a:cubicBezTo>
                  <a:cubicBezTo>
                    <a:pt x="78189" y="42624"/>
                    <a:pt x="68875" y="0"/>
                    <a:pt x="40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50"/>
            <p:cNvSpPr/>
            <p:nvPr/>
          </p:nvSpPr>
          <p:spPr>
            <a:xfrm>
              <a:off x="4776700" y="2600975"/>
              <a:ext cx="163025" cy="122325"/>
            </a:xfrm>
            <a:custGeom>
              <a:avLst/>
              <a:gdLst/>
              <a:ahLst/>
              <a:cxnLst/>
              <a:rect l="l" t="t" r="r" b="b"/>
              <a:pathLst>
                <a:path w="6521" h="4893" extrusionOk="0">
                  <a:moveTo>
                    <a:pt x="1509" y="1"/>
                  </a:moveTo>
                  <a:cubicBezTo>
                    <a:pt x="937" y="1"/>
                    <a:pt x="381" y="312"/>
                    <a:pt x="192" y="1031"/>
                  </a:cubicBezTo>
                  <a:cubicBezTo>
                    <a:pt x="1" y="1761"/>
                    <a:pt x="110" y="2420"/>
                    <a:pt x="141" y="3154"/>
                  </a:cubicBezTo>
                  <a:cubicBezTo>
                    <a:pt x="161" y="3630"/>
                    <a:pt x="395" y="4190"/>
                    <a:pt x="858" y="4405"/>
                  </a:cubicBezTo>
                  <a:cubicBezTo>
                    <a:pt x="1552" y="4724"/>
                    <a:pt x="2253" y="4892"/>
                    <a:pt x="2938" y="4892"/>
                  </a:cubicBezTo>
                  <a:cubicBezTo>
                    <a:pt x="3889" y="4892"/>
                    <a:pt x="4808" y="4569"/>
                    <a:pt x="5635" y="3877"/>
                  </a:cubicBezTo>
                  <a:cubicBezTo>
                    <a:pt x="6520" y="3137"/>
                    <a:pt x="6457" y="1973"/>
                    <a:pt x="5730" y="1152"/>
                  </a:cubicBezTo>
                  <a:cubicBezTo>
                    <a:pt x="5234" y="592"/>
                    <a:pt x="4582" y="556"/>
                    <a:pt x="3906" y="404"/>
                  </a:cubicBezTo>
                  <a:cubicBezTo>
                    <a:pt x="3783" y="377"/>
                    <a:pt x="3665" y="364"/>
                    <a:pt x="3553" y="364"/>
                  </a:cubicBezTo>
                  <a:cubicBezTo>
                    <a:pt x="3253" y="364"/>
                    <a:pt x="2990" y="455"/>
                    <a:pt x="2773" y="604"/>
                  </a:cubicBezTo>
                  <a:cubicBezTo>
                    <a:pt x="2481" y="221"/>
                    <a:pt x="1989" y="1"/>
                    <a:pt x="15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50"/>
            <p:cNvSpPr/>
            <p:nvPr/>
          </p:nvSpPr>
          <p:spPr>
            <a:xfrm>
              <a:off x="5193125" y="2581175"/>
              <a:ext cx="168650" cy="138350"/>
            </a:xfrm>
            <a:custGeom>
              <a:avLst/>
              <a:gdLst/>
              <a:ahLst/>
              <a:cxnLst/>
              <a:rect l="l" t="t" r="r" b="b"/>
              <a:pathLst>
                <a:path w="6746" h="5534" extrusionOk="0">
                  <a:moveTo>
                    <a:pt x="4019" y="0"/>
                  </a:moveTo>
                  <a:cubicBezTo>
                    <a:pt x="3782" y="0"/>
                    <a:pt x="3546" y="59"/>
                    <a:pt x="3330" y="184"/>
                  </a:cubicBezTo>
                  <a:cubicBezTo>
                    <a:pt x="3248" y="193"/>
                    <a:pt x="3168" y="206"/>
                    <a:pt x="3088" y="230"/>
                  </a:cubicBezTo>
                  <a:cubicBezTo>
                    <a:pt x="2265" y="478"/>
                    <a:pt x="1443" y="858"/>
                    <a:pt x="866" y="1515"/>
                  </a:cubicBezTo>
                  <a:cubicBezTo>
                    <a:pt x="149" y="2336"/>
                    <a:pt x="1" y="3280"/>
                    <a:pt x="144" y="4330"/>
                  </a:cubicBezTo>
                  <a:cubicBezTo>
                    <a:pt x="212" y="4821"/>
                    <a:pt x="719" y="5207"/>
                    <a:pt x="1156" y="5342"/>
                  </a:cubicBezTo>
                  <a:cubicBezTo>
                    <a:pt x="1575" y="5471"/>
                    <a:pt x="2013" y="5533"/>
                    <a:pt x="2450" y="5533"/>
                  </a:cubicBezTo>
                  <a:cubicBezTo>
                    <a:pt x="3478" y="5533"/>
                    <a:pt x="4508" y="5189"/>
                    <a:pt x="5308" y="4555"/>
                  </a:cubicBezTo>
                  <a:cubicBezTo>
                    <a:pt x="6745" y="3415"/>
                    <a:pt x="6339" y="1488"/>
                    <a:pt x="5076" y="410"/>
                  </a:cubicBezTo>
                  <a:cubicBezTo>
                    <a:pt x="4768" y="146"/>
                    <a:pt x="4392" y="0"/>
                    <a:pt x="40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50"/>
            <p:cNvSpPr/>
            <p:nvPr/>
          </p:nvSpPr>
          <p:spPr>
            <a:xfrm>
              <a:off x="4764000" y="2990700"/>
              <a:ext cx="687375" cy="78000"/>
            </a:xfrm>
            <a:custGeom>
              <a:avLst/>
              <a:gdLst/>
              <a:ahLst/>
              <a:cxnLst/>
              <a:rect l="l" t="t" r="r" b="b"/>
              <a:pathLst>
                <a:path w="27495" h="3120" extrusionOk="0">
                  <a:moveTo>
                    <a:pt x="27494" y="1310"/>
                  </a:moveTo>
                  <a:cubicBezTo>
                    <a:pt x="27141" y="1392"/>
                    <a:pt x="26844" y="1477"/>
                    <a:pt x="26542" y="1525"/>
                  </a:cubicBezTo>
                  <a:cubicBezTo>
                    <a:pt x="26356" y="1556"/>
                    <a:pt x="26161" y="1539"/>
                    <a:pt x="25970" y="1532"/>
                  </a:cubicBezTo>
                  <a:cubicBezTo>
                    <a:pt x="23525" y="1445"/>
                    <a:pt x="21096" y="1674"/>
                    <a:pt x="18671" y="1940"/>
                  </a:cubicBezTo>
                  <a:cubicBezTo>
                    <a:pt x="16468" y="2182"/>
                    <a:pt x="14271" y="2501"/>
                    <a:pt x="12063" y="2657"/>
                  </a:cubicBezTo>
                  <a:cubicBezTo>
                    <a:pt x="8999" y="2875"/>
                    <a:pt x="5928" y="3005"/>
                    <a:pt x="2856" y="3099"/>
                  </a:cubicBezTo>
                  <a:cubicBezTo>
                    <a:pt x="2149" y="3119"/>
                    <a:pt x="1425" y="2872"/>
                    <a:pt x="722" y="2697"/>
                  </a:cubicBezTo>
                  <a:cubicBezTo>
                    <a:pt x="523" y="2648"/>
                    <a:pt x="366" y="2423"/>
                    <a:pt x="0" y="2124"/>
                  </a:cubicBezTo>
                  <a:cubicBezTo>
                    <a:pt x="536" y="2011"/>
                    <a:pt x="828" y="1909"/>
                    <a:pt x="1127" y="1892"/>
                  </a:cubicBezTo>
                  <a:cubicBezTo>
                    <a:pt x="2664" y="1810"/>
                    <a:pt x="4207" y="1803"/>
                    <a:pt x="5740" y="1668"/>
                  </a:cubicBezTo>
                  <a:cubicBezTo>
                    <a:pt x="8668" y="1409"/>
                    <a:pt x="11611" y="1342"/>
                    <a:pt x="14520" y="849"/>
                  </a:cubicBezTo>
                  <a:cubicBezTo>
                    <a:pt x="15732" y="643"/>
                    <a:pt x="16981" y="653"/>
                    <a:pt x="18212" y="549"/>
                  </a:cubicBezTo>
                  <a:cubicBezTo>
                    <a:pt x="19470" y="443"/>
                    <a:pt x="20724" y="291"/>
                    <a:pt x="21982" y="213"/>
                  </a:cubicBezTo>
                  <a:cubicBezTo>
                    <a:pt x="23465" y="119"/>
                    <a:pt x="24953" y="78"/>
                    <a:pt x="26440" y="21"/>
                  </a:cubicBezTo>
                  <a:cubicBezTo>
                    <a:pt x="27034" y="1"/>
                    <a:pt x="27206" y="204"/>
                    <a:pt x="27494" y="131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50"/>
            <p:cNvSpPr/>
            <p:nvPr/>
          </p:nvSpPr>
          <p:spPr>
            <a:xfrm>
              <a:off x="4742750" y="2577075"/>
              <a:ext cx="213825" cy="189975"/>
            </a:xfrm>
            <a:custGeom>
              <a:avLst/>
              <a:gdLst/>
              <a:ahLst/>
              <a:cxnLst/>
              <a:rect l="l" t="t" r="r" b="b"/>
              <a:pathLst>
                <a:path w="8553" h="7599" extrusionOk="0">
                  <a:moveTo>
                    <a:pt x="937" y="219"/>
                  </a:moveTo>
                  <a:cubicBezTo>
                    <a:pt x="1449" y="0"/>
                    <a:pt x="2006" y="142"/>
                    <a:pt x="2557" y="271"/>
                  </a:cubicBezTo>
                  <a:cubicBezTo>
                    <a:pt x="4091" y="637"/>
                    <a:pt x="5612" y="1063"/>
                    <a:pt x="7160" y="1355"/>
                  </a:cubicBezTo>
                  <a:cubicBezTo>
                    <a:pt x="7836" y="1481"/>
                    <a:pt x="8121" y="1913"/>
                    <a:pt x="8552" y="2396"/>
                  </a:cubicBezTo>
                  <a:cubicBezTo>
                    <a:pt x="7849" y="2755"/>
                    <a:pt x="7800" y="3302"/>
                    <a:pt x="7798" y="3978"/>
                  </a:cubicBezTo>
                  <a:cubicBezTo>
                    <a:pt x="7796" y="4944"/>
                    <a:pt x="7407" y="5919"/>
                    <a:pt x="6747" y="6564"/>
                  </a:cubicBezTo>
                  <a:cubicBezTo>
                    <a:pt x="5977" y="7313"/>
                    <a:pt x="4931" y="7598"/>
                    <a:pt x="3769" y="7375"/>
                  </a:cubicBezTo>
                  <a:cubicBezTo>
                    <a:pt x="1098" y="6861"/>
                    <a:pt x="0" y="4091"/>
                    <a:pt x="622" y="1627"/>
                  </a:cubicBezTo>
                  <a:cubicBezTo>
                    <a:pt x="736" y="1178"/>
                    <a:pt x="826" y="722"/>
                    <a:pt x="937" y="219"/>
                  </a:cubicBezTo>
                  <a:moveTo>
                    <a:pt x="1680" y="1292"/>
                  </a:moveTo>
                  <a:cubicBezTo>
                    <a:pt x="1680" y="1912"/>
                    <a:pt x="1734" y="2415"/>
                    <a:pt x="1670" y="2903"/>
                  </a:cubicBezTo>
                  <a:cubicBezTo>
                    <a:pt x="1513" y="4115"/>
                    <a:pt x="2726" y="5581"/>
                    <a:pt x="3707" y="5736"/>
                  </a:cubicBezTo>
                  <a:cubicBezTo>
                    <a:pt x="5416" y="6006"/>
                    <a:pt x="6375" y="5494"/>
                    <a:pt x="6912" y="3857"/>
                  </a:cubicBezTo>
                  <a:cubicBezTo>
                    <a:pt x="7045" y="3453"/>
                    <a:pt x="7098" y="3023"/>
                    <a:pt x="7194" y="2569"/>
                  </a:cubicBezTo>
                  <a:cubicBezTo>
                    <a:pt x="5346" y="2142"/>
                    <a:pt x="3607" y="1737"/>
                    <a:pt x="1680" y="129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50"/>
            <p:cNvSpPr/>
            <p:nvPr/>
          </p:nvSpPr>
          <p:spPr>
            <a:xfrm>
              <a:off x="5159175" y="2555425"/>
              <a:ext cx="199950" cy="193475"/>
            </a:xfrm>
            <a:custGeom>
              <a:avLst/>
              <a:gdLst/>
              <a:ahLst/>
              <a:cxnLst/>
              <a:rect l="l" t="t" r="r" b="b"/>
              <a:pathLst>
                <a:path w="7998" h="7739" extrusionOk="0">
                  <a:moveTo>
                    <a:pt x="7998" y="4423"/>
                  </a:moveTo>
                  <a:cubicBezTo>
                    <a:pt x="7950" y="4629"/>
                    <a:pt x="7958" y="4882"/>
                    <a:pt x="7841" y="5041"/>
                  </a:cubicBezTo>
                  <a:cubicBezTo>
                    <a:pt x="7416" y="5617"/>
                    <a:pt x="7107" y="6261"/>
                    <a:pt x="6653" y="6833"/>
                  </a:cubicBezTo>
                  <a:cubicBezTo>
                    <a:pt x="6018" y="7635"/>
                    <a:pt x="5192" y="7739"/>
                    <a:pt x="4373" y="7723"/>
                  </a:cubicBezTo>
                  <a:cubicBezTo>
                    <a:pt x="3466" y="7706"/>
                    <a:pt x="2596" y="7387"/>
                    <a:pt x="1886" y="6720"/>
                  </a:cubicBezTo>
                  <a:cubicBezTo>
                    <a:pt x="1104" y="5988"/>
                    <a:pt x="712" y="5041"/>
                    <a:pt x="333" y="4088"/>
                  </a:cubicBezTo>
                  <a:cubicBezTo>
                    <a:pt x="0" y="3252"/>
                    <a:pt x="289" y="2723"/>
                    <a:pt x="1096" y="2351"/>
                  </a:cubicBezTo>
                  <a:cubicBezTo>
                    <a:pt x="1666" y="2088"/>
                    <a:pt x="2239" y="1798"/>
                    <a:pt x="2738" y="1422"/>
                  </a:cubicBezTo>
                  <a:cubicBezTo>
                    <a:pt x="3560" y="800"/>
                    <a:pt x="4533" y="538"/>
                    <a:pt x="5456" y="153"/>
                  </a:cubicBezTo>
                  <a:cubicBezTo>
                    <a:pt x="5816" y="1"/>
                    <a:pt x="6033" y="153"/>
                    <a:pt x="6352" y="402"/>
                  </a:cubicBezTo>
                  <a:cubicBezTo>
                    <a:pt x="7689" y="1446"/>
                    <a:pt x="7619" y="2998"/>
                    <a:pt x="7998" y="4423"/>
                  </a:cubicBezTo>
                  <a:moveTo>
                    <a:pt x="5675" y="929"/>
                  </a:moveTo>
                  <a:cubicBezTo>
                    <a:pt x="4347" y="1677"/>
                    <a:pt x="3057" y="2400"/>
                    <a:pt x="1768" y="3131"/>
                  </a:cubicBezTo>
                  <a:cubicBezTo>
                    <a:pt x="1398" y="3342"/>
                    <a:pt x="1328" y="3638"/>
                    <a:pt x="1550" y="4010"/>
                  </a:cubicBezTo>
                  <a:cubicBezTo>
                    <a:pt x="1794" y="4416"/>
                    <a:pt x="1948" y="4907"/>
                    <a:pt x="2273" y="5225"/>
                  </a:cubicBezTo>
                  <a:cubicBezTo>
                    <a:pt x="2755" y="5694"/>
                    <a:pt x="3226" y="6223"/>
                    <a:pt x="3972" y="6346"/>
                  </a:cubicBezTo>
                  <a:cubicBezTo>
                    <a:pt x="4613" y="6452"/>
                    <a:pt x="5212" y="6305"/>
                    <a:pt x="5678" y="5942"/>
                  </a:cubicBezTo>
                  <a:cubicBezTo>
                    <a:pt x="6183" y="5549"/>
                    <a:pt x="6566" y="4996"/>
                    <a:pt x="6982" y="4496"/>
                  </a:cubicBezTo>
                  <a:cubicBezTo>
                    <a:pt x="7047" y="4416"/>
                    <a:pt x="7020" y="4249"/>
                    <a:pt x="7016" y="4124"/>
                  </a:cubicBezTo>
                  <a:cubicBezTo>
                    <a:pt x="6974" y="2952"/>
                    <a:pt x="6590" y="1917"/>
                    <a:pt x="5675" y="92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50"/>
            <p:cNvSpPr/>
            <p:nvPr/>
          </p:nvSpPr>
          <p:spPr>
            <a:xfrm>
              <a:off x="4382475" y="2133250"/>
              <a:ext cx="1380650" cy="1375275"/>
            </a:xfrm>
            <a:custGeom>
              <a:avLst/>
              <a:gdLst/>
              <a:ahLst/>
              <a:cxnLst/>
              <a:rect l="l" t="t" r="r" b="b"/>
              <a:pathLst>
                <a:path w="55226" h="55011" extrusionOk="0">
                  <a:moveTo>
                    <a:pt x="27808" y="2183"/>
                  </a:moveTo>
                  <a:cubicBezTo>
                    <a:pt x="29003" y="2183"/>
                    <a:pt x="30113" y="2254"/>
                    <a:pt x="31114" y="2400"/>
                  </a:cubicBezTo>
                  <a:cubicBezTo>
                    <a:pt x="31664" y="2456"/>
                    <a:pt x="32172" y="2569"/>
                    <a:pt x="32659" y="2651"/>
                  </a:cubicBezTo>
                  <a:cubicBezTo>
                    <a:pt x="33142" y="2743"/>
                    <a:pt x="33589" y="2858"/>
                    <a:pt x="34009" y="2955"/>
                  </a:cubicBezTo>
                  <a:cubicBezTo>
                    <a:pt x="34424" y="3069"/>
                    <a:pt x="34802" y="3189"/>
                    <a:pt x="35152" y="3291"/>
                  </a:cubicBezTo>
                  <a:cubicBezTo>
                    <a:pt x="35504" y="3395"/>
                    <a:pt x="35811" y="3518"/>
                    <a:pt x="36091" y="3619"/>
                  </a:cubicBezTo>
                  <a:cubicBezTo>
                    <a:pt x="36654" y="3813"/>
                    <a:pt x="37065" y="4013"/>
                    <a:pt x="37350" y="4127"/>
                  </a:cubicBezTo>
                  <a:cubicBezTo>
                    <a:pt x="37634" y="4248"/>
                    <a:pt x="37779" y="4310"/>
                    <a:pt x="37779" y="4310"/>
                  </a:cubicBezTo>
                  <a:lnTo>
                    <a:pt x="37770" y="4305"/>
                  </a:lnTo>
                  <a:lnTo>
                    <a:pt x="37770" y="4305"/>
                  </a:lnTo>
                  <a:cubicBezTo>
                    <a:pt x="37770" y="4305"/>
                    <a:pt x="37917" y="4377"/>
                    <a:pt x="38202" y="4513"/>
                  </a:cubicBezTo>
                  <a:cubicBezTo>
                    <a:pt x="38492" y="4653"/>
                    <a:pt x="38878" y="4847"/>
                    <a:pt x="39405" y="5136"/>
                  </a:cubicBezTo>
                  <a:cubicBezTo>
                    <a:pt x="40445" y="5711"/>
                    <a:pt x="41955" y="6610"/>
                    <a:pt x="43658" y="8041"/>
                  </a:cubicBezTo>
                  <a:cubicBezTo>
                    <a:pt x="45361" y="9459"/>
                    <a:pt x="47254" y="11425"/>
                    <a:pt x="48933" y="14017"/>
                  </a:cubicBezTo>
                  <a:cubicBezTo>
                    <a:pt x="50611" y="16599"/>
                    <a:pt x="52051" y="19837"/>
                    <a:pt x="52727" y="23552"/>
                  </a:cubicBezTo>
                  <a:cubicBezTo>
                    <a:pt x="53067" y="25406"/>
                    <a:pt x="53227" y="27375"/>
                    <a:pt x="53118" y="29399"/>
                  </a:cubicBezTo>
                  <a:cubicBezTo>
                    <a:pt x="53014" y="31423"/>
                    <a:pt x="52638" y="33497"/>
                    <a:pt x="51993" y="35550"/>
                  </a:cubicBezTo>
                  <a:cubicBezTo>
                    <a:pt x="51667" y="36574"/>
                    <a:pt x="51271" y="37600"/>
                    <a:pt x="50799" y="38591"/>
                  </a:cubicBezTo>
                  <a:lnTo>
                    <a:pt x="50613" y="38980"/>
                  </a:lnTo>
                  <a:lnTo>
                    <a:pt x="50427" y="39347"/>
                  </a:lnTo>
                  <a:cubicBezTo>
                    <a:pt x="50307" y="39590"/>
                    <a:pt x="50169" y="39837"/>
                    <a:pt x="50036" y="40083"/>
                  </a:cubicBezTo>
                  <a:cubicBezTo>
                    <a:pt x="49763" y="40573"/>
                    <a:pt x="49478" y="41059"/>
                    <a:pt x="49172" y="41537"/>
                  </a:cubicBezTo>
                  <a:cubicBezTo>
                    <a:pt x="47962" y="43453"/>
                    <a:pt x="46457" y="45245"/>
                    <a:pt x="44703" y="46826"/>
                  </a:cubicBezTo>
                  <a:cubicBezTo>
                    <a:pt x="41202" y="49990"/>
                    <a:pt x="36649" y="52268"/>
                    <a:pt x="31724" y="53077"/>
                  </a:cubicBezTo>
                  <a:cubicBezTo>
                    <a:pt x="30389" y="53290"/>
                    <a:pt x="29033" y="53398"/>
                    <a:pt x="27673" y="53398"/>
                  </a:cubicBezTo>
                  <a:cubicBezTo>
                    <a:pt x="26522" y="53398"/>
                    <a:pt x="25369" y="53321"/>
                    <a:pt x="24225" y="53164"/>
                  </a:cubicBezTo>
                  <a:cubicBezTo>
                    <a:pt x="22975" y="52994"/>
                    <a:pt x="21738" y="52727"/>
                    <a:pt x="20521" y="52379"/>
                  </a:cubicBezTo>
                  <a:cubicBezTo>
                    <a:pt x="19304" y="52033"/>
                    <a:pt x="18111" y="51599"/>
                    <a:pt x="16954" y="51079"/>
                  </a:cubicBezTo>
                  <a:cubicBezTo>
                    <a:pt x="14616" y="50055"/>
                    <a:pt x="12399" y="48751"/>
                    <a:pt x="10368" y="47218"/>
                  </a:cubicBezTo>
                  <a:cubicBezTo>
                    <a:pt x="8339" y="45682"/>
                    <a:pt x="6530" y="43861"/>
                    <a:pt x="5057" y="41812"/>
                  </a:cubicBezTo>
                  <a:cubicBezTo>
                    <a:pt x="3591" y="39757"/>
                    <a:pt x="2494" y="37460"/>
                    <a:pt x="1840" y="35072"/>
                  </a:cubicBezTo>
                  <a:cubicBezTo>
                    <a:pt x="1677" y="34475"/>
                    <a:pt x="1547" y="33872"/>
                    <a:pt x="1434" y="33268"/>
                  </a:cubicBezTo>
                  <a:cubicBezTo>
                    <a:pt x="1323" y="32662"/>
                    <a:pt x="1252" y="32055"/>
                    <a:pt x="1194" y="31447"/>
                  </a:cubicBezTo>
                  <a:cubicBezTo>
                    <a:pt x="1137" y="30840"/>
                    <a:pt x="1112" y="30232"/>
                    <a:pt x="1100" y="29628"/>
                  </a:cubicBezTo>
                  <a:cubicBezTo>
                    <a:pt x="1100" y="29024"/>
                    <a:pt x="1117" y="28421"/>
                    <a:pt x="1159" y="27822"/>
                  </a:cubicBezTo>
                  <a:cubicBezTo>
                    <a:pt x="1502" y="23032"/>
                    <a:pt x="3160" y="18560"/>
                    <a:pt x="5351" y="14785"/>
                  </a:cubicBezTo>
                  <a:cubicBezTo>
                    <a:pt x="6443" y="12915"/>
                    <a:pt x="7762" y="11232"/>
                    <a:pt x="9189" y="9786"/>
                  </a:cubicBezTo>
                  <a:cubicBezTo>
                    <a:pt x="10614" y="8329"/>
                    <a:pt x="12169" y="7116"/>
                    <a:pt x="13756" y="6116"/>
                  </a:cubicBezTo>
                  <a:cubicBezTo>
                    <a:pt x="15345" y="5117"/>
                    <a:pt x="16973" y="4344"/>
                    <a:pt x="18571" y="3747"/>
                  </a:cubicBezTo>
                  <a:cubicBezTo>
                    <a:pt x="20171" y="3158"/>
                    <a:pt x="21750" y="2786"/>
                    <a:pt x="23248" y="2544"/>
                  </a:cubicBezTo>
                  <a:cubicBezTo>
                    <a:pt x="24747" y="2296"/>
                    <a:pt x="26169" y="2204"/>
                    <a:pt x="27488" y="2185"/>
                  </a:cubicBezTo>
                  <a:cubicBezTo>
                    <a:pt x="27595" y="2184"/>
                    <a:pt x="27702" y="2183"/>
                    <a:pt x="27808" y="2183"/>
                  </a:cubicBezTo>
                  <a:close/>
                  <a:moveTo>
                    <a:pt x="26274" y="1"/>
                  </a:moveTo>
                  <a:cubicBezTo>
                    <a:pt x="25199" y="1"/>
                    <a:pt x="24065" y="79"/>
                    <a:pt x="22890" y="262"/>
                  </a:cubicBezTo>
                  <a:cubicBezTo>
                    <a:pt x="19612" y="779"/>
                    <a:pt x="15965" y="2018"/>
                    <a:pt x="12589" y="4330"/>
                  </a:cubicBezTo>
                  <a:cubicBezTo>
                    <a:pt x="11739" y="4894"/>
                    <a:pt x="10918" y="5537"/>
                    <a:pt x="10112" y="6223"/>
                  </a:cubicBezTo>
                  <a:cubicBezTo>
                    <a:pt x="9720" y="6576"/>
                    <a:pt x="9322" y="6935"/>
                    <a:pt x="8938" y="7310"/>
                  </a:cubicBezTo>
                  <a:cubicBezTo>
                    <a:pt x="8563" y="7698"/>
                    <a:pt x="8169" y="8071"/>
                    <a:pt x="7814" y="8488"/>
                  </a:cubicBezTo>
                  <a:cubicBezTo>
                    <a:pt x="6349" y="10116"/>
                    <a:pt x="5020" y="11944"/>
                    <a:pt x="3926" y="13993"/>
                  </a:cubicBezTo>
                  <a:cubicBezTo>
                    <a:pt x="3788" y="14253"/>
                    <a:pt x="3651" y="14510"/>
                    <a:pt x="3513" y="14772"/>
                  </a:cubicBezTo>
                  <a:cubicBezTo>
                    <a:pt x="3392" y="15028"/>
                    <a:pt x="3271" y="15284"/>
                    <a:pt x="3148" y="15541"/>
                  </a:cubicBezTo>
                  <a:lnTo>
                    <a:pt x="2965" y="15927"/>
                  </a:lnTo>
                  <a:lnTo>
                    <a:pt x="2921" y="16024"/>
                  </a:lnTo>
                  <a:lnTo>
                    <a:pt x="2870" y="16140"/>
                  </a:lnTo>
                  <a:lnTo>
                    <a:pt x="2782" y="16342"/>
                  </a:lnTo>
                  <a:cubicBezTo>
                    <a:pt x="2666" y="16610"/>
                    <a:pt x="2550" y="16878"/>
                    <a:pt x="2443" y="17152"/>
                  </a:cubicBezTo>
                  <a:cubicBezTo>
                    <a:pt x="2001" y="18241"/>
                    <a:pt x="1607" y="19364"/>
                    <a:pt x="1270" y="20520"/>
                  </a:cubicBezTo>
                  <a:cubicBezTo>
                    <a:pt x="607" y="22832"/>
                    <a:pt x="173" y="25276"/>
                    <a:pt x="125" y="27776"/>
                  </a:cubicBezTo>
                  <a:cubicBezTo>
                    <a:pt x="1" y="32770"/>
                    <a:pt x="1402" y="37958"/>
                    <a:pt x="4322" y="42315"/>
                  </a:cubicBezTo>
                  <a:cubicBezTo>
                    <a:pt x="5759" y="44505"/>
                    <a:pt x="7556" y="46483"/>
                    <a:pt x="9587" y="48194"/>
                  </a:cubicBezTo>
                  <a:cubicBezTo>
                    <a:pt x="11616" y="49915"/>
                    <a:pt x="13906" y="51326"/>
                    <a:pt x="16311" y="52483"/>
                  </a:cubicBezTo>
                  <a:cubicBezTo>
                    <a:pt x="19866" y="54175"/>
                    <a:pt x="23808" y="55010"/>
                    <a:pt x="27714" y="55010"/>
                  </a:cubicBezTo>
                  <a:cubicBezTo>
                    <a:pt x="29147" y="55010"/>
                    <a:pt x="30574" y="54898"/>
                    <a:pt x="31976" y="54675"/>
                  </a:cubicBezTo>
                  <a:cubicBezTo>
                    <a:pt x="34594" y="54274"/>
                    <a:pt x="37137" y="53509"/>
                    <a:pt x="39496" y="52410"/>
                  </a:cubicBezTo>
                  <a:cubicBezTo>
                    <a:pt x="41856" y="51314"/>
                    <a:pt x="44032" y="49894"/>
                    <a:pt x="45945" y="48232"/>
                  </a:cubicBezTo>
                  <a:cubicBezTo>
                    <a:pt x="47860" y="46570"/>
                    <a:pt x="49510" y="44667"/>
                    <a:pt x="50852" y="42622"/>
                  </a:cubicBezTo>
                  <a:cubicBezTo>
                    <a:pt x="51191" y="42115"/>
                    <a:pt x="51504" y="41593"/>
                    <a:pt x="51800" y="41066"/>
                  </a:cubicBezTo>
                  <a:cubicBezTo>
                    <a:pt x="51946" y="40800"/>
                    <a:pt x="52092" y="40540"/>
                    <a:pt x="52231" y="40265"/>
                  </a:cubicBezTo>
                  <a:lnTo>
                    <a:pt x="52439" y="39859"/>
                  </a:lnTo>
                  <a:lnTo>
                    <a:pt x="52626" y="39470"/>
                  </a:lnTo>
                  <a:cubicBezTo>
                    <a:pt x="53152" y="38385"/>
                    <a:pt x="53580" y="37286"/>
                    <a:pt x="53942" y="36175"/>
                  </a:cubicBezTo>
                  <a:cubicBezTo>
                    <a:pt x="54668" y="33953"/>
                    <a:pt x="55038" y="31688"/>
                    <a:pt x="55132" y="29495"/>
                  </a:cubicBezTo>
                  <a:cubicBezTo>
                    <a:pt x="55226" y="27300"/>
                    <a:pt x="55041" y="25174"/>
                    <a:pt x="54639" y="23184"/>
                  </a:cubicBezTo>
                  <a:cubicBezTo>
                    <a:pt x="53819" y="19197"/>
                    <a:pt x="52195" y="15784"/>
                    <a:pt x="50358" y="13073"/>
                  </a:cubicBezTo>
                  <a:cubicBezTo>
                    <a:pt x="48515" y="10355"/>
                    <a:pt x="46464" y="8327"/>
                    <a:pt x="44655" y="6837"/>
                  </a:cubicBezTo>
                  <a:cubicBezTo>
                    <a:pt x="42836" y="5349"/>
                    <a:pt x="41250" y="4390"/>
                    <a:pt x="40149" y="3784"/>
                  </a:cubicBezTo>
                  <a:cubicBezTo>
                    <a:pt x="39605" y="3486"/>
                    <a:pt x="39151" y="3259"/>
                    <a:pt x="38871" y="3124"/>
                  </a:cubicBezTo>
                  <a:cubicBezTo>
                    <a:pt x="38586" y="2986"/>
                    <a:pt x="38439" y="2916"/>
                    <a:pt x="38439" y="2916"/>
                  </a:cubicBezTo>
                  <a:lnTo>
                    <a:pt x="38431" y="2910"/>
                  </a:lnTo>
                  <a:cubicBezTo>
                    <a:pt x="38431" y="2910"/>
                    <a:pt x="38277" y="2842"/>
                    <a:pt x="37980" y="2709"/>
                  </a:cubicBezTo>
                  <a:cubicBezTo>
                    <a:pt x="37681" y="2583"/>
                    <a:pt x="37251" y="2364"/>
                    <a:pt x="36659" y="2146"/>
                  </a:cubicBezTo>
                  <a:cubicBezTo>
                    <a:pt x="36364" y="2038"/>
                    <a:pt x="36043" y="1893"/>
                    <a:pt x="35678" y="1765"/>
                  </a:cubicBezTo>
                  <a:cubicBezTo>
                    <a:pt x="35311" y="1639"/>
                    <a:pt x="34913" y="1494"/>
                    <a:pt x="34478" y="1352"/>
                  </a:cubicBezTo>
                  <a:cubicBezTo>
                    <a:pt x="34040" y="1226"/>
                    <a:pt x="33572" y="1064"/>
                    <a:pt x="33063" y="931"/>
                  </a:cubicBezTo>
                  <a:cubicBezTo>
                    <a:pt x="32553" y="806"/>
                    <a:pt x="32014" y="647"/>
                    <a:pt x="31432" y="543"/>
                  </a:cubicBezTo>
                  <a:cubicBezTo>
                    <a:pt x="30273" y="289"/>
                    <a:pt x="28966" y="122"/>
                    <a:pt x="27534" y="36"/>
                  </a:cubicBezTo>
                  <a:cubicBezTo>
                    <a:pt x="27124" y="13"/>
                    <a:pt x="26704" y="1"/>
                    <a:pt x="26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5" name="Google Shape;2005;p50"/>
          <p:cNvGrpSpPr/>
          <p:nvPr/>
        </p:nvGrpSpPr>
        <p:grpSpPr>
          <a:xfrm rot="973166">
            <a:off x="5110541" y="1522881"/>
            <a:ext cx="769116" cy="543585"/>
            <a:chOff x="1038750" y="345075"/>
            <a:chExt cx="1954750" cy="1381550"/>
          </a:xfrm>
        </p:grpSpPr>
        <p:sp>
          <p:nvSpPr>
            <p:cNvPr id="2006" name="Google Shape;2006;p50"/>
            <p:cNvSpPr/>
            <p:nvPr/>
          </p:nvSpPr>
          <p:spPr>
            <a:xfrm>
              <a:off x="1038750" y="363500"/>
              <a:ext cx="1954750" cy="1343600"/>
            </a:xfrm>
            <a:custGeom>
              <a:avLst/>
              <a:gdLst/>
              <a:ahLst/>
              <a:cxnLst/>
              <a:rect l="l" t="t" r="r" b="b"/>
              <a:pathLst>
                <a:path w="78190" h="53744" extrusionOk="0">
                  <a:moveTo>
                    <a:pt x="40076" y="0"/>
                  </a:moveTo>
                  <a:cubicBezTo>
                    <a:pt x="36755" y="0"/>
                    <a:pt x="33174" y="567"/>
                    <a:pt x="29368" y="1817"/>
                  </a:cubicBezTo>
                  <a:cubicBezTo>
                    <a:pt x="1" y="10014"/>
                    <a:pt x="10393" y="53744"/>
                    <a:pt x="37431" y="53744"/>
                  </a:cubicBezTo>
                  <a:cubicBezTo>
                    <a:pt x="40013" y="53744"/>
                    <a:pt x="42747" y="53345"/>
                    <a:pt x="45612" y="52478"/>
                  </a:cubicBezTo>
                  <a:cubicBezTo>
                    <a:pt x="78189" y="42624"/>
                    <a:pt x="68876" y="0"/>
                    <a:pt x="40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0"/>
            <p:cNvSpPr/>
            <p:nvPr/>
          </p:nvSpPr>
          <p:spPr>
            <a:xfrm>
              <a:off x="1596000" y="1146975"/>
              <a:ext cx="782100" cy="118350"/>
            </a:xfrm>
            <a:custGeom>
              <a:avLst/>
              <a:gdLst/>
              <a:ahLst/>
              <a:cxnLst/>
              <a:rect l="l" t="t" r="r" b="b"/>
              <a:pathLst>
                <a:path w="31284" h="4734" extrusionOk="0">
                  <a:moveTo>
                    <a:pt x="30125" y="1"/>
                  </a:moveTo>
                  <a:lnTo>
                    <a:pt x="1" y="1573"/>
                  </a:lnTo>
                  <a:lnTo>
                    <a:pt x="1134" y="4733"/>
                  </a:lnTo>
                  <a:lnTo>
                    <a:pt x="31284" y="4056"/>
                  </a:lnTo>
                  <a:lnTo>
                    <a:pt x="301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0"/>
            <p:cNvSpPr/>
            <p:nvPr/>
          </p:nvSpPr>
          <p:spPr>
            <a:xfrm>
              <a:off x="1653875" y="1265300"/>
              <a:ext cx="738350" cy="345775"/>
            </a:xfrm>
            <a:custGeom>
              <a:avLst/>
              <a:gdLst/>
              <a:ahLst/>
              <a:cxnLst/>
              <a:rect l="l" t="t" r="r" b="b"/>
              <a:pathLst>
                <a:path w="29534" h="13831" extrusionOk="0">
                  <a:moveTo>
                    <a:pt x="27145" y="0"/>
                  </a:moveTo>
                  <a:cubicBezTo>
                    <a:pt x="19068" y="0"/>
                    <a:pt x="11016" y="556"/>
                    <a:pt x="2939" y="556"/>
                  </a:cubicBezTo>
                  <a:cubicBezTo>
                    <a:pt x="1960" y="556"/>
                    <a:pt x="980" y="548"/>
                    <a:pt x="0" y="529"/>
                  </a:cubicBezTo>
                  <a:lnTo>
                    <a:pt x="0" y="529"/>
                  </a:lnTo>
                  <a:cubicBezTo>
                    <a:pt x="1503" y="9620"/>
                    <a:pt x="7522" y="13830"/>
                    <a:pt x="13785" y="13830"/>
                  </a:cubicBezTo>
                  <a:cubicBezTo>
                    <a:pt x="20530" y="13830"/>
                    <a:pt x="27558" y="8947"/>
                    <a:pt x="29533" y="17"/>
                  </a:cubicBezTo>
                  <a:cubicBezTo>
                    <a:pt x="28737" y="6"/>
                    <a:pt x="27941" y="0"/>
                    <a:pt x="27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50"/>
            <p:cNvSpPr/>
            <p:nvPr/>
          </p:nvSpPr>
          <p:spPr>
            <a:xfrm>
              <a:off x="1523550" y="567950"/>
              <a:ext cx="476875" cy="368575"/>
            </a:xfrm>
            <a:custGeom>
              <a:avLst/>
              <a:gdLst/>
              <a:ahLst/>
              <a:cxnLst/>
              <a:rect l="l" t="t" r="r" b="b"/>
              <a:pathLst>
                <a:path w="19075" h="14743" extrusionOk="0">
                  <a:moveTo>
                    <a:pt x="13462" y="1"/>
                  </a:moveTo>
                  <a:cubicBezTo>
                    <a:pt x="10666" y="1"/>
                    <a:pt x="9964" y="4791"/>
                    <a:pt x="9365" y="6553"/>
                  </a:cubicBezTo>
                  <a:cubicBezTo>
                    <a:pt x="9365" y="6553"/>
                    <a:pt x="6082" y="3752"/>
                    <a:pt x="3232" y="3751"/>
                  </a:cubicBezTo>
                  <a:cubicBezTo>
                    <a:pt x="3229" y="3751"/>
                    <a:pt x="3227" y="3751"/>
                    <a:pt x="3225" y="3751"/>
                  </a:cubicBezTo>
                  <a:cubicBezTo>
                    <a:pt x="42" y="3751"/>
                    <a:pt x="0" y="6165"/>
                    <a:pt x="1107" y="8154"/>
                  </a:cubicBezTo>
                  <a:cubicBezTo>
                    <a:pt x="1797" y="9390"/>
                    <a:pt x="9238" y="14742"/>
                    <a:pt x="10936" y="14742"/>
                  </a:cubicBezTo>
                  <a:cubicBezTo>
                    <a:pt x="11052" y="14742"/>
                    <a:pt x="11142" y="14717"/>
                    <a:pt x="11200" y="14665"/>
                  </a:cubicBezTo>
                  <a:cubicBezTo>
                    <a:pt x="13036" y="12995"/>
                    <a:pt x="19074" y="3626"/>
                    <a:pt x="16660" y="1558"/>
                  </a:cubicBezTo>
                  <a:cubicBezTo>
                    <a:pt x="15361" y="446"/>
                    <a:pt x="14314" y="1"/>
                    <a:pt x="134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50"/>
            <p:cNvSpPr/>
            <p:nvPr/>
          </p:nvSpPr>
          <p:spPr>
            <a:xfrm>
              <a:off x="2089475" y="582075"/>
              <a:ext cx="402125" cy="405575"/>
            </a:xfrm>
            <a:custGeom>
              <a:avLst/>
              <a:gdLst/>
              <a:ahLst/>
              <a:cxnLst/>
              <a:rect l="l" t="t" r="r" b="b"/>
              <a:pathLst>
                <a:path w="16085" h="16223" extrusionOk="0">
                  <a:moveTo>
                    <a:pt x="3820" y="1"/>
                  </a:moveTo>
                  <a:lnTo>
                    <a:pt x="1" y="1255"/>
                  </a:lnTo>
                  <a:lnTo>
                    <a:pt x="1" y="6172"/>
                  </a:lnTo>
                  <a:lnTo>
                    <a:pt x="3269" y="10765"/>
                  </a:lnTo>
                  <a:lnTo>
                    <a:pt x="6814" y="16223"/>
                  </a:lnTo>
                  <a:lnTo>
                    <a:pt x="9541" y="13663"/>
                  </a:lnTo>
                  <a:lnTo>
                    <a:pt x="13862" y="9850"/>
                  </a:lnTo>
                  <a:lnTo>
                    <a:pt x="16084" y="6172"/>
                  </a:lnTo>
                  <a:lnTo>
                    <a:pt x="15408" y="3187"/>
                  </a:lnTo>
                  <a:lnTo>
                    <a:pt x="12109" y="2319"/>
                  </a:lnTo>
                  <a:lnTo>
                    <a:pt x="8165" y="5698"/>
                  </a:lnTo>
                  <a:lnTo>
                    <a:pt x="7367" y="6172"/>
                  </a:lnTo>
                  <a:lnTo>
                    <a:pt x="6331" y="2704"/>
                  </a:lnTo>
                  <a:lnTo>
                    <a:pt x="38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50"/>
            <p:cNvSpPr/>
            <p:nvPr/>
          </p:nvSpPr>
          <p:spPr>
            <a:xfrm>
              <a:off x="1862450" y="1413550"/>
              <a:ext cx="333600" cy="197550"/>
            </a:xfrm>
            <a:custGeom>
              <a:avLst/>
              <a:gdLst/>
              <a:ahLst/>
              <a:cxnLst/>
              <a:rect l="l" t="t" r="r" b="b"/>
              <a:pathLst>
                <a:path w="13344" h="7902" extrusionOk="0">
                  <a:moveTo>
                    <a:pt x="9908" y="1"/>
                  </a:moveTo>
                  <a:lnTo>
                    <a:pt x="6672" y="1407"/>
                  </a:lnTo>
                  <a:lnTo>
                    <a:pt x="3245" y="634"/>
                  </a:lnTo>
                  <a:lnTo>
                    <a:pt x="1" y="4155"/>
                  </a:lnTo>
                  <a:lnTo>
                    <a:pt x="1" y="6514"/>
                  </a:lnTo>
                  <a:lnTo>
                    <a:pt x="5249" y="7442"/>
                  </a:lnTo>
                  <a:lnTo>
                    <a:pt x="8073" y="7901"/>
                  </a:lnTo>
                  <a:lnTo>
                    <a:pt x="11355" y="7442"/>
                  </a:lnTo>
                  <a:lnTo>
                    <a:pt x="13343" y="6140"/>
                  </a:lnTo>
                  <a:lnTo>
                    <a:pt x="12033" y="634"/>
                  </a:lnTo>
                  <a:lnTo>
                    <a:pt x="99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50"/>
            <p:cNvSpPr/>
            <p:nvPr/>
          </p:nvSpPr>
          <p:spPr>
            <a:xfrm>
              <a:off x="1590775" y="1118150"/>
              <a:ext cx="811950" cy="524550"/>
            </a:xfrm>
            <a:custGeom>
              <a:avLst/>
              <a:gdLst/>
              <a:ahLst/>
              <a:cxnLst/>
              <a:rect l="l" t="t" r="r" b="b"/>
              <a:pathLst>
                <a:path w="32478" h="20982" extrusionOk="0">
                  <a:moveTo>
                    <a:pt x="336" y="1569"/>
                  </a:moveTo>
                  <a:cubicBezTo>
                    <a:pt x="2461" y="1113"/>
                    <a:pt x="4594" y="1227"/>
                    <a:pt x="6707" y="1098"/>
                  </a:cubicBezTo>
                  <a:cubicBezTo>
                    <a:pt x="8508" y="987"/>
                    <a:pt x="10310" y="883"/>
                    <a:pt x="12112" y="778"/>
                  </a:cubicBezTo>
                  <a:cubicBezTo>
                    <a:pt x="14640" y="632"/>
                    <a:pt x="17167" y="461"/>
                    <a:pt x="19695" y="350"/>
                  </a:cubicBezTo>
                  <a:cubicBezTo>
                    <a:pt x="21051" y="290"/>
                    <a:pt x="22412" y="347"/>
                    <a:pt x="23768" y="326"/>
                  </a:cubicBezTo>
                  <a:cubicBezTo>
                    <a:pt x="25757" y="297"/>
                    <a:pt x="27743" y="256"/>
                    <a:pt x="29731" y="198"/>
                  </a:cubicBezTo>
                  <a:cubicBezTo>
                    <a:pt x="30097" y="188"/>
                    <a:pt x="30460" y="80"/>
                    <a:pt x="30926" y="0"/>
                  </a:cubicBezTo>
                  <a:cubicBezTo>
                    <a:pt x="31493" y="823"/>
                    <a:pt x="32160" y="1620"/>
                    <a:pt x="32071" y="2828"/>
                  </a:cubicBezTo>
                  <a:cubicBezTo>
                    <a:pt x="32017" y="3565"/>
                    <a:pt x="32196" y="4323"/>
                    <a:pt x="32308" y="5067"/>
                  </a:cubicBezTo>
                  <a:cubicBezTo>
                    <a:pt x="32477" y="6192"/>
                    <a:pt x="32337" y="7245"/>
                    <a:pt x="31895" y="8312"/>
                  </a:cubicBezTo>
                  <a:cubicBezTo>
                    <a:pt x="31511" y="9237"/>
                    <a:pt x="31400" y="10269"/>
                    <a:pt x="31066" y="11218"/>
                  </a:cubicBezTo>
                  <a:cubicBezTo>
                    <a:pt x="30506" y="12800"/>
                    <a:pt x="29825" y="14348"/>
                    <a:pt x="28701" y="15614"/>
                  </a:cubicBezTo>
                  <a:cubicBezTo>
                    <a:pt x="27443" y="17032"/>
                    <a:pt x="26054" y="18289"/>
                    <a:pt x="24325" y="19186"/>
                  </a:cubicBezTo>
                  <a:cubicBezTo>
                    <a:pt x="22893" y="19929"/>
                    <a:pt x="21415" y="20447"/>
                    <a:pt x="19853" y="20673"/>
                  </a:cubicBezTo>
                  <a:cubicBezTo>
                    <a:pt x="17713" y="20982"/>
                    <a:pt x="15590" y="20913"/>
                    <a:pt x="13477" y="20232"/>
                  </a:cubicBezTo>
                  <a:cubicBezTo>
                    <a:pt x="12368" y="19876"/>
                    <a:pt x="11209" y="19630"/>
                    <a:pt x="10184" y="19079"/>
                  </a:cubicBezTo>
                  <a:cubicBezTo>
                    <a:pt x="9127" y="18510"/>
                    <a:pt x="8171" y="17758"/>
                    <a:pt x="7139" y="17143"/>
                  </a:cubicBezTo>
                  <a:cubicBezTo>
                    <a:pt x="6555" y="16797"/>
                    <a:pt x="6072" y="16377"/>
                    <a:pt x="5687" y="15828"/>
                  </a:cubicBezTo>
                  <a:cubicBezTo>
                    <a:pt x="4454" y="14066"/>
                    <a:pt x="3116" y="12368"/>
                    <a:pt x="2024" y="10523"/>
                  </a:cubicBezTo>
                  <a:cubicBezTo>
                    <a:pt x="1413" y="9489"/>
                    <a:pt x="1154" y="8230"/>
                    <a:pt x="836" y="7045"/>
                  </a:cubicBezTo>
                  <a:cubicBezTo>
                    <a:pt x="534" y="5915"/>
                    <a:pt x="360" y="4751"/>
                    <a:pt x="131" y="3603"/>
                  </a:cubicBezTo>
                  <a:cubicBezTo>
                    <a:pt x="0" y="2936"/>
                    <a:pt x="32" y="2280"/>
                    <a:pt x="336" y="1569"/>
                  </a:cubicBezTo>
                  <a:moveTo>
                    <a:pt x="10194" y="17517"/>
                  </a:moveTo>
                  <a:cubicBezTo>
                    <a:pt x="10141" y="15706"/>
                    <a:pt x="10627" y="14252"/>
                    <a:pt x="11762" y="13085"/>
                  </a:cubicBezTo>
                  <a:cubicBezTo>
                    <a:pt x="12952" y="11861"/>
                    <a:pt x="14170" y="11223"/>
                    <a:pt x="16119" y="12163"/>
                  </a:cubicBezTo>
                  <a:cubicBezTo>
                    <a:pt x="16346" y="12273"/>
                    <a:pt x="16583" y="12367"/>
                    <a:pt x="16817" y="12466"/>
                  </a:cubicBezTo>
                  <a:cubicBezTo>
                    <a:pt x="17423" y="12723"/>
                    <a:pt x="17985" y="12696"/>
                    <a:pt x="18488" y="12221"/>
                  </a:cubicBezTo>
                  <a:cubicBezTo>
                    <a:pt x="18648" y="12070"/>
                    <a:pt x="18828" y="11936"/>
                    <a:pt x="19002" y="11798"/>
                  </a:cubicBezTo>
                  <a:cubicBezTo>
                    <a:pt x="20024" y="10993"/>
                    <a:pt x="21937" y="11081"/>
                    <a:pt x="22879" y="11983"/>
                  </a:cubicBezTo>
                  <a:cubicBezTo>
                    <a:pt x="22968" y="12068"/>
                    <a:pt x="23045" y="12179"/>
                    <a:pt x="23096" y="12291"/>
                  </a:cubicBezTo>
                  <a:cubicBezTo>
                    <a:pt x="23777" y="13810"/>
                    <a:pt x="24408" y="15343"/>
                    <a:pt x="24436" y="17079"/>
                  </a:cubicBezTo>
                  <a:cubicBezTo>
                    <a:pt x="24536" y="17079"/>
                    <a:pt x="24644" y="17113"/>
                    <a:pt x="24709" y="17073"/>
                  </a:cubicBezTo>
                  <a:cubicBezTo>
                    <a:pt x="25934" y="16329"/>
                    <a:pt x="27115" y="15520"/>
                    <a:pt x="27994" y="14370"/>
                  </a:cubicBezTo>
                  <a:cubicBezTo>
                    <a:pt x="29137" y="12873"/>
                    <a:pt x="29904" y="11165"/>
                    <a:pt x="30651" y="9453"/>
                  </a:cubicBezTo>
                  <a:cubicBezTo>
                    <a:pt x="30713" y="9312"/>
                    <a:pt x="30737" y="9153"/>
                    <a:pt x="30774" y="9001"/>
                  </a:cubicBezTo>
                  <a:cubicBezTo>
                    <a:pt x="30911" y="8455"/>
                    <a:pt x="31023" y="7902"/>
                    <a:pt x="31187" y="7364"/>
                  </a:cubicBezTo>
                  <a:cubicBezTo>
                    <a:pt x="31348" y="6844"/>
                    <a:pt x="31523" y="6340"/>
                    <a:pt x="31117" y="5837"/>
                  </a:cubicBezTo>
                  <a:cubicBezTo>
                    <a:pt x="30605" y="5941"/>
                    <a:pt x="30114" y="6139"/>
                    <a:pt x="29631" y="6122"/>
                  </a:cubicBezTo>
                  <a:cubicBezTo>
                    <a:pt x="27258" y="6033"/>
                    <a:pt x="24891" y="6020"/>
                    <a:pt x="22523" y="6211"/>
                  </a:cubicBezTo>
                  <a:cubicBezTo>
                    <a:pt x="21516" y="6293"/>
                    <a:pt x="20498" y="6245"/>
                    <a:pt x="19490" y="6323"/>
                  </a:cubicBezTo>
                  <a:cubicBezTo>
                    <a:pt x="18010" y="6436"/>
                    <a:pt x="16536" y="6639"/>
                    <a:pt x="15054" y="6752"/>
                  </a:cubicBezTo>
                  <a:cubicBezTo>
                    <a:pt x="12530" y="6946"/>
                    <a:pt x="10001" y="7079"/>
                    <a:pt x="7477" y="7277"/>
                  </a:cubicBezTo>
                  <a:cubicBezTo>
                    <a:pt x="6088" y="7387"/>
                    <a:pt x="4704" y="7562"/>
                    <a:pt x="3323" y="7738"/>
                  </a:cubicBezTo>
                  <a:cubicBezTo>
                    <a:pt x="2707" y="7817"/>
                    <a:pt x="2596" y="7972"/>
                    <a:pt x="2796" y="8561"/>
                  </a:cubicBezTo>
                  <a:cubicBezTo>
                    <a:pt x="3050" y="9307"/>
                    <a:pt x="3278" y="10095"/>
                    <a:pt x="3707" y="10740"/>
                  </a:cubicBezTo>
                  <a:cubicBezTo>
                    <a:pt x="4717" y="12266"/>
                    <a:pt x="5804" y="13747"/>
                    <a:pt x="6931" y="15191"/>
                  </a:cubicBezTo>
                  <a:cubicBezTo>
                    <a:pt x="7740" y="16227"/>
                    <a:pt x="8915" y="16811"/>
                    <a:pt x="10194" y="17517"/>
                  </a:cubicBezTo>
                  <a:moveTo>
                    <a:pt x="30805" y="1169"/>
                  </a:moveTo>
                  <a:cubicBezTo>
                    <a:pt x="30129" y="1231"/>
                    <a:pt x="29603" y="1278"/>
                    <a:pt x="29078" y="1328"/>
                  </a:cubicBezTo>
                  <a:cubicBezTo>
                    <a:pt x="28480" y="1383"/>
                    <a:pt x="27883" y="1453"/>
                    <a:pt x="27282" y="1492"/>
                  </a:cubicBezTo>
                  <a:cubicBezTo>
                    <a:pt x="25866" y="1584"/>
                    <a:pt x="24448" y="1683"/>
                    <a:pt x="23028" y="1744"/>
                  </a:cubicBezTo>
                  <a:cubicBezTo>
                    <a:pt x="21859" y="1794"/>
                    <a:pt x="20684" y="1765"/>
                    <a:pt x="19514" y="1821"/>
                  </a:cubicBezTo>
                  <a:cubicBezTo>
                    <a:pt x="17049" y="1942"/>
                    <a:pt x="14587" y="2098"/>
                    <a:pt x="12122" y="2236"/>
                  </a:cubicBezTo>
                  <a:cubicBezTo>
                    <a:pt x="11522" y="2270"/>
                    <a:pt x="10921" y="2294"/>
                    <a:pt x="10322" y="2320"/>
                  </a:cubicBezTo>
                  <a:cubicBezTo>
                    <a:pt x="9436" y="2355"/>
                    <a:pt x="8550" y="2396"/>
                    <a:pt x="7663" y="2419"/>
                  </a:cubicBezTo>
                  <a:cubicBezTo>
                    <a:pt x="7062" y="2432"/>
                    <a:pt x="6458" y="2383"/>
                    <a:pt x="5859" y="2422"/>
                  </a:cubicBezTo>
                  <a:cubicBezTo>
                    <a:pt x="4289" y="2524"/>
                    <a:pt x="2722" y="2678"/>
                    <a:pt x="1010" y="2335"/>
                  </a:cubicBezTo>
                  <a:cubicBezTo>
                    <a:pt x="1121" y="2893"/>
                    <a:pt x="1195" y="3347"/>
                    <a:pt x="1304" y="3791"/>
                  </a:cubicBezTo>
                  <a:cubicBezTo>
                    <a:pt x="1408" y="4212"/>
                    <a:pt x="1545" y="4627"/>
                    <a:pt x="1673" y="5043"/>
                  </a:cubicBezTo>
                  <a:cubicBezTo>
                    <a:pt x="1773" y="5374"/>
                    <a:pt x="1896" y="5702"/>
                    <a:pt x="1987" y="6037"/>
                  </a:cubicBezTo>
                  <a:cubicBezTo>
                    <a:pt x="2121" y="6535"/>
                    <a:pt x="2406" y="6637"/>
                    <a:pt x="2913" y="6559"/>
                  </a:cubicBezTo>
                  <a:cubicBezTo>
                    <a:pt x="4605" y="6301"/>
                    <a:pt x="6298" y="6043"/>
                    <a:pt x="7999" y="5895"/>
                  </a:cubicBezTo>
                  <a:cubicBezTo>
                    <a:pt x="11499" y="5591"/>
                    <a:pt x="15003" y="5351"/>
                    <a:pt x="18507" y="5103"/>
                  </a:cubicBezTo>
                  <a:cubicBezTo>
                    <a:pt x="19672" y="5019"/>
                    <a:pt x="20845" y="5035"/>
                    <a:pt x="22009" y="4936"/>
                  </a:cubicBezTo>
                  <a:cubicBezTo>
                    <a:pt x="24347" y="4736"/>
                    <a:pt x="26682" y="4748"/>
                    <a:pt x="29020" y="4905"/>
                  </a:cubicBezTo>
                  <a:cubicBezTo>
                    <a:pt x="29735" y="4953"/>
                    <a:pt x="30457" y="4885"/>
                    <a:pt x="31329" y="4866"/>
                  </a:cubicBezTo>
                  <a:cubicBezTo>
                    <a:pt x="31213" y="3531"/>
                    <a:pt x="31047" y="2333"/>
                    <a:pt x="30805" y="1169"/>
                  </a:cubicBezTo>
                  <a:moveTo>
                    <a:pt x="11259" y="17893"/>
                  </a:moveTo>
                  <a:cubicBezTo>
                    <a:pt x="11245" y="17879"/>
                    <a:pt x="11296" y="17988"/>
                    <a:pt x="11371" y="18012"/>
                  </a:cubicBezTo>
                  <a:cubicBezTo>
                    <a:pt x="11762" y="18132"/>
                    <a:pt x="12173" y="18195"/>
                    <a:pt x="12552" y="18341"/>
                  </a:cubicBezTo>
                  <a:cubicBezTo>
                    <a:pt x="14587" y="19130"/>
                    <a:pt x="16701" y="19191"/>
                    <a:pt x="18831" y="19012"/>
                  </a:cubicBezTo>
                  <a:cubicBezTo>
                    <a:pt x="20254" y="18893"/>
                    <a:pt x="21657" y="18616"/>
                    <a:pt x="22961" y="17988"/>
                  </a:cubicBezTo>
                  <a:cubicBezTo>
                    <a:pt x="23686" y="17640"/>
                    <a:pt x="23762" y="17507"/>
                    <a:pt x="23562" y="16732"/>
                  </a:cubicBezTo>
                  <a:cubicBezTo>
                    <a:pt x="23403" y="16119"/>
                    <a:pt x="23151" y="15527"/>
                    <a:pt x="23045" y="14908"/>
                  </a:cubicBezTo>
                  <a:cubicBezTo>
                    <a:pt x="22936" y="14278"/>
                    <a:pt x="22763" y="13713"/>
                    <a:pt x="22485" y="13124"/>
                  </a:cubicBezTo>
                  <a:cubicBezTo>
                    <a:pt x="22212" y="12546"/>
                    <a:pt x="21864" y="12295"/>
                    <a:pt x="21307" y="12187"/>
                  </a:cubicBezTo>
                  <a:cubicBezTo>
                    <a:pt x="20695" y="12070"/>
                    <a:pt x="20184" y="12264"/>
                    <a:pt x="19761" y="12711"/>
                  </a:cubicBezTo>
                  <a:cubicBezTo>
                    <a:pt x="19608" y="12872"/>
                    <a:pt x="19466" y="13042"/>
                    <a:pt x="19311" y="13203"/>
                  </a:cubicBezTo>
                  <a:cubicBezTo>
                    <a:pt x="18621" y="13921"/>
                    <a:pt x="17889" y="14044"/>
                    <a:pt x="17000" y="13594"/>
                  </a:cubicBezTo>
                  <a:cubicBezTo>
                    <a:pt x="16604" y="13392"/>
                    <a:pt x="16206" y="13194"/>
                    <a:pt x="15814" y="12988"/>
                  </a:cubicBezTo>
                  <a:cubicBezTo>
                    <a:pt x="15230" y="12682"/>
                    <a:pt x="14621" y="12679"/>
                    <a:pt x="14081" y="13008"/>
                  </a:cubicBezTo>
                  <a:cubicBezTo>
                    <a:pt x="12964" y="13691"/>
                    <a:pt x="12172" y="14662"/>
                    <a:pt x="11786" y="15930"/>
                  </a:cubicBezTo>
                  <a:cubicBezTo>
                    <a:pt x="11597" y="16555"/>
                    <a:pt x="11445" y="17191"/>
                    <a:pt x="11259" y="1789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50"/>
            <p:cNvSpPr/>
            <p:nvPr/>
          </p:nvSpPr>
          <p:spPr>
            <a:xfrm>
              <a:off x="1508125" y="554450"/>
              <a:ext cx="451375" cy="409400"/>
            </a:xfrm>
            <a:custGeom>
              <a:avLst/>
              <a:gdLst/>
              <a:ahLst/>
              <a:cxnLst/>
              <a:rect l="l" t="t" r="r" b="b"/>
              <a:pathLst>
                <a:path w="18055" h="16376" extrusionOk="0">
                  <a:moveTo>
                    <a:pt x="9511" y="6670"/>
                  </a:moveTo>
                  <a:cubicBezTo>
                    <a:pt x="9817" y="6586"/>
                    <a:pt x="9848" y="6385"/>
                    <a:pt x="9841" y="6088"/>
                  </a:cubicBezTo>
                  <a:cubicBezTo>
                    <a:pt x="9800" y="3965"/>
                    <a:pt x="10610" y="2185"/>
                    <a:pt x="12233" y="848"/>
                  </a:cubicBezTo>
                  <a:cubicBezTo>
                    <a:pt x="12773" y="405"/>
                    <a:pt x="13544" y="26"/>
                    <a:pt x="14215" y="15"/>
                  </a:cubicBezTo>
                  <a:cubicBezTo>
                    <a:pt x="15107" y="0"/>
                    <a:pt x="16058" y="309"/>
                    <a:pt x="16671" y="1082"/>
                  </a:cubicBezTo>
                  <a:cubicBezTo>
                    <a:pt x="17625" y="2285"/>
                    <a:pt x="18055" y="3574"/>
                    <a:pt x="17864" y="5216"/>
                  </a:cubicBezTo>
                  <a:cubicBezTo>
                    <a:pt x="17683" y="6779"/>
                    <a:pt x="17239" y="8183"/>
                    <a:pt x="16514" y="9518"/>
                  </a:cubicBezTo>
                  <a:cubicBezTo>
                    <a:pt x="15899" y="10649"/>
                    <a:pt x="15203" y="11742"/>
                    <a:pt x="14310" y="12699"/>
                  </a:cubicBezTo>
                  <a:cubicBezTo>
                    <a:pt x="13843" y="13203"/>
                    <a:pt x="13438" y="13766"/>
                    <a:pt x="13223" y="14454"/>
                  </a:cubicBezTo>
                  <a:cubicBezTo>
                    <a:pt x="13112" y="14809"/>
                    <a:pt x="12882" y="15133"/>
                    <a:pt x="12669" y="15447"/>
                  </a:cubicBezTo>
                  <a:cubicBezTo>
                    <a:pt x="12053" y="16351"/>
                    <a:pt x="12018" y="16375"/>
                    <a:pt x="11063" y="15841"/>
                  </a:cubicBezTo>
                  <a:cubicBezTo>
                    <a:pt x="9738" y="15099"/>
                    <a:pt x="8431" y="14327"/>
                    <a:pt x="7134" y="13537"/>
                  </a:cubicBezTo>
                  <a:cubicBezTo>
                    <a:pt x="6189" y="12960"/>
                    <a:pt x="5293" y="12302"/>
                    <a:pt x="4340" y="11738"/>
                  </a:cubicBezTo>
                  <a:cubicBezTo>
                    <a:pt x="3026" y="10962"/>
                    <a:pt x="2072" y="9784"/>
                    <a:pt x="1145" y="8653"/>
                  </a:cubicBezTo>
                  <a:cubicBezTo>
                    <a:pt x="517" y="7886"/>
                    <a:pt x="0" y="6871"/>
                    <a:pt x="410" y="5658"/>
                  </a:cubicBezTo>
                  <a:cubicBezTo>
                    <a:pt x="775" y="4577"/>
                    <a:pt x="1444" y="3900"/>
                    <a:pt x="2480" y="3647"/>
                  </a:cubicBezTo>
                  <a:cubicBezTo>
                    <a:pt x="3105" y="3495"/>
                    <a:pt x="3803" y="3531"/>
                    <a:pt x="4449" y="3620"/>
                  </a:cubicBezTo>
                  <a:cubicBezTo>
                    <a:pt x="5199" y="3721"/>
                    <a:pt x="5929" y="3961"/>
                    <a:pt x="6660" y="4163"/>
                  </a:cubicBezTo>
                  <a:cubicBezTo>
                    <a:pt x="6902" y="4229"/>
                    <a:pt x="7173" y="4311"/>
                    <a:pt x="7346" y="4477"/>
                  </a:cubicBezTo>
                  <a:cubicBezTo>
                    <a:pt x="8095" y="5198"/>
                    <a:pt x="8813" y="5955"/>
                    <a:pt x="9542" y="6699"/>
                  </a:cubicBezTo>
                  <a:cubicBezTo>
                    <a:pt x="8714" y="6431"/>
                    <a:pt x="8015" y="5960"/>
                    <a:pt x="7368" y="5383"/>
                  </a:cubicBezTo>
                  <a:cubicBezTo>
                    <a:pt x="7093" y="5139"/>
                    <a:pt x="6757" y="4915"/>
                    <a:pt x="6410" y="4808"/>
                  </a:cubicBezTo>
                  <a:cubicBezTo>
                    <a:pt x="5748" y="4601"/>
                    <a:pt x="5066" y="4441"/>
                    <a:pt x="4380" y="4343"/>
                  </a:cubicBezTo>
                  <a:cubicBezTo>
                    <a:pt x="3890" y="4273"/>
                    <a:pt x="3367" y="4265"/>
                    <a:pt x="2883" y="4357"/>
                  </a:cubicBezTo>
                  <a:cubicBezTo>
                    <a:pt x="1480" y="4623"/>
                    <a:pt x="866" y="6018"/>
                    <a:pt x="1698" y="7163"/>
                  </a:cubicBezTo>
                  <a:cubicBezTo>
                    <a:pt x="2326" y="8026"/>
                    <a:pt x="3028" y="8890"/>
                    <a:pt x="3864" y="9538"/>
                  </a:cubicBezTo>
                  <a:cubicBezTo>
                    <a:pt x="5385" y="10721"/>
                    <a:pt x="7038" y="11731"/>
                    <a:pt x="8617" y="12841"/>
                  </a:cubicBezTo>
                  <a:cubicBezTo>
                    <a:pt x="9445" y="13421"/>
                    <a:pt x="10228" y="14064"/>
                    <a:pt x="11035" y="14672"/>
                  </a:cubicBezTo>
                  <a:cubicBezTo>
                    <a:pt x="11179" y="14781"/>
                    <a:pt x="11346" y="14858"/>
                    <a:pt x="11576" y="14993"/>
                  </a:cubicBezTo>
                  <a:cubicBezTo>
                    <a:pt x="11793" y="14629"/>
                    <a:pt x="11998" y="14315"/>
                    <a:pt x="12177" y="13988"/>
                  </a:cubicBezTo>
                  <a:cubicBezTo>
                    <a:pt x="13222" y="12071"/>
                    <a:pt x="14237" y="10137"/>
                    <a:pt x="15311" y="8238"/>
                  </a:cubicBezTo>
                  <a:cubicBezTo>
                    <a:pt x="15947" y="7112"/>
                    <a:pt x="16259" y="5898"/>
                    <a:pt x="16447" y="4644"/>
                  </a:cubicBezTo>
                  <a:cubicBezTo>
                    <a:pt x="16515" y="4186"/>
                    <a:pt x="16490" y="3695"/>
                    <a:pt x="16406" y="3238"/>
                  </a:cubicBezTo>
                  <a:cubicBezTo>
                    <a:pt x="16068" y="1396"/>
                    <a:pt x="14532" y="756"/>
                    <a:pt x="12998" y="1799"/>
                  </a:cubicBezTo>
                  <a:cubicBezTo>
                    <a:pt x="12022" y="2464"/>
                    <a:pt x="11366" y="3384"/>
                    <a:pt x="10991" y="4499"/>
                  </a:cubicBezTo>
                  <a:cubicBezTo>
                    <a:pt x="10691" y="5395"/>
                    <a:pt x="10419" y="6303"/>
                    <a:pt x="10105" y="7296"/>
                  </a:cubicBezTo>
                  <a:cubicBezTo>
                    <a:pt x="9889" y="7066"/>
                    <a:pt x="9699" y="6868"/>
                    <a:pt x="9511" y="667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50"/>
            <p:cNvSpPr/>
            <p:nvPr/>
          </p:nvSpPr>
          <p:spPr>
            <a:xfrm>
              <a:off x="2054575" y="561850"/>
              <a:ext cx="451300" cy="432675"/>
            </a:xfrm>
            <a:custGeom>
              <a:avLst/>
              <a:gdLst/>
              <a:ahLst/>
              <a:cxnLst/>
              <a:rect l="l" t="t" r="r" b="b"/>
              <a:pathLst>
                <a:path w="18052" h="17307" extrusionOk="0">
                  <a:moveTo>
                    <a:pt x="8625" y="7560"/>
                  </a:moveTo>
                  <a:cubicBezTo>
                    <a:pt x="8838" y="6619"/>
                    <a:pt x="8418" y="5908"/>
                    <a:pt x="8015" y="5189"/>
                  </a:cubicBezTo>
                  <a:cubicBezTo>
                    <a:pt x="7508" y="4281"/>
                    <a:pt x="7261" y="3254"/>
                    <a:pt x="6551" y="2431"/>
                  </a:cubicBezTo>
                  <a:cubicBezTo>
                    <a:pt x="5600" y="1325"/>
                    <a:pt x="4133" y="1136"/>
                    <a:pt x="2935" y="1523"/>
                  </a:cubicBezTo>
                  <a:cubicBezTo>
                    <a:pt x="2904" y="1532"/>
                    <a:pt x="2877" y="1547"/>
                    <a:pt x="2849" y="1563"/>
                  </a:cubicBezTo>
                  <a:cubicBezTo>
                    <a:pt x="1943" y="2054"/>
                    <a:pt x="1018" y="4425"/>
                    <a:pt x="1356" y="5409"/>
                  </a:cubicBezTo>
                  <a:cubicBezTo>
                    <a:pt x="2165" y="7770"/>
                    <a:pt x="3431" y="9876"/>
                    <a:pt x="4887" y="11888"/>
                  </a:cubicBezTo>
                  <a:cubicBezTo>
                    <a:pt x="5906" y="13297"/>
                    <a:pt x="6872" y="14746"/>
                    <a:pt x="7839" y="16192"/>
                  </a:cubicBezTo>
                  <a:cubicBezTo>
                    <a:pt x="7933" y="16332"/>
                    <a:pt x="7879" y="16572"/>
                    <a:pt x="7901" y="16868"/>
                  </a:cubicBezTo>
                  <a:cubicBezTo>
                    <a:pt x="7008" y="16414"/>
                    <a:pt x="6341" y="15922"/>
                    <a:pt x="5860" y="15178"/>
                  </a:cubicBezTo>
                  <a:cubicBezTo>
                    <a:pt x="4797" y="13536"/>
                    <a:pt x="3711" y="11907"/>
                    <a:pt x="2624" y="10280"/>
                  </a:cubicBezTo>
                  <a:cubicBezTo>
                    <a:pt x="2448" y="10017"/>
                    <a:pt x="2218" y="9792"/>
                    <a:pt x="2013" y="9550"/>
                  </a:cubicBezTo>
                  <a:cubicBezTo>
                    <a:pt x="1011" y="8364"/>
                    <a:pt x="387" y="6993"/>
                    <a:pt x="74" y="5484"/>
                  </a:cubicBezTo>
                  <a:cubicBezTo>
                    <a:pt x="1" y="5126"/>
                    <a:pt x="44" y="4728"/>
                    <a:pt x="100" y="4360"/>
                  </a:cubicBezTo>
                  <a:cubicBezTo>
                    <a:pt x="260" y="3315"/>
                    <a:pt x="626" y="2341"/>
                    <a:pt x="1277" y="1503"/>
                  </a:cubicBezTo>
                  <a:cubicBezTo>
                    <a:pt x="2102" y="445"/>
                    <a:pt x="3899" y="1"/>
                    <a:pt x="5128" y="508"/>
                  </a:cubicBezTo>
                  <a:cubicBezTo>
                    <a:pt x="5392" y="617"/>
                    <a:pt x="5655" y="728"/>
                    <a:pt x="5926" y="813"/>
                  </a:cubicBezTo>
                  <a:cubicBezTo>
                    <a:pt x="6433" y="977"/>
                    <a:pt x="6768" y="1312"/>
                    <a:pt x="7092" y="1733"/>
                  </a:cubicBezTo>
                  <a:cubicBezTo>
                    <a:pt x="8002" y="2914"/>
                    <a:pt x="8338" y="4358"/>
                    <a:pt x="8985" y="5657"/>
                  </a:cubicBezTo>
                  <a:cubicBezTo>
                    <a:pt x="9053" y="5793"/>
                    <a:pt x="9106" y="5938"/>
                    <a:pt x="9198" y="6159"/>
                  </a:cubicBezTo>
                  <a:cubicBezTo>
                    <a:pt x="9363" y="6058"/>
                    <a:pt x="9529" y="6013"/>
                    <a:pt x="9601" y="5906"/>
                  </a:cubicBezTo>
                  <a:cubicBezTo>
                    <a:pt x="10379" y="4751"/>
                    <a:pt x="11524" y="4010"/>
                    <a:pt x="12594" y="3174"/>
                  </a:cubicBezTo>
                  <a:cubicBezTo>
                    <a:pt x="13709" y="2305"/>
                    <a:pt x="16117" y="2423"/>
                    <a:pt x="17171" y="3493"/>
                  </a:cubicBezTo>
                  <a:cubicBezTo>
                    <a:pt x="17743" y="4073"/>
                    <a:pt x="18052" y="4851"/>
                    <a:pt x="18045" y="5643"/>
                  </a:cubicBezTo>
                  <a:cubicBezTo>
                    <a:pt x="18038" y="6519"/>
                    <a:pt x="17828" y="7392"/>
                    <a:pt x="17695" y="8266"/>
                  </a:cubicBezTo>
                  <a:cubicBezTo>
                    <a:pt x="17677" y="8382"/>
                    <a:pt x="17603" y="8502"/>
                    <a:pt x="17528" y="8596"/>
                  </a:cubicBezTo>
                  <a:cubicBezTo>
                    <a:pt x="16762" y="9546"/>
                    <a:pt x="16045" y="10545"/>
                    <a:pt x="15204" y="11424"/>
                  </a:cubicBezTo>
                  <a:cubicBezTo>
                    <a:pt x="14251" y="12420"/>
                    <a:pt x="13144" y="13270"/>
                    <a:pt x="12179" y="14257"/>
                  </a:cubicBezTo>
                  <a:cubicBezTo>
                    <a:pt x="11321" y="15134"/>
                    <a:pt x="10343" y="15851"/>
                    <a:pt x="9415" y="16636"/>
                  </a:cubicBezTo>
                  <a:cubicBezTo>
                    <a:pt x="8976" y="17006"/>
                    <a:pt x="8517" y="17231"/>
                    <a:pt x="7932" y="17306"/>
                  </a:cubicBezTo>
                  <a:cubicBezTo>
                    <a:pt x="8372" y="16900"/>
                    <a:pt x="8821" y="16504"/>
                    <a:pt x="9249" y="16086"/>
                  </a:cubicBezTo>
                  <a:cubicBezTo>
                    <a:pt x="10806" y="14569"/>
                    <a:pt x="12470" y="13154"/>
                    <a:pt x="13702" y="11333"/>
                  </a:cubicBezTo>
                  <a:cubicBezTo>
                    <a:pt x="14465" y="10208"/>
                    <a:pt x="15265" y="9108"/>
                    <a:pt x="16001" y="7964"/>
                  </a:cubicBezTo>
                  <a:cubicBezTo>
                    <a:pt x="16545" y="7116"/>
                    <a:pt x="16755" y="6182"/>
                    <a:pt x="16506" y="5164"/>
                  </a:cubicBezTo>
                  <a:cubicBezTo>
                    <a:pt x="16185" y="3849"/>
                    <a:pt x="14359" y="3110"/>
                    <a:pt x="13190" y="3810"/>
                  </a:cubicBezTo>
                  <a:cubicBezTo>
                    <a:pt x="12243" y="4379"/>
                    <a:pt x="11341" y="5030"/>
                    <a:pt x="10464" y="5703"/>
                  </a:cubicBezTo>
                  <a:cubicBezTo>
                    <a:pt x="10181" y="5920"/>
                    <a:pt x="10024" y="6309"/>
                    <a:pt x="9835" y="6635"/>
                  </a:cubicBezTo>
                  <a:cubicBezTo>
                    <a:pt x="9590" y="7053"/>
                    <a:pt x="9341" y="7447"/>
                    <a:pt x="8625" y="75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50"/>
            <p:cNvSpPr/>
            <p:nvPr/>
          </p:nvSpPr>
          <p:spPr>
            <a:xfrm>
              <a:off x="1321875" y="345075"/>
              <a:ext cx="1410300" cy="1381550"/>
            </a:xfrm>
            <a:custGeom>
              <a:avLst/>
              <a:gdLst/>
              <a:ahLst/>
              <a:cxnLst/>
              <a:rect l="l" t="t" r="r" b="b"/>
              <a:pathLst>
                <a:path w="56412" h="55262" extrusionOk="0">
                  <a:moveTo>
                    <a:pt x="26112" y="971"/>
                  </a:moveTo>
                  <a:cubicBezTo>
                    <a:pt x="27043" y="971"/>
                    <a:pt x="27968" y="1028"/>
                    <a:pt x="28879" y="1137"/>
                  </a:cubicBezTo>
                  <a:cubicBezTo>
                    <a:pt x="31285" y="1424"/>
                    <a:pt x="33603" y="2037"/>
                    <a:pt x="35775" y="2873"/>
                  </a:cubicBezTo>
                  <a:cubicBezTo>
                    <a:pt x="36862" y="3293"/>
                    <a:pt x="37917" y="3764"/>
                    <a:pt x="38934" y="4276"/>
                  </a:cubicBezTo>
                  <a:lnTo>
                    <a:pt x="39310" y="4465"/>
                  </a:lnTo>
                  <a:lnTo>
                    <a:pt x="39694" y="4668"/>
                  </a:lnTo>
                  <a:cubicBezTo>
                    <a:pt x="39945" y="4805"/>
                    <a:pt x="40177" y="4936"/>
                    <a:pt x="40419" y="5074"/>
                  </a:cubicBezTo>
                  <a:cubicBezTo>
                    <a:pt x="40900" y="5358"/>
                    <a:pt x="41373" y="5646"/>
                    <a:pt x="41829" y="5955"/>
                  </a:cubicBezTo>
                  <a:cubicBezTo>
                    <a:pt x="43657" y="7175"/>
                    <a:pt x="45276" y="8588"/>
                    <a:pt x="46662" y="10111"/>
                  </a:cubicBezTo>
                  <a:cubicBezTo>
                    <a:pt x="48051" y="11633"/>
                    <a:pt x="49212" y="13258"/>
                    <a:pt x="50173" y="14900"/>
                  </a:cubicBezTo>
                  <a:cubicBezTo>
                    <a:pt x="50652" y="15722"/>
                    <a:pt x="51074" y="16553"/>
                    <a:pt x="51446" y="17383"/>
                  </a:cubicBezTo>
                  <a:cubicBezTo>
                    <a:pt x="51828" y="18207"/>
                    <a:pt x="52159" y="19031"/>
                    <a:pt x="52442" y="19849"/>
                  </a:cubicBezTo>
                  <a:cubicBezTo>
                    <a:pt x="53016" y="21482"/>
                    <a:pt x="53378" y="23086"/>
                    <a:pt x="53628" y="24603"/>
                  </a:cubicBezTo>
                  <a:cubicBezTo>
                    <a:pt x="54117" y="27641"/>
                    <a:pt x="54101" y="30358"/>
                    <a:pt x="53808" y="32562"/>
                  </a:cubicBezTo>
                  <a:cubicBezTo>
                    <a:pt x="53661" y="33664"/>
                    <a:pt x="53465" y="34642"/>
                    <a:pt x="53241" y="35480"/>
                  </a:cubicBezTo>
                  <a:cubicBezTo>
                    <a:pt x="53012" y="36316"/>
                    <a:pt x="52779" y="37018"/>
                    <a:pt x="52562" y="37576"/>
                  </a:cubicBezTo>
                  <a:cubicBezTo>
                    <a:pt x="52345" y="38134"/>
                    <a:pt x="52161" y="38555"/>
                    <a:pt x="52033" y="38837"/>
                  </a:cubicBezTo>
                  <a:cubicBezTo>
                    <a:pt x="51903" y="39118"/>
                    <a:pt x="51836" y="39264"/>
                    <a:pt x="51836" y="39264"/>
                  </a:cubicBezTo>
                  <a:lnTo>
                    <a:pt x="51840" y="39255"/>
                  </a:lnTo>
                  <a:lnTo>
                    <a:pt x="51840" y="39255"/>
                  </a:lnTo>
                  <a:cubicBezTo>
                    <a:pt x="51840" y="39255"/>
                    <a:pt x="51766" y="39402"/>
                    <a:pt x="51623" y="39687"/>
                  </a:cubicBezTo>
                  <a:cubicBezTo>
                    <a:pt x="51475" y="39977"/>
                    <a:pt x="51273" y="40359"/>
                    <a:pt x="50968" y="40883"/>
                  </a:cubicBezTo>
                  <a:cubicBezTo>
                    <a:pt x="50362" y="41914"/>
                    <a:pt x="49406" y="43406"/>
                    <a:pt x="47884" y="45049"/>
                  </a:cubicBezTo>
                  <a:cubicBezTo>
                    <a:pt x="46372" y="46691"/>
                    <a:pt x="44276" y="48478"/>
                    <a:pt x="41539" y="49971"/>
                  </a:cubicBezTo>
                  <a:cubicBezTo>
                    <a:pt x="38813" y="51468"/>
                    <a:pt x="35439" y="52656"/>
                    <a:pt x="31638" y="53086"/>
                  </a:cubicBezTo>
                  <a:cubicBezTo>
                    <a:pt x="30583" y="53205"/>
                    <a:pt x="29497" y="53273"/>
                    <a:pt x="28388" y="53273"/>
                  </a:cubicBezTo>
                  <a:cubicBezTo>
                    <a:pt x="27503" y="53273"/>
                    <a:pt x="26604" y="53230"/>
                    <a:pt x="25696" y="53135"/>
                  </a:cubicBezTo>
                  <a:cubicBezTo>
                    <a:pt x="23650" y="52930"/>
                    <a:pt x="21564" y="52471"/>
                    <a:pt x="19501" y="51765"/>
                  </a:cubicBezTo>
                  <a:cubicBezTo>
                    <a:pt x="15393" y="50340"/>
                    <a:pt x="11365" y="47783"/>
                    <a:pt x="8263" y="44153"/>
                  </a:cubicBezTo>
                  <a:cubicBezTo>
                    <a:pt x="5151" y="40542"/>
                    <a:pt x="2965" y="35881"/>
                    <a:pt x="2298" y="30882"/>
                  </a:cubicBezTo>
                  <a:cubicBezTo>
                    <a:pt x="1972" y="28385"/>
                    <a:pt x="2015" y="25822"/>
                    <a:pt x="2440" y="23310"/>
                  </a:cubicBezTo>
                  <a:cubicBezTo>
                    <a:pt x="2870" y="20799"/>
                    <a:pt x="3662" y="18342"/>
                    <a:pt x="4785" y="16036"/>
                  </a:cubicBezTo>
                  <a:cubicBezTo>
                    <a:pt x="5894" y="13703"/>
                    <a:pt x="7276" y="11508"/>
                    <a:pt x="8901" y="9512"/>
                  </a:cubicBezTo>
                  <a:cubicBezTo>
                    <a:pt x="10529" y="7522"/>
                    <a:pt x="12437" y="5762"/>
                    <a:pt x="14577" y="4373"/>
                  </a:cubicBezTo>
                  <a:cubicBezTo>
                    <a:pt x="16714" y="2984"/>
                    <a:pt x="19090" y="1994"/>
                    <a:pt x="21532" y="1456"/>
                  </a:cubicBezTo>
                  <a:cubicBezTo>
                    <a:pt x="23049" y="1125"/>
                    <a:pt x="24588" y="971"/>
                    <a:pt x="26112" y="971"/>
                  </a:cubicBezTo>
                  <a:close/>
                  <a:moveTo>
                    <a:pt x="27182" y="1"/>
                  </a:moveTo>
                  <a:cubicBezTo>
                    <a:pt x="22698" y="1"/>
                    <a:pt x="18102" y="1197"/>
                    <a:pt x="14115" y="3631"/>
                  </a:cubicBezTo>
                  <a:cubicBezTo>
                    <a:pt x="11847" y="4992"/>
                    <a:pt x="9776" y="6723"/>
                    <a:pt x="7974" y="8711"/>
                  </a:cubicBezTo>
                  <a:cubicBezTo>
                    <a:pt x="6163" y="10694"/>
                    <a:pt x="4655" y="12961"/>
                    <a:pt x="3414" y="15348"/>
                  </a:cubicBezTo>
                  <a:cubicBezTo>
                    <a:pt x="910" y="20171"/>
                    <a:pt x="1" y="25786"/>
                    <a:pt x="694" y="31087"/>
                  </a:cubicBezTo>
                  <a:cubicBezTo>
                    <a:pt x="1028" y="33741"/>
                    <a:pt x="1726" y="36332"/>
                    <a:pt x="2774" y="38741"/>
                  </a:cubicBezTo>
                  <a:cubicBezTo>
                    <a:pt x="3817" y="41155"/>
                    <a:pt x="5196" y="43387"/>
                    <a:pt x="6831" y="45360"/>
                  </a:cubicBezTo>
                  <a:cubicBezTo>
                    <a:pt x="8462" y="47333"/>
                    <a:pt x="10352" y="49039"/>
                    <a:pt x="12386" y="50437"/>
                  </a:cubicBezTo>
                  <a:cubicBezTo>
                    <a:pt x="12891" y="50792"/>
                    <a:pt x="13415" y="51116"/>
                    <a:pt x="13939" y="51428"/>
                  </a:cubicBezTo>
                  <a:cubicBezTo>
                    <a:pt x="14207" y="51579"/>
                    <a:pt x="14463" y="51734"/>
                    <a:pt x="14739" y="51877"/>
                  </a:cubicBezTo>
                  <a:lnTo>
                    <a:pt x="15146" y="52097"/>
                  </a:lnTo>
                  <a:lnTo>
                    <a:pt x="15536" y="52295"/>
                  </a:lnTo>
                  <a:cubicBezTo>
                    <a:pt x="16618" y="52843"/>
                    <a:pt x="17716" y="53302"/>
                    <a:pt x="18827" y="53695"/>
                  </a:cubicBezTo>
                  <a:cubicBezTo>
                    <a:pt x="21044" y="54483"/>
                    <a:pt x="23303" y="54941"/>
                    <a:pt x="25503" y="55140"/>
                  </a:cubicBezTo>
                  <a:cubicBezTo>
                    <a:pt x="26390" y="55222"/>
                    <a:pt x="27267" y="55261"/>
                    <a:pt x="28131" y="55261"/>
                  </a:cubicBezTo>
                  <a:cubicBezTo>
                    <a:pt x="29413" y="55261"/>
                    <a:pt x="30666" y="55176"/>
                    <a:pt x="31877" y="55018"/>
                  </a:cubicBezTo>
                  <a:cubicBezTo>
                    <a:pt x="35941" y="54466"/>
                    <a:pt x="39504" y="53111"/>
                    <a:pt x="42375" y="51459"/>
                  </a:cubicBezTo>
                  <a:cubicBezTo>
                    <a:pt x="45257" y="49809"/>
                    <a:pt x="47438" y="47856"/>
                    <a:pt x="49038" y="46104"/>
                  </a:cubicBezTo>
                  <a:cubicBezTo>
                    <a:pt x="50633" y="44336"/>
                    <a:pt x="51659" y="42759"/>
                    <a:pt x="52301" y="41660"/>
                  </a:cubicBezTo>
                  <a:cubicBezTo>
                    <a:pt x="52618" y="41117"/>
                    <a:pt x="52859" y="40661"/>
                    <a:pt x="53000" y="40381"/>
                  </a:cubicBezTo>
                  <a:cubicBezTo>
                    <a:pt x="53144" y="40096"/>
                    <a:pt x="53219" y="39948"/>
                    <a:pt x="53219" y="39948"/>
                  </a:cubicBezTo>
                  <a:lnTo>
                    <a:pt x="53219" y="39946"/>
                  </a:lnTo>
                  <a:lnTo>
                    <a:pt x="53222" y="39938"/>
                  </a:lnTo>
                  <a:cubicBezTo>
                    <a:pt x="53222" y="39938"/>
                    <a:pt x="53297" y="39784"/>
                    <a:pt x="53439" y="39489"/>
                  </a:cubicBezTo>
                  <a:cubicBezTo>
                    <a:pt x="53581" y="39192"/>
                    <a:pt x="53785" y="38746"/>
                    <a:pt x="54028" y="38158"/>
                  </a:cubicBezTo>
                  <a:cubicBezTo>
                    <a:pt x="54506" y="36978"/>
                    <a:pt x="55171" y="35217"/>
                    <a:pt x="55654" y="32869"/>
                  </a:cubicBezTo>
                  <a:cubicBezTo>
                    <a:pt x="56117" y="30529"/>
                    <a:pt x="56412" y="27571"/>
                    <a:pt x="55905" y="24249"/>
                  </a:cubicBezTo>
                  <a:cubicBezTo>
                    <a:pt x="55663" y="22590"/>
                    <a:pt x="55216" y="20856"/>
                    <a:pt x="54586" y="19089"/>
                  </a:cubicBezTo>
                  <a:cubicBezTo>
                    <a:pt x="54268" y="18205"/>
                    <a:pt x="53900" y="17316"/>
                    <a:pt x="53477" y="16427"/>
                  </a:cubicBezTo>
                  <a:cubicBezTo>
                    <a:pt x="53043" y="15543"/>
                    <a:pt x="52560" y="14659"/>
                    <a:pt x="52016" y="13789"/>
                  </a:cubicBezTo>
                  <a:cubicBezTo>
                    <a:pt x="49858" y="10297"/>
                    <a:pt x="46703" y="7010"/>
                    <a:pt x="42723" y="4554"/>
                  </a:cubicBezTo>
                  <a:cubicBezTo>
                    <a:pt x="42228" y="4245"/>
                    <a:pt x="41714" y="3958"/>
                    <a:pt x="41196" y="3677"/>
                  </a:cubicBezTo>
                  <a:cubicBezTo>
                    <a:pt x="40933" y="3540"/>
                    <a:pt x="40658" y="3398"/>
                    <a:pt x="40397" y="3269"/>
                  </a:cubicBezTo>
                  <a:lnTo>
                    <a:pt x="40006" y="3081"/>
                  </a:lnTo>
                  <a:lnTo>
                    <a:pt x="39798" y="2984"/>
                  </a:lnTo>
                  <a:lnTo>
                    <a:pt x="39596" y="2893"/>
                  </a:lnTo>
                  <a:cubicBezTo>
                    <a:pt x="38514" y="2402"/>
                    <a:pt x="37398" y="1953"/>
                    <a:pt x="36246" y="1564"/>
                  </a:cubicBezTo>
                  <a:cubicBezTo>
                    <a:pt x="33944" y="787"/>
                    <a:pt x="31498" y="243"/>
                    <a:pt x="28979" y="65"/>
                  </a:cubicBezTo>
                  <a:cubicBezTo>
                    <a:pt x="28384" y="22"/>
                    <a:pt x="27784" y="1"/>
                    <a:pt x="27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6" name="Google Shape;2016;p50"/>
          <p:cNvGrpSpPr/>
          <p:nvPr/>
        </p:nvGrpSpPr>
        <p:grpSpPr>
          <a:xfrm rot="-1377690">
            <a:off x="6018771" y="1540473"/>
            <a:ext cx="752563" cy="508401"/>
            <a:chOff x="4804350" y="393825"/>
            <a:chExt cx="1912600" cy="1292075"/>
          </a:xfrm>
        </p:grpSpPr>
        <p:sp>
          <p:nvSpPr>
            <p:cNvPr id="2017" name="Google Shape;2017;p50"/>
            <p:cNvSpPr/>
            <p:nvPr/>
          </p:nvSpPr>
          <p:spPr>
            <a:xfrm>
              <a:off x="4804350" y="408800"/>
              <a:ext cx="1912600" cy="1256300"/>
            </a:xfrm>
            <a:custGeom>
              <a:avLst/>
              <a:gdLst/>
              <a:ahLst/>
              <a:cxnLst/>
              <a:rect l="l" t="t" r="r" b="b"/>
              <a:pathLst>
                <a:path w="76504" h="50252" extrusionOk="0">
                  <a:moveTo>
                    <a:pt x="36528" y="0"/>
                  </a:moveTo>
                  <a:cubicBezTo>
                    <a:pt x="34287" y="0"/>
                    <a:pt x="31934" y="228"/>
                    <a:pt x="29478" y="713"/>
                  </a:cubicBezTo>
                  <a:cubicBezTo>
                    <a:pt x="1" y="8941"/>
                    <a:pt x="9969" y="50252"/>
                    <a:pt x="37353" y="50252"/>
                  </a:cubicBezTo>
                  <a:cubicBezTo>
                    <a:pt x="39856" y="50252"/>
                    <a:pt x="42505" y="49907"/>
                    <a:pt x="45283" y="49159"/>
                  </a:cubicBezTo>
                  <a:cubicBezTo>
                    <a:pt x="76504" y="40760"/>
                    <a:pt x="66533" y="0"/>
                    <a:pt x="365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0"/>
            <p:cNvSpPr/>
            <p:nvPr/>
          </p:nvSpPr>
          <p:spPr>
            <a:xfrm>
              <a:off x="5351325" y="728975"/>
              <a:ext cx="177700" cy="137975"/>
            </a:xfrm>
            <a:custGeom>
              <a:avLst/>
              <a:gdLst/>
              <a:ahLst/>
              <a:cxnLst/>
              <a:rect l="l" t="t" r="r" b="b"/>
              <a:pathLst>
                <a:path w="7108" h="5519" extrusionOk="0">
                  <a:moveTo>
                    <a:pt x="4055" y="0"/>
                  </a:moveTo>
                  <a:cubicBezTo>
                    <a:pt x="2898" y="0"/>
                    <a:pt x="1718" y="509"/>
                    <a:pt x="1061" y="1457"/>
                  </a:cubicBezTo>
                  <a:cubicBezTo>
                    <a:pt x="1" y="2989"/>
                    <a:pt x="1248" y="4786"/>
                    <a:pt x="2767" y="5324"/>
                  </a:cubicBezTo>
                  <a:cubicBezTo>
                    <a:pt x="3135" y="5454"/>
                    <a:pt x="3558" y="5519"/>
                    <a:pt x="3990" y="5519"/>
                  </a:cubicBezTo>
                  <a:cubicBezTo>
                    <a:pt x="4729" y="5519"/>
                    <a:pt x="5495" y="5330"/>
                    <a:pt x="6054" y="4960"/>
                  </a:cubicBezTo>
                  <a:cubicBezTo>
                    <a:pt x="6689" y="4539"/>
                    <a:pt x="7099" y="3895"/>
                    <a:pt x="7102" y="3121"/>
                  </a:cubicBezTo>
                  <a:cubicBezTo>
                    <a:pt x="7107" y="2447"/>
                    <a:pt x="6744" y="1837"/>
                    <a:pt x="6293" y="1356"/>
                  </a:cubicBezTo>
                  <a:lnTo>
                    <a:pt x="6292" y="1356"/>
                  </a:lnTo>
                  <a:cubicBezTo>
                    <a:pt x="6199" y="822"/>
                    <a:pt x="5795" y="380"/>
                    <a:pt x="5249" y="194"/>
                  </a:cubicBezTo>
                  <a:cubicBezTo>
                    <a:pt x="4870" y="64"/>
                    <a:pt x="4464" y="0"/>
                    <a:pt x="4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0"/>
            <p:cNvSpPr/>
            <p:nvPr/>
          </p:nvSpPr>
          <p:spPr>
            <a:xfrm>
              <a:off x="5906600" y="703500"/>
              <a:ext cx="190700" cy="132925"/>
            </a:xfrm>
            <a:custGeom>
              <a:avLst/>
              <a:gdLst/>
              <a:ahLst/>
              <a:cxnLst/>
              <a:rect l="l" t="t" r="r" b="b"/>
              <a:pathLst>
                <a:path w="7628" h="5317" extrusionOk="0">
                  <a:moveTo>
                    <a:pt x="3473" y="1"/>
                  </a:moveTo>
                  <a:cubicBezTo>
                    <a:pt x="2678" y="1"/>
                    <a:pt x="2231" y="540"/>
                    <a:pt x="2132" y="1153"/>
                  </a:cubicBezTo>
                  <a:cubicBezTo>
                    <a:pt x="1217" y="1499"/>
                    <a:pt x="488" y="2151"/>
                    <a:pt x="183" y="3382"/>
                  </a:cubicBezTo>
                  <a:cubicBezTo>
                    <a:pt x="0" y="4119"/>
                    <a:pt x="410" y="4990"/>
                    <a:pt x="1195" y="5164"/>
                  </a:cubicBezTo>
                  <a:cubicBezTo>
                    <a:pt x="1645" y="5264"/>
                    <a:pt x="2105" y="5317"/>
                    <a:pt x="2560" y="5317"/>
                  </a:cubicBezTo>
                  <a:cubicBezTo>
                    <a:pt x="3985" y="5317"/>
                    <a:pt x="5362" y="4800"/>
                    <a:pt x="6263" y="3614"/>
                  </a:cubicBezTo>
                  <a:cubicBezTo>
                    <a:pt x="7627" y="3228"/>
                    <a:pt x="7545" y="974"/>
                    <a:pt x="6018" y="788"/>
                  </a:cubicBezTo>
                  <a:cubicBezTo>
                    <a:pt x="5381" y="155"/>
                    <a:pt x="4362" y="20"/>
                    <a:pt x="3511" y="1"/>
                  </a:cubicBezTo>
                  <a:cubicBezTo>
                    <a:pt x="3498" y="1"/>
                    <a:pt x="3486" y="1"/>
                    <a:pt x="34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0"/>
            <p:cNvSpPr/>
            <p:nvPr/>
          </p:nvSpPr>
          <p:spPr>
            <a:xfrm>
              <a:off x="5318275" y="1031925"/>
              <a:ext cx="890675" cy="318100"/>
            </a:xfrm>
            <a:custGeom>
              <a:avLst/>
              <a:gdLst/>
              <a:ahLst/>
              <a:cxnLst/>
              <a:rect l="l" t="t" r="r" b="b"/>
              <a:pathLst>
                <a:path w="35627" h="12724" extrusionOk="0">
                  <a:moveTo>
                    <a:pt x="408" y="12206"/>
                  </a:moveTo>
                  <a:cubicBezTo>
                    <a:pt x="0" y="11433"/>
                    <a:pt x="62" y="10638"/>
                    <a:pt x="314" y="9946"/>
                  </a:cubicBezTo>
                  <a:cubicBezTo>
                    <a:pt x="925" y="8265"/>
                    <a:pt x="1845" y="6760"/>
                    <a:pt x="3255" y="5591"/>
                  </a:cubicBezTo>
                  <a:cubicBezTo>
                    <a:pt x="3641" y="5270"/>
                    <a:pt x="3932" y="4838"/>
                    <a:pt x="4272" y="4463"/>
                  </a:cubicBezTo>
                  <a:cubicBezTo>
                    <a:pt x="5728" y="2850"/>
                    <a:pt x="7489" y="2270"/>
                    <a:pt x="9646" y="2717"/>
                  </a:cubicBezTo>
                  <a:cubicBezTo>
                    <a:pt x="11501" y="3104"/>
                    <a:pt x="12592" y="4231"/>
                    <a:pt x="13281" y="5920"/>
                  </a:cubicBezTo>
                  <a:cubicBezTo>
                    <a:pt x="13730" y="7021"/>
                    <a:pt x="14269" y="8090"/>
                    <a:pt x="14824" y="9141"/>
                  </a:cubicBezTo>
                  <a:cubicBezTo>
                    <a:pt x="15351" y="10143"/>
                    <a:pt x="15942" y="10390"/>
                    <a:pt x="16925" y="9813"/>
                  </a:cubicBezTo>
                  <a:cubicBezTo>
                    <a:pt x="17923" y="9230"/>
                    <a:pt x="18789" y="8417"/>
                    <a:pt x="19709" y="7702"/>
                  </a:cubicBezTo>
                  <a:cubicBezTo>
                    <a:pt x="19756" y="7666"/>
                    <a:pt x="19799" y="7601"/>
                    <a:pt x="19811" y="7543"/>
                  </a:cubicBezTo>
                  <a:cubicBezTo>
                    <a:pt x="20031" y="6451"/>
                    <a:pt x="20785" y="5641"/>
                    <a:pt x="21314" y="4712"/>
                  </a:cubicBezTo>
                  <a:cubicBezTo>
                    <a:pt x="21545" y="4306"/>
                    <a:pt x="21809" y="3896"/>
                    <a:pt x="22142" y="3574"/>
                  </a:cubicBezTo>
                  <a:cubicBezTo>
                    <a:pt x="22840" y="2896"/>
                    <a:pt x="23642" y="2686"/>
                    <a:pt x="24574" y="3168"/>
                  </a:cubicBezTo>
                  <a:cubicBezTo>
                    <a:pt x="25072" y="3427"/>
                    <a:pt x="25624" y="3584"/>
                    <a:pt x="26146" y="3802"/>
                  </a:cubicBezTo>
                  <a:cubicBezTo>
                    <a:pt x="26931" y="4130"/>
                    <a:pt x="27475" y="4751"/>
                    <a:pt x="28023" y="5367"/>
                  </a:cubicBezTo>
                  <a:cubicBezTo>
                    <a:pt x="28274" y="5652"/>
                    <a:pt x="28508" y="5958"/>
                    <a:pt x="28783" y="6217"/>
                  </a:cubicBezTo>
                  <a:cubicBezTo>
                    <a:pt x="29631" y="7013"/>
                    <a:pt x="30614" y="6825"/>
                    <a:pt x="31012" y="5741"/>
                  </a:cubicBezTo>
                  <a:cubicBezTo>
                    <a:pt x="31283" y="5002"/>
                    <a:pt x="31380" y="4200"/>
                    <a:pt x="31629" y="3451"/>
                  </a:cubicBezTo>
                  <a:cubicBezTo>
                    <a:pt x="31879" y="2705"/>
                    <a:pt x="32129" y="1934"/>
                    <a:pt x="32541" y="1273"/>
                  </a:cubicBezTo>
                  <a:cubicBezTo>
                    <a:pt x="33244" y="147"/>
                    <a:pt x="34669" y="0"/>
                    <a:pt x="35626" y="852"/>
                  </a:cubicBezTo>
                  <a:cubicBezTo>
                    <a:pt x="33950" y="731"/>
                    <a:pt x="33423" y="1126"/>
                    <a:pt x="33070" y="2845"/>
                  </a:cubicBezTo>
                  <a:cubicBezTo>
                    <a:pt x="32976" y="3306"/>
                    <a:pt x="32976" y="3789"/>
                    <a:pt x="32959" y="4263"/>
                  </a:cubicBezTo>
                  <a:cubicBezTo>
                    <a:pt x="32918" y="5332"/>
                    <a:pt x="32916" y="6403"/>
                    <a:pt x="32845" y="7470"/>
                  </a:cubicBezTo>
                  <a:cubicBezTo>
                    <a:pt x="32829" y="7712"/>
                    <a:pt x="32647" y="8014"/>
                    <a:pt x="32447" y="8160"/>
                  </a:cubicBezTo>
                  <a:cubicBezTo>
                    <a:pt x="31889" y="8573"/>
                    <a:pt x="31196" y="8743"/>
                    <a:pt x="30547" y="8566"/>
                  </a:cubicBezTo>
                  <a:cubicBezTo>
                    <a:pt x="29737" y="8346"/>
                    <a:pt x="28909" y="8047"/>
                    <a:pt x="28211" y="7593"/>
                  </a:cubicBezTo>
                  <a:cubicBezTo>
                    <a:pt x="27626" y="7211"/>
                    <a:pt x="27155" y="6601"/>
                    <a:pt x="26743" y="6014"/>
                  </a:cubicBezTo>
                  <a:cubicBezTo>
                    <a:pt x="26177" y="5205"/>
                    <a:pt x="25393" y="4704"/>
                    <a:pt x="24567" y="4251"/>
                  </a:cubicBezTo>
                  <a:cubicBezTo>
                    <a:pt x="24079" y="3985"/>
                    <a:pt x="23656" y="4101"/>
                    <a:pt x="23269" y="4693"/>
                  </a:cubicBezTo>
                  <a:cubicBezTo>
                    <a:pt x="22734" y="5507"/>
                    <a:pt x="22226" y="6359"/>
                    <a:pt x="21866" y="7258"/>
                  </a:cubicBezTo>
                  <a:cubicBezTo>
                    <a:pt x="21576" y="7980"/>
                    <a:pt x="21243" y="8632"/>
                    <a:pt x="20719" y="9202"/>
                  </a:cubicBezTo>
                  <a:cubicBezTo>
                    <a:pt x="20378" y="9574"/>
                    <a:pt x="20075" y="9984"/>
                    <a:pt x="19761" y="10380"/>
                  </a:cubicBezTo>
                  <a:cubicBezTo>
                    <a:pt x="18666" y="11761"/>
                    <a:pt x="16080" y="12723"/>
                    <a:pt x="14196" y="10789"/>
                  </a:cubicBezTo>
                  <a:cubicBezTo>
                    <a:pt x="13230" y="9798"/>
                    <a:pt x="12483" y="8711"/>
                    <a:pt x="11943" y="7444"/>
                  </a:cubicBezTo>
                  <a:cubicBezTo>
                    <a:pt x="11713" y="6905"/>
                    <a:pt x="11435" y="6403"/>
                    <a:pt x="11279" y="5818"/>
                  </a:cubicBezTo>
                  <a:cubicBezTo>
                    <a:pt x="11037" y="4898"/>
                    <a:pt x="10325" y="4395"/>
                    <a:pt x="9412" y="4086"/>
                  </a:cubicBezTo>
                  <a:cubicBezTo>
                    <a:pt x="7970" y="3598"/>
                    <a:pt x="6782" y="4087"/>
                    <a:pt x="5750" y="4990"/>
                  </a:cubicBezTo>
                  <a:cubicBezTo>
                    <a:pt x="4729" y="5885"/>
                    <a:pt x="3693" y="6815"/>
                    <a:pt x="2895" y="7900"/>
                  </a:cubicBezTo>
                  <a:cubicBezTo>
                    <a:pt x="2180" y="8875"/>
                    <a:pt x="1729" y="10059"/>
                    <a:pt x="1267" y="11194"/>
                  </a:cubicBezTo>
                  <a:cubicBezTo>
                    <a:pt x="1089" y="11629"/>
                    <a:pt x="965" y="12005"/>
                    <a:pt x="408" y="1220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0"/>
            <p:cNvSpPr/>
            <p:nvPr/>
          </p:nvSpPr>
          <p:spPr>
            <a:xfrm>
              <a:off x="5329500" y="700475"/>
              <a:ext cx="227200" cy="195750"/>
            </a:xfrm>
            <a:custGeom>
              <a:avLst/>
              <a:gdLst/>
              <a:ahLst/>
              <a:cxnLst/>
              <a:rect l="l" t="t" r="r" b="b"/>
              <a:pathLst>
                <a:path w="9088" h="7830" extrusionOk="0">
                  <a:moveTo>
                    <a:pt x="5144" y="7486"/>
                  </a:moveTo>
                  <a:cubicBezTo>
                    <a:pt x="3634" y="7292"/>
                    <a:pt x="2248" y="6899"/>
                    <a:pt x="1224" y="5611"/>
                  </a:cubicBezTo>
                  <a:cubicBezTo>
                    <a:pt x="0" y="4073"/>
                    <a:pt x="698" y="1798"/>
                    <a:pt x="1976" y="1073"/>
                  </a:cubicBezTo>
                  <a:cubicBezTo>
                    <a:pt x="2934" y="528"/>
                    <a:pt x="3920" y="1"/>
                    <a:pt x="5096" y="361"/>
                  </a:cubicBezTo>
                  <a:cubicBezTo>
                    <a:pt x="5187" y="390"/>
                    <a:pt x="5296" y="381"/>
                    <a:pt x="5371" y="431"/>
                  </a:cubicBezTo>
                  <a:cubicBezTo>
                    <a:pt x="6269" y="1013"/>
                    <a:pt x="7200" y="1551"/>
                    <a:pt x="8040" y="2206"/>
                  </a:cubicBezTo>
                  <a:cubicBezTo>
                    <a:pt x="8760" y="2771"/>
                    <a:pt x="8829" y="3682"/>
                    <a:pt x="8904" y="4527"/>
                  </a:cubicBezTo>
                  <a:cubicBezTo>
                    <a:pt x="9088" y="6568"/>
                    <a:pt x="6989" y="7829"/>
                    <a:pt x="5427" y="7525"/>
                  </a:cubicBezTo>
                  <a:cubicBezTo>
                    <a:pt x="5333" y="7507"/>
                    <a:pt x="5238" y="7498"/>
                    <a:pt x="5144" y="7486"/>
                  </a:cubicBezTo>
                  <a:moveTo>
                    <a:pt x="4850" y="5935"/>
                  </a:moveTo>
                  <a:cubicBezTo>
                    <a:pt x="5072" y="5957"/>
                    <a:pt x="5197" y="5983"/>
                    <a:pt x="5321" y="5979"/>
                  </a:cubicBezTo>
                  <a:cubicBezTo>
                    <a:pt x="6106" y="5960"/>
                    <a:pt x="7132" y="5312"/>
                    <a:pt x="7315" y="4727"/>
                  </a:cubicBezTo>
                  <a:cubicBezTo>
                    <a:pt x="7571" y="3901"/>
                    <a:pt x="7146" y="2878"/>
                    <a:pt x="6352" y="2370"/>
                  </a:cubicBezTo>
                  <a:cubicBezTo>
                    <a:pt x="5953" y="2114"/>
                    <a:pt x="5525" y="1880"/>
                    <a:pt x="5193" y="1552"/>
                  </a:cubicBezTo>
                  <a:cubicBezTo>
                    <a:pt x="4533" y="897"/>
                    <a:pt x="3821" y="1016"/>
                    <a:pt x="3094" y="1322"/>
                  </a:cubicBezTo>
                  <a:cubicBezTo>
                    <a:pt x="1531" y="1982"/>
                    <a:pt x="1323" y="4114"/>
                    <a:pt x="2304" y="4843"/>
                  </a:cubicBezTo>
                  <a:cubicBezTo>
                    <a:pt x="3046" y="5392"/>
                    <a:pt x="3852" y="6106"/>
                    <a:pt x="4850" y="59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0"/>
            <p:cNvSpPr/>
            <p:nvPr/>
          </p:nvSpPr>
          <p:spPr>
            <a:xfrm>
              <a:off x="5896950" y="694125"/>
              <a:ext cx="215050" cy="175175"/>
            </a:xfrm>
            <a:custGeom>
              <a:avLst/>
              <a:gdLst/>
              <a:ahLst/>
              <a:cxnLst/>
              <a:rect l="l" t="t" r="r" b="b"/>
              <a:pathLst>
                <a:path w="8602" h="7007" extrusionOk="0">
                  <a:moveTo>
                    <a:pt x="8588" y="3458"/>
                  </a:moveTo>
                  <a:cubicBezTo>
                    <a:pt x="8569" y="4818"/>
                    <a:pt x="7168" y="6351"/>
                    <a:pt x="5868" y="6706"/>
                  </a:cubicBezTo>
                  <a:cubicBezTo>
                    <a:pt x="4765" y="7006"/>
                    <a:pt x="3726" y="6738"/>
                    <a:pt x="2676" y="6633"/>
                  </a:cubicBezTo>
                  <a:cubicBezTo>
                    <a:pt x="1685" y="6534"/>
                    <a:pt x="171" y="4735"/>
                    <a:pt x="87" y="3709"/>
                  </a:cubicBezTo>
                  <a:cubicBezTo>
                    <a:pt x="0" y="2622"/>
                    <a:pt x="509" y="1301"/>
                    <a:pt x="1885" y="630"/>
                  </a:cubicBezTo>
                  <a:cubicBezTo>
                    <a:pt x="3120" y="28"/>
                    <a:pt x="4293" y="1"/>
                    <a:pt x="5513" y="630"/>
                  </a:cubicBezTo>
                  <a:cubicBezTo>
                    <a:pt x="5958" y="861"/>
                    <a:pt x="6458" y="985"/>
                    <a:pt x="6926" y="1175"/>
                  </a:cubicBezTo>
                  <a:cubicBezTo>
                    <a:pt x="8020" y="1620"/>
                    <a:pt x="8602" y="2427"/>
                    <a:pt x="8588" y="3458"/>
                  </a:cubicBezTo>
                  <a:moveTo>
                    <a:pt x="4540" y="5291"/>
                  </a:moveTo>
                  <a:cubicBezTo>
                    <a:pt x="5501" y="5291"/>
                    <a:pt x="6083" y="5020"/>
                    <a:pt x="6731" y="4327"/>
                  </a:cubicBezTo>
                  <a:cubicBezTo>
                    <a:pt x="7614" y="3383"/>
                    <a:pt x="7305" y="2030"/>
                    <a:pt x="6097" y="1572"/>
                  </a:cubicBezTo>
                  <a:cubicBezTo>
                    <a:pt x="5922" y="1506"/>
                    <a:pt x="5716" y="1511"/>
                    <a:pt x="5561" y="1419"/>
                  </a:cubicBezTo>
                  <a:cubicBezTo>
                    <a:pt x="4142" y="586"/>
                    <a:pt x="2961" y="1060"/>
                    <a:pt x="1946" y="1977"/>
                  </a:cubicBezTo>
                  <a:cubicBezTo>
                    <a:pt x="1526" y="2357"/>
                    <a:pt x="1110" y="2868"/>
                    <a:pt x="1280" y="3463"/>
                  </a:cubicBezTo>
                  <a:cubicBezTo>
                    <a:pt x="1483" y="4166"/>
                    <a:pt x="1905" y="4800"/>
                    <a:pt x="2699" y="4982"/>
                  </a:cubicBezTo>
                  <a:cubicBezTo>
                    <a:pt x="3340" y="5131"/>
                    <a:pt x="4001" y="5202"/>
                    <a:pt x="4540" y="529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0"/>
            <p:cNvSpPr/>
            <p:nvPr/>
          </p:nvSpPr>
          <p:spPr>
            <a:xfrm>
              <a:off x="5096225" y="393825"/>
              <a:ext cx="1308600" cy="1292075"/>
            </a:xfrm>
            <a:custGeom>
              <a:avLst/>
              <a:gdLst/>
              <a:ahLst/>
              <a:cxnLst/>
              <a:rect l="l" t="t" r="r" b="b"/>
              <a:pathLst>
                <a:path w="52344" h="51683" extrusionOk="0">
                  <a:moveTo>
                    <a:pt x="23963" y="967"/>
                  </a:moveTo>
                  <a:cubicBezTo>
                    <a:pt x="24838" y="967"/>
                    <a:pt x="25708" y="1022"/>
                    <a:pt x="26565" y="1126"/>
                  </a:cubicBezTo>
                  <a:cubicBezTo>
                    <a:pt x="28807" y="1399"/>
                    <a:pt x="30966" y="1972"/>
                    <a:pt x="32990" y="2756"/>
                  </a:cubicBezTo>
                  <a:cubicBezTo>
                    <a:pt x="34004" y="3148"/>
                    <a:pt x="34985" y="3589"/>
                    <a:pt x="35932" y="4068"/>
                  </a:cubicBezTo>
                  <a:lnTo>
                    <a:pt x="36281" y="4246"/>
                  </a:lnTo>
                  <a:lnTo>
                    <a:pt x="36639" y="4435"/>
                  </a:lnTo>
                  <a:cubicBezTo>
                    <a:pt x="36873" y="4561"/>
                    <a:pt x="37090" y="4684"/>
                    <a:pt x="37315" y="4814"/>
                  </a:cubicBezTo>
                  <a:cubicBezTo>
                    <a:pt x="37760" y="5079"/>
                    <a:pt x="38202" y="5348"/>
                    <a:pt x="38624" y="5635"/>
                  </a:cubicBezTo>
                  <a:cubicBezTo>
                    <a:pt x="40325" y="6773"/>
                    <a:pt x="41832" y="8092"/>
                    <a:pt x="43119" y="9512"/>
                  </a:cubicBezTo>
                  <a:cubicBezTo>
                    <a:pt x="44409" y="10932"/>
                    <a:pt x="45490" y="12446"/>
                    <a:pt x="46382" y="13975"/>
                  </a:cubicBezTo>
                  <a:cubicBezTo>
                    <a:pt x="48143" y="17052"/>
                    <a:pt x="49149" y="20181"/>
                    <a:pt x="49592" y="23007"/>
                  </a:cubicBezTo>
                  <a:cubicBezTo>
                    <a:pt x="50046" y="25833"/>
                    <a:pt x="50043" y="28359"/>
                    <a:pt x="49773" y="30412"/>
                  </a:cubicBezTo>
                  <a:cubicBezTo>
                    <a:pt x="49640" y="31439"/>
                    <a:pt x="49459" y="32351"/>
                    <a:pt x="49253" y="33131"/>
                  </a:cubicBezTo>
                  <a:cubicBezTo>
                    <a:pt x="49041" y="33909"/>
                    <a:pt x="48826" y="34562"/>
                    <a:pt x="48623" y="35083"/>
                  </a:cubicBezTo>
                  <a:cubicBezTo>
                    <a:pt x="48422" y="35603"/>
                    <a:pt x="48251" y="35994"/>
                    <a:pt x="48132" y="36257"/>
                  </a:cubicBezTo>
                  <a:cubicBezTo>
                    <a:pt x="48026" y="36485"/>
                    <a:pt x="47966" y="36617"/>
                    <a:pt x="47952" y="36648"/>
                  </a:cubicBezTo>
                  <a:lnTo>
                    <a:pt x="47952" y="36648"/>
                  </a:lnTo>
                  <a:lnTo>
                    <a:pt x="47954" y="36645"/>
                  </a:lnTo>
                  <a:lnTo>
                    <a:pt x="47954" y="36645"/>
                  </a:lnTo>
                  <a:cubicBezTo>
                    <a:pt x="47954" y="36645"/>
                    <a:pt x="47953" y="36647"/>
                    <a:pt x="47950" y="36653"/>
                  </a:cubicBezTo>
                  <a:lnTo>
                    <a:pt x="47950" y="36653"/>
                  </a:lnTo>
                  <a:cubicBezTo>
                    <a:pt x="47950" y="36651"/>
                    <a:pt x="47951" y="36650"/>
                    <a:pt x="47952" y="36648"/>
                  </a:cubicBezTo>
                  <a:lnTo>
                    <a:pt x="47952" y="36648"/>
                  </a:lnTo>
                  <a:lnTo>
                    <a:pt x="47949" y="36653"/>
                  </a:lnTo>
                  <a:lnTo>
                    <a:pt x="47949" y="36655"/>
                  </a:lnTo>
                  <a:lnTo>
                    <a:pt x="47949" y="36655"/>
                  </a:lnTo>
                  <a:cubicBezTo>
                    <a:pt x="47949" y="36654"/>
                    <a:pt x="47950" y="36653"/>
                    <a:pt x="47950" y="36653"/>
                  </a:cubicBezTo>
                  <a:lnTo>
                    <a:pt x="47950" y="36653"/>
                  </a:lnTo>
                  <a:cubicBezTo>
                    <a:pt x="47949" y="36654"/>
                    <a:pt x="47949" y="36655"/>
                    <a:pt x="47949" y="36655"/>
                  </a:cubicBezTo>
                  <a:lnTo>
                    <a:pt x="47949" y="36655"/>
                  </a:lnTo>
                  <a:lnTo>
                    <a:pt x="47949" y="36655"/>
                  </a:lnTo>
                  <a:cubicBezTo>
                    <a:pt x="47931" y="36690"/>
                    <a:pt x="47863" y="36823"/>
                    <a:pt x="47749" y="37047"/>
                  </a:cubicBezTo>
                  <a:cubicBezTo>
                    <a:pt x="47613" y="37319"/>
                    <a:pt x="47425" y="37674"/>
                    <a:pt x="47140" y="38162"/>
                  </a:cubicBezTo>
                  <a:cubicBezTo>
                    <a:pt x="46575" y="39121"/>
                    <a:pt x="45688" y="40512"/>
                    <a:pt x="44268" y="42041"/>
                  </a:cubicBezTo>
                  <a:cubicBezTo>
                    <a:pt x="42860" y="43570"/>
                    <a:pt x="40906" y="45232"/>
                    <a:pt x="38356" y="46620"/>
                  </a:cubicBezTo>
                  <a:cubicBezTo>
                    <a:pt x="35818" y="48012"/>
                    <a:pt x="32675" y="49117"/>
                    <a:pt x="29135" y="49513"/>
                  </a:cubicBezTo>
                  <a:cubicBezTo>
                    <a:pt x="28188" y="49622"/>
                    <a:pt x="27212" y="49679"/>
                    <a:pt x="26216" y="49679"/>
                  </a:cubicBezTo>
                  <a:cubicBezTo>
                    <a:pt x="23505" y="49679"/>
                    <a:pt x="20649" y="49252"/>
                    <a:pt x="17839" y="48279"/>
                  </a:cubicBezTo>
                  <a:cubicBezTo>
                    <a:pt x="16886" y="47948"/>
                    <a:pt x="15910" y="47548"/>
                    <a:pt x="15009" y="47093"/>
                  </a:cubicBezTo>
                  <a:cubicBezTo>
                    <a:pt x="14528" y="46845"/>
                    <a:pt x="14028" y="46598"/>
                    <a:pt x="13599" y="46333"/>
                  </a:cubicBezTo>
                  <a:cubicBezTo>
                    <a:pt x="13152" y="46084"/>
                    <a:pt x="12707" y="45794"/>
                    <a:pt x="12258" y="45505"/>
                  </a:cubicBezTo>
                  <a:cubicBezTo>
                    <a:pt x="11374" y="44912"/>
                    <a:pt x="10507" y="44268"/>
                    <a:pt x="9695" y="43539"/>
                  </a:cubicBezTo>
                  <a:cubicBezTo>
                    <a:pt x="9278" y="43190"/>
                    <a:pt x="8894" y="42799"/>
                    <a:pt x="8498" y="42416"/>
                  </a:cubicBezTo>
                  <a:cubicBezTo>
                    <a:pt x="8304" y="42224"/>
                    <a:pt x="8121" y="42017"/>
                    <a:pt x="7930" y="41816"/>
                  </a:cubicBezTo>
                  <a:cubicBezTo>
                    <a:pt x="7739" y="41618"/>
                    <a:pt x="7553" y="41413"/>
                    <a:pt x="7377" y="41198"/>
                  </a:cubicBezTo>
                  <a:cubicBezTo>
                    <a:pt x="5923" y="39519"/>
                    <a:pt x="4684" y="37600"/>
                    <a:pt x="3735" y="35511"/>
                  </a:cubicBezTo>
                  <a:cubicBezTo>
                    <a:pt x="2791" y="33422"/>
                    <a:pt x="2122" y="31171"/>
                    <a:pt x="1813" y="28847"/>
                  </a:cubicBezTo>
                  <a:cubicBezTo>
                    <a:pt x="1503" y="26522"/>
                    <a:pt x="1545" y="24131"/>
                    <a:pt x="1950" y="21795"/>
                  </a:cubicBezTo>
                  <a:cubicBezTo>
                    <a:pt x="2344" y="19455"/>
                    <a:pt x="3090" y="17170"/>
                    <a:pt x="4128" y="15020"/>
                  </a:cubicBezTo>
                  <a:cubicBezTo>
                    <a:pt x="5170" y="12852"/>
                    <a:pt x="6440" y="10794"/>
                    <a:pt x="7952" y="8934"/>
                  </a:cubicBezTo>
                  <a:cubicBezTo>
                    <a:pt x="9466" y="7077"/>
                    <a:pt x="11243" y="5433"/>
                    <a:pt x="13236" y="4136"/>
                  </a:cubicBezTo>
                  <a:cubicBezTo>
                    <a:pt x="15228" y="2838"/>
                    <a:pt x="17441" y="1916"/>
                    <a:pt x="19718" y="1416"/>
                  </a:cubicBezTo>
                  <a:cubicBezTo>
                    <a:pt x="21124" y="1109"/>
                    <a:pt x="22551" y="967"/>
                    <a:pt x="23963" y="967"/>
                  </a:cubicBezTo>
                  <a:close/>
                  <a:moveTo>
                    <a:pt x="25027" y="0"/>
                  </a:moveTo>
                  <a:cubicBezTo>
                    <a:pt x="20824" y="0"/>
                    <a:pt x="16514" y="1119"/>
                    <a:pt x="12773" y="3396"/>
                  </a:cubicBezTo>
                  <a:cubicBezTo>
                    <a:pt x="8524" y="5934"/>
                    <a:pt x="5042" y="9850"/>
                    <a:pt x="2755" y="14334"/>
                  </a:cubicBezTo>
                  <a:cubicBezTo>
                    <a:pt x="1607" y="16593"/>
                    <a:pt x="776" y="19027"/>
                    <a:pt x="364" y="21527"/>
                  </a:cubicBezTo>
                  <a:cubicBezTo>
                    <a:pt x="160" y="22776"/>
                    <a:pt x="25" y="24036"/>
                    <a:pt x="16" y="25295"/>
                  </a:cubicBezTo>
                  <a:cubicBezTo>
                    <a:pt x="1" y="26555"/>
                    <a:pt x="42" y="27814"/>
                    <a:pt x="214" y="29053"/>
                  </a:cubicBezTo>
                  <a:cubicBezTo>
                    <a:pt x="817" y="34027"/>
                    <a:pt x="2892" y="38715"/>
                    <a:pt x="5947" y="42404"/>
                  </a:cubicBezTo>
                  <a:cubicBezTo>
                    <a:pt x="6131" y="42640"/>
                    <a:pt x="6327" y="42865"/>
                    <a:pt x="6529" y="43085"/>
                  </a:cubicBezTo>
                  <a:cubicBezTo>
                    <a:pt x="6730" y="43306"/>
                    <a:pt x="6923" y="43533"/>
                    <a:pt x="7130" y="43746"/>
                  </a:cubicBezTo>
                  <a:cubicBezTo>
                    <a:pt x="7549" y="44166"/>
                    <a:pt x="7959" y="44596"/>
                    <a:pt x="8403" y="44983"/>
                  </a:cubicBezTo>
                  <a:cubicBezTo>
                    <a:pt x="9265" y="45785"/>
                    <a:pt x="10193" y="46500"/>
                    <a:pt x="11140" y="47161"/>
                  </a:cubicBezTo>
                  <a:cubicBezTo>
                    <a:pt x="11379" y="47321"/>
                    <a:pt x="11620" y="47482"/>
                    <a:pt x="11859" y="47640"/>
                  </a:cubicBezTo>
                  <a:cubicBezTo>
                    <a:pt x="12098" y="47801"/>
                    <a:pt x="12359" y="47941"/>
                    <a:pt x="12606" y="48091"/>
                  </a:cubicBezTo>
                  <a:cubicBezTo>
                    <a:pt x="13115" y="48403"/>
                    <a:pt x="13593" y="48641"/>
                    <a:pt x="14076" y="48893"/>
                  </a:cubicBezTo>
                  <a:cubicBezTo>
                    <a:pt x="15108" y="49424"/>
                    <a:pt x="16120" y="49840"/>
                    <a:pt x="17163" y="50212"/>
                  </a:cubicBezTo>
                  <a:cubicBezTo>
                    <a:pt x="20069" y="51240"/>
                    <a:pt x="23026" y="51682"/>
                    <a:pt x="25835" y="51682"/>
                  </a:cubicBezTo>
                  <a:cubicBezTo>
                    <a:pt x="27048" y="51682"/>
                    <a:pt x="28234" y="51600"/>
                    <a:pt x="29376" y="51446"/>
                  </a:cubicBezTo>
                  <a:cubicBezTo>
                    <a:pt x="33176" y="50927"/>
                    <a:pt x="36509" y="49658"/>
                    <a:pt x="39192" y="48111"/>
                  </a:cubicBezTo>
                  <a:cubicBezTo>
                    <a:pt x="41889" y="46565"/>
                    <a:pt x="43926" y="44737"/>
                    <a:pt x="45423" y="43097"/>
                  </a:cubicBezTo>
                  <a:cubicBezTo>
                    <a:pt x="46913" y="41444"/>
                    <a:pt x="47872" y="39969"/>
                    <a:pt x="48473" y="38942"/>
                  </a:cubicBezTo>
                  <a:cubicBezTo>
                    <a:pt x="48770" y="38433"/>
                    <a:pt x="48995" y="38005"/>
                    <a:pt x="49128" y="37744"/>
                  </a:cubicBezTo>
                  <a:cubicBezTo>
                    <a:pt x="49261" y="37477"/>
                    <a:pt x="49331" y="37341"/>
                    <a:pt x="49331" y="37341"/>
                  </a:cubicBezTo>
                  <a:lnTo>
                    <a:pt x="49335" y="37331"/>
                  </a:lnTo>
                  <a:cubicBezTo>
                    <a:pt x="49335" y="37331"/>
                    <a:pt x="49405" y="37187"/>
                    <a:pt x="49538" y="36911"/>
                  </a:cubicBezTo>
                  <a:cubicBezTo>
                    <a:pt x="49671" y="36633"/>
                    <a:pt x="49862" y="36218"/>
                    <a:pt x="50089" y="35665"/>
                  </a:cubicBezTo>
                  <a:cubicBezTo>
                    <a:pt x="50538" y="34562"/>
                    <a:pt x="51163" y="32917"/>
                    <a:pt x="51620" y="30721"/>
                  </a:cubicBezTo>
                  <a:cubicBezTo>
                    <a:pt x="52057" y="28533"/>
                    <a:pt x="52343" y="25765"/>
                    <a:pt x="51869" y="22653"/>
                  </a:cubicBezTo>
                  <a:cubicBezTo>
                    <a:pt x="51401" y="19558"/>
                    <a:pt x="50275" y="16124"/>
                    <a:pt x="48224" y="12866"/>
                  </a:cubicBezTo>
                  <a:cubicBezTo>
                    <a:pt x="46203" y="9599"/>
                    <a:pt x="43245" y="6531"/>
                    <a:pt x="39520" y="4237"/>
                  </a:cubicBezTo>
                  <a:cubicBezTo>
                    <a:pt x="39057" y="3949"/>
                    <a:pt x="38576" y="3681"/>
                    <a:pt x="38090" y="3418"/>
                  </a:cubicBezTo>
                  <a:cubicBezTo>
                    <a:pt x="37844" y="3290"/>
                    <a:pt x="37586" y="3159"/>
                    <a:pt x="37342" y="3037"/>
                  </a:cubicBezTo>
                  <a:lnTo>
                    <a:pt x="36977" y="2863"/>
                  </a:lnTo>
                  <a:lnTo>
                    <a:pt x="36782" y="2771"/>
                  </a:lnTo>
                  <a:lnTo>
                    <a:pt x="36593" y="2686"/>
                  </a:lnTo>
                  <a:cubicBezTo>
                    <a:pt x="35583" y="2228"/>
                    <a:pt x="34538" y="1812"/>
                    <a:pt x="33461" y="1448"/>
                  </a:cubicBezTo>
                  <a:cubicBezTo>
                    <a:pt x="31309" y="727"/>
                    <a:pt x="29022" y="220"/>
                    <a:pt x="26665" y="58"/>
                  </a:cubicBezTo>
                  <a:cubicBezTo>
                    <a:pt x="26122" y="20"/>
                    <a:pt x="25575" y="0"/>
                    <a:pt x="25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50"/>
          <p:cNvGrpSpPr/>
          <p:nvPr/>
        </p:nvGrpSpPr>
        <p:grpSpPr>
          <a:xfrm>
            <a:off x="8200500" y="968413"/>
            <a:ext cx="446975" cy="455625"/>
            <a:chOff x="-980375" y="1066250"/>
            <a:chExt cx="446975" cy="455625"/>
          </a:xfrm>
        </p:grpSpPr>
        <p:sp>
          <p:nvSpPr>
            <p:cNvPr id="2025" name="Google Shape;2025;p50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0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0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0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0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0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1" name="Google Shape;2031;p50"/>
          <p:cNvSpPr/>
          <p:nvPr/>
        </p:nvSpPr>
        <p:spPr>
          <a:xfrm rot="9196425">
            <a:off x="7523240" y="9286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2" name="Google Shape;2032;p50"/>
          <p:cNvSpPr/>
          <p:nvPr/>
        </p:nvSpPr>
        <p:spPr>
          <a:xfrm>
            <a:off x="1259581" y="16705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3" name="Google Shape;2033;p50"/>
          <p:cNvSpPr/>
          <p:nvPr/>
        </p:nvSpPr>
        <p:spPr>
          <a:xfrm>
            <a:off x="283806" y="25050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50"/>
          <p:cNvGrpSpPr/>
          <p:nvPr/>
        </p:nvGrpSpPr>
        <p:grpSpPr>
          <a:xfrm rot="-2232065">
            <a:off x="371786" y="4451227"/>
            <a:ext cx="296843" cy="390916"/>
            <a:chOff x="-2421200" y="-205225"/>
            <a:chExt cx="296850" cy="390925"/>
          </a:xfrm>
        </p:grpSpPr>
        <p:sp>
          <p:nvSpPr>
            <p:cNvPr id="2035" name="Google Shape;2035;p50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0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50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50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50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50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50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50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50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50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5" name="Google Shape;2045;p50"/>
          <p:cNvGrpSpPr/>
          <p:nvPr/>
        </p:nvGrpSpPr>
        <p:grpSpPr>
          <a:xfrm rot="2378939">
            <a:off x="3325684" y="1524628"/>
            <a:ext cx="728637" cy="540090"/>
            <a:chOff x="6197625" y="2383563"/>
            <a:chExt cx="1851575" cy="1372450"/>
          </a:xfrm>
        </p:grpSpPr>
        <p:sp>
          <p:nvSpPr>
            <p:cNvPr id="2046" name="Google Shape;2046;p50"/>
            <p:cNvSpPr/>
            <p:nvPr/>
          </p:nvSpPr>
          <p:spPr>
            <a:xfrm>
              <a:off x="6197625" y="2465913"/>
              <a:ext cx="1851575" cy="1277425"/>
            </a:xfrm>
            <a:custGeom>
              <a:avLst/>
              <a:gdLst/>
              <a:ahLst/>
              <a:cxnLst/>
              <a:rect l="l" t="t" r="r" b="b"/>
              <a:pathLst>
                <a:path w="74063" h="51097" extrusionOk="0">
                  <a:moveTo>
                    <a:pt x="34870" y="0"/>
                  </a:moveTo>
                  <a:cubicBezTo>
                    <a:pt x="32601" y="0"/>
                    <a:pt x="30234" y="292"/>
                    <a:pt x="27789" y="920"/>
                  </a:cubicBezTo>
                  <a:cubicBezTo>
                    <a:pt x="0" y="12018"/>
                    <a:pt x="7480" y="51096"/>
                    <a:pt x="33247" y="51096"/>
                  </a:cubicBezTo>
                  <a:cubicBezTo>
                    <a:pt x="36341" y="51096"/>
                    <a:pt x="39699" y="50533"/>
                    <a:pt x="43292" y="49289"/>
                  </a:cubicBezTo>
                  <a:cubicBezTo>
                    <a:pt x="74062" y="38639"/>
                    <a:pt x="60975" y="0"/>
                    <a:pt x="348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50"/>
            <p:cNvSpPr/>
            <p:nvPr/>
          </p:nvSpPr>
          <p:spPr>
            <a:xfrm>
              <a:off x="6590725" y="2930713"/>
              <a:ext cx="388550" cy="753200"/>
            </a:xfrm>
            <a:custGeom>
              <a:avLst/>
              <a:gdLst/>
              <a:ahLst/>
              <a:cxnLst/>
              <a:rect l="l" t="t" r="r" b="b"/>
              <a:pathLst>
                <a:path w="15542" h="30128" extrusionOk="0">
                  <a:moveTo>
                    <a:pt x="12933" y="0"/>
                  </a:moveTo>
                  <a:lnTo>
                    <a:pt x="2794" y="869"/>
                  </a:lnTo>
                  <a:lnTo>
                    <a:pt x="2794" y="5093"/>
                  </a:lnTo>
                  <a:cubicBezTo>
                    <a:pt x="2794" y="5093"/>
                    <a:pt x="1" y="6383"/>
                    <a:pt x="1397" y="6956"/>
                  </a:cubicBezTo>
                  <a:cubicBezTo>
                    <a:pt x="2794" y="7531"/>
                    <a:pt x="2794" y="9371"/>
                    <a:pt x="2794" y="9371"/>
                  </a:cubicBezTo>
                  <a:lnTo>
                    <a:pt x="5793" y="11008"/>
                  </a:lnTo>
                  <a:lnTo>
                    <a:pt x="1550" y="15742"/>
                  </a:lnTo>
                  <a:lnTo>
                    <a:pt x="3400" y="17362"/>
                  </a:lnTo>
                  <a:lnTo>
                    <a:pt x="5402" y="21147"/>
                  </a:lnTo>
                  <a:lnTo>
                    <a:pt x="3953" y="23755"/>
                  </a:lnTo>
                  <a:lnTo>
                    <a:pt x="3400" y="25968"/>
                  </a:lnTo>
                  <a:lnTo>
                    <a:pt x="10327" y="30127"/>
                  </a:lnTo>
                  <a:lnTo>
                    <a:pt x="12933" y="27520"/>
                  </a:lnTo>
                  <a:lnTo>
                    <a:pt x="14672" y="23755"/>
                  </a:lnTo>
                  <a:lnTo>
                    <a:pt x="15541" y="22596"/>
                  </a:lnTo>
                  <a:lnTo>
                    <a:pt x="14254" y="19988"/>
                  </a:lnTo>
                  <a:cubicBezTo>
                    <a:pt x="14254" y="19988"/>
                    <a:pt x="12355" y="18829"/>
                    <a:pt x="12933" y="17961"/>
                  </a:cubicBezTo>
                  <a:cubicBezTo>
                    <a:pt x="13514" y="17092"/>
                    <a:pt x="13804" y="14774"/>
                    <a:pt x="13804" y="14774"/>
                  </a:cubicBezTo>
                  <a:cubicBezTo>
                    <a:pt x="13804" y="14774"/>
                    <a:pt x="13824" y="14776"/>
                    <a:pt x="13859" y="14776"/>
                  </a:cubicBezTo>
                  <a:cubicBezTo>
                    <a:pt x="14128" y="14776"/>
                    <a:pt x="15259" y="14700"/>
                    <a:pt x="14575" y="13375"/>
                  </a:cubicBezTo>
                  <a:cubicBezTo>
                    <a:pt x="13804" y="11877"/>
                    <a:pt x="12065" y="8690"/>
                    <a:pt x="12065" y="8690"/>
                  </a:cubicBezTo>
                  <a:cubicBezTo>
                    <a:pt x="12065" y="8690"/>
                    <a:pt x="9363" y="5838"/>
                    <a:pt x="11003" y="5093"/>
                  </a:cubicBezTo>
                  <a:cubicBezTo>
                    <a:pt x="12645" y="4345"/>
                    <a:pt x="12645" y="1811"/>
                    <a:pt x="12645" y="1811"/>
                  </a:cubicBezTo>
                  <a:lnTo>
                    <a:pt x="129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0"/>
            <p:cNvSpPr/>
            <p:nvPr/>
          </p:nvSpPr>
          <p:spPr>
            <a:xfrm>
              <a:off x="7195775" y="2897788"/>
              <a:ext cx="334900" cy="778900"/>
            </a:xfrm>
            <a:custGeom>
              <a:avLst/>
              <a:gdLst/>
              <a:ahLst/>
              <a:cxnLst/>
              <a:rect l="l" t="t" r="r" b="b"/>
              <a:pathLst>
                <a:path w="13396" h="31156" extrusionOk="0">
                  <a:moveTo>
                    <a:pt x="8330" y="1"/>
                  </a:moveTo>
                  <a:cubicBezTo>
                    <a:pt x="5699" y="1"/>
                    <a:pt x="2594" y="786"/>
                    <a:pt x="2594" y="786"/>
                  </a:cubicBezTo>
                  <a:lnTo>
                    <a:pt x="610" y="3923"/>
                  </a:lnTo>
                  <a:lnTo>
                    <a:pt x="0" y="8273"/>
                  </a:lnTo>
                  <a:cubicBezTo>
                    <a:pt x="0" y="8273"/>
                    <a:pt x="2637" y="10587"/>
                    <a:pt x="2927" y="11456"/>
                  </a:cubicBezTo>
                  <a:cubicBezTo>
                    <a:pt x="3216" y="12325"/>
                    <a:pt x="2927" y="16380"/>
                    <a:pt x="2927" y="16380"/>
                  </a:cubicBezTo>
                  <a:lnTo>
                    <a:pt x="1528" y="18988"/>
                  </a:lnTo>
                  <a:cubicBezTo>
                    <a:pt x="1528" y="18988"/>
                    <a:pt x="4922" y="21015"/>
                    <a:pt x="3055" y="22754"/>
                  </a:cubicBezTo>
                  <a:cubicBezTo>
                    <a:pt x="1188" y="24492"/>
                    <a:pt x="319" y="27389"/>
                    <a:pt x="610" y="28258"/>
                  </a:cubicBezTo>
                  <a:cubicBezTo>
                    <a:pt x="898" y="29127"/>
                    <a:pt x="2637" y="31156"/>
                    <a:pt x="2637" y="31156"/>
                  </a:cubicBezTo>
                  <a:lnTo>
                    <a:pt x="9477" y="29224"/>
                  </a:lnTo>
                  <a:lnTo>
                    <a:pt x="12776" y="27680"/>
                  </a:lnTo>
                  <a:cubicBezTo>
                    <a:pt x="12776" y="27680"/>
                    <a:pt x="10168" y="26521"/>
                    <a:pt x="11327" y="24782"/>
                  </a:cubicBezTo>
                  <a:cubicBezTo>
                    <a:pt x="12486" y="23044"/>
                    <a:pt x="12776" y="21885"/>
                    <a:pt x="12776" y="21885"/>
                  </a:cubicBezTo>
                  <a:lnTo>
                    <a:pt x="11617" y="19278"/>
                  </a:lnTo>
                  <a:cubicBezTo>
                    <a:pt x="11617" y="19278"/>
                    <a:pt x="13396" y="12711"/>
                    <a:pt x="12776" y="10297"/>
                  </a:cubicBezTo>
                  <a:cubicBezTo>
                    <a:pt x="11908" y="6910"/>
                    <a:pt x="9865" y="6014"/>
                    <a:pt x="11039" y="4213"/>
                  </a:cubicBezTo>
                  <a:cubicBezTo>
                    <a:pt x="13243" y="833"/>
                    <a:pt x="11038" y="1"/>
                    <a:pt x="8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0"/>
            <p:cNvSpPr/>
            <p:nvPr/>
          </p:nvSpPr>
          <p:spPr>
            <a:xfrm>
              <a:off x="7025025" y="3353363"/>
              <a:ext cx="138775" cy="118025"/>
            </a:xfrm>
            <a:custGeom>
              <a:avLst/>
              <a:gdLst/>
              <a:ahLst/>
              <a:cxnLst/>
              <a:rect l="l" t="t" r="r" b="b"/>
              <a:pathLst>
                <a:path w="5551" h="4721" extrusionOk="0">
                  <a:moveTo>
                    <a:pt x="2612" y="1"/>
                  </a:moveTo>
                  <a:cubicBezTo>
                    <a:pt x="2364" y="1"/>
                    <a:pt x="2112" y="62"/>
                    <a:pt x="1881" y="189"/>
                  </a:cubicBezTo>
                  <a:cubicBezTo>
                    <a:pt x="1152" y="591"/>
                    <a:pt x="439" y="1203"/>
                    <a:pt x="231" y="2045"/>
                  </a:cubicBezTo>
                  <a:cubicBezTo>
                    <a:pt x="0" y="2975"/>
                    <a:pt x="427" y="3866"/>
                    <a:pt x="1222" y="4362"/>
                  </a:cubicBezTo>
                  <a:cubicBezTo>
                    <a:pt x="1619" y="4610"/>
                    <a:pt x="2051" y="4721"/>
                    <a:pt x="2483" y="4721"/>
                  </a:cubicBezTo>
                  <a:cubicBezTo>
                    <a:pt x="3609" y="4721"/>
                    <a:pt x="4732" y="3968"/>
                    <a:pt x="5214" y="2944"/>
                  </a:cubicBezTo>
                  <a:cubicBezTo>
                    <a:pt x="5550" y="2229"/>
                    <a:pt x="5421" y="1386"/>
                    <a:pt x="4695" y="961"/>
                  </a:cubicBezTo>
                  <a:cubicBezTo>
                    <a:pt x="4481" y="835"/>
                    <a:pt x="4223" y="773"/>
                    <a:pt x="3962" y="773"/>
                  </a:cubicBezTo>
                  <a:cubicBezTo>
                    <a:pt x="3939" y="773"/>
                    <a:pt x="3916" y="774"/>
                    <a:pt x="3893" y="775"/>
                  </a:cubicBezTo>
                  <a:cubicBezTo>
                    <a:pt x="3881" y="753"/>
                    <a:pt x="3874" y="730"/>
                    <a:pt x="3862" y="708"/>
                  </a:cubicBezTo>
                  <a:cubicBezTo>
                    <a:pt x="3592" y="247"/>
                    <a:pt x="3109" y="1"/>
                    <a:pt x="2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50"/>
            <p:cNvSpPr/>
            <p:nvPr/>
          </p:nvSpPr>
          <p:spPr>
            <a:xfrm>
              <a:off x="6403850" y="2383563"/>
              <a:ext cx="1386525" cy="1372450"/>
            </a:xfrm>
            <a:custGeom>
              <a:avLst/>
              <a:gdLst/>
              <a:ahLst/>
              <a:cxnLst/>
              <a:rect l="l" t="t" r="r" b="b"/>
              <a:pathLst>
                <a:path w="55461" h="54898" extrusionOk="0">
                  <a:moveTo>
                    <a:pt x="10216" y="47028"/>
                  </a:moveTo>
                  <a:cubicBezTo>
                    <a:pt x="10512" y="46532"/>
                    <a:pt x="10771" y="46062"/>
                    <a:pt x="11061" y="45612"/>
                  </a:cubicBezTo>
                  <a:cubicBezTo>
                    <a:pt x="11539" y="44866"/>
                    <a:pt x="12032" y="44129"/>
                    <a:pt x="12531" y="43393"/>
                  </a:cubicBezTo>
                  <a:cubicBezTo>
                    <a:pt x="12805" y="42989"/>
                    <a:pt x="12732" y="42716"/>
                    <a:pt x="12408" y="42316"/>
                  </a:cubicBezTo>
                  <a:cubicBezTo>
                    <a:pt x="11780" y="41545"/>
                    <a:pt x="11088" y="40900"/>
                    <a:pt x="10223" y="40400"/>
                  </a:cubicBezTo>
                  <a:cubicBezTo>
                    <a:pt x="9539" y="40002"/>
                    <a:pt x="9419" y="39214"/>
                    <a:pt x="9187" y="38527"/>
                  </a:cubicBezTo>
                  <a:cubicBezTo>
                    <a:pt x="8757" y="37263"/>
                    <a:pt x="9213" y="36263"/>
                    <a:pt x="10157" y="35425"/>
                  </a:cubicBezTo>
                  <a:cubicBezTo>
                    <a:pt x="10510" y="35112"/>
                    <a:pt x="10853" y="34781"/>
                    <a:pt x="11239" y="34512"/>
                  </a:cubicBezTo>
                  <a:cubicBezTo>
                    <a:pt x="12327" y="33751"/>
                    <a:pt x="11976" y="32855"/>
                    <a:pt x="11288" y="32088"/>
                  </a:cubicBezTo>
                  <a:cubicBezTo>
                    <a:pt x="10919" y="31675"/>
                    <a:pt x="10411" y="31389"/>
                    <a:pt x="9976" y="31034"/>
                  </a:cubicBezTo>
                  <a:cubicBezTo>
                    <a:pt x="9781" y="30873"/>
                    <a:pt x="9518" y="30718"/>
                    <a:pt x="9442" y="30505"/>
                  </a:cubicBezTo>
                  <a:cubicBezTo>
                    <a:pt x="9071" y="29470"/>
                    <a:pt x="8573" y="28450"/>
                    <a:pt x="8803" y="27294"/>
                  </a:cubicBezTo>
                  <a:cubicBezTo>
                    <a:pt x="8846" y="27081"/>
                    <a:pt x="8901" y="26852"/>
                    <a:pt x="9017" y="26675"/>
                  </a:cubicBezTo>
                  <a:cubicBezTo>
                    <a:pt x="9604" y="25781"/>
                    <a:pt x="10215" y="24902"/>
                    <a:pt x="10890" y="23908"/>
                  </a:cubicBezTo>
                  <a:cubicBezTo>
                    <a:pt x="11216" y="24207"/>
                    <a:pt x="11483" y="24449"/>
                    <a:pt x="11833" y="24767"/>
                  </a:cubicBezTo>
                  <a:cubicBezTo>
                    <a:pt x="11505" y="25240"/>
                    <a:pt x="11249" y="25717"/>
                    <a:pt x="10892" y="26098"/>
                  </a:cubicBezTo>
                  <a:cubicBezTo>
                    <a:pt x="10001" y="27050"/>
                    <a:pt x="9901" y="28105"/>
                    <a:pt x="10378" y="29257"/>
                  </a:cubicBezTo>
                  <a:cubicBezTo>
                    <a:pt x="10471" y="29479"/>
                    <a:pt x="10628" y="29718"/>
                    <a:pt x="10822" y="29849"/>
                  </a:cubicBezTo>
                  <a:cubicBezTo>
                    <a:pt x="11708" y="30450"/>
                    <a:pt x="12297" y="31307"/>
                    <a:pt x="12880" y="32167"/>
                  </a:cubicBezTo>
                  <a:cubicBezTo>
                    <a:pt x="13799" y="33520"/>
                    <a:pt x="13710" y="35017"/>
                    <a:pt x="12184" y="36140"/>
                  </a:cubicBezTo>
                  <a:cubicBezTo>
                    <a:pt x="11827" y="36403"/>
                    <a:pt x="11490" y="36695"/>
                    <a:pt x="11138" y="36966"/>
                  </a:cubicBezTo>
                  <a:cubicBezTo>
                    <a:pt x="10312" y="37599"/>
                    <a:pt x="10223" y="38770"/>
                    <a:pt x="11047" y="39403"/>
                  </a:cubicBezTo>
                  <a:cubicBezTo>
                    <a:pt x="12097" y="40209"/>
                    <a:pt x="12925" y="41183"/>
                    <a:pt x="13642" y="42280"/>
                  </a:cubicBezTo>
                  <a:cubicBezTo>
                    <a:pt x="14212" y="43151"/>
                    <a:pt x="14234" y="43193"/>
                    <a:pt x="13539" y="43953"/>
                  </a:cubicBezTo>
                  <a:cubicBezTo>
                    <a:pt x="12732" y="44834"/>
                    <a:pt x="11921" y="45709"/>
                    <a:pt x="11116" y="46590"/>
                  </a:cubicBezTo>
                  <a:cubicBezTo>
                    <a:pt x="10512" y="47252"/>
                    <a:pt x="10522" y="47646"/>
                    <a:pt x="11208" y="48151"/>
                  </a:cubicBezTo>
                  <a:cubicBezTo>
                    <a:pt x="13884" y="50121"/>
                    <a:pt x="16753" y="51665"/>
                    <a:pt x="20052" y="52343"/>
                  </a:cubicBezTo>
                  <a:cubicBezTo>
                    <a:pt x="21260" y="52590"/>
                    <a:pt x="22453" y="52805"/>
                    <a:pt x="23692" y="52877"/>
                  </a:cubicBezTo>
                  <a:cubicBezTo>
                    <a:pt x="26042" y="53017"/>
                    <a:pt x="29911" y="52804"/>
                    <a:pt x="32457" y="52261"/>
                  </a:cubicBezTo>
                  <a:cubicBezTo>
                    <a:pt x="33384" y="52065"/>
                    <a:pt x="34333" y="51954"/>
                    <a:pt x="35239" y="51691"/>
                  </a:cubicBezTo>
                  <a:cubicBezTo>
                    <a:pt x="36239" y="51399"/>
                    <a:pt x="37200" y="50976"/>
                    <a:pt x="38180" y="50612"/>
                  </a:cubicBezTo>
                  <a:cubicBezTo>
                    <a:pt x="38890" y="50348"/>
                    <a:pt x="39586" y="50025"/>
                    <a:pt x="40316" y="49839"/>
                  </a:cubicBezTo>
                  <a:cubicBezTo>
                    <a:pt x="41545" y="49525"/>
                    <a:pt x="42272" y="48595"/>
                    <a:pt x="43093" y="47764"/>
                  </a:cubicBezTo>
                  <a:cubicBezTo>
                    <a:pt x="43335" y="47518"/>
                    <a:pt x="43335" y="47248"/>
                    <a:pt x="43178" y="46984"/>
                  </a:cubicBezTo>
                  <a:cubicBezTo>
                    <a:pt x="42357" y="45588"/>
                    <a:pt x="42750" y="44279"/>
                    <a:pt x="43323" y="42905"/>
                  </a:cubicBezTo>
                  <a:cubicBezTo>
                    <a:pt x="43777" y="41816"/>
                    <a:pt x="43356" y="40808"/>
                    <a:pt x="42535" y="39985"/>
                  </a:cubicBezTo>
                  <a:cubicBezTo>
                    <a:pt x="42402" y="39854"/>
                    <a:pt x="42229" y="39753"/>
                    <a:pt x="42122" y="39604"/>
                  </a:cubicBezTo>
                  <a:cubicBezTo>
                    <a:pt x="41231" y="38384"/>
                    <a:pt x="41233" y="37719"/>
                    <a:pt x="42050" y="36406"/>
                  </a:cubicBezTo>
                  <a:cubicBezTo>
                    <a:pt x="42601" y="35520"/>
                    <a:pt x="43108" y="34609"/>
                    <a:pt x="43644" y="33715"/>
                  </a:cubicBezTo>
                  <a:cubicBezTo>
                    <a:pt x="44428" y="32406"/>
                    <a:pt x="43933" y="31315"/>
                    <a:pt x="43119" y="30233"/>
                  </a:cubicBezTo>
                  <a:cubicBezTo>
                    <a:pt x="42397" y="29271"/>
                    <a:pt x="41822" y="28214"/>
                    <a:pt x="41569" y="27020"/>
                  </a:cubicBezTo>
                  <a:cubicBezTo>
                    <a:pt x="41322" y="25859"/>
                    <a:pt x="42223" y="24506"/>
                    <a:pt x="43487" y="24308"/>
                  </a:cubicBezTo>
                  <a:cubicBezTo>
                    <a:pt x="43375" y="24646"/>
                    <a:pt x="43325" y="24943"/>
                    <a:pt x="43182" y="25185"/>
                  </a:cubicBezTo>
                  <a:cubicBezTo>
                    <a:pt x="42697" y="26008"/>
                    <a:pt x="42542" y="26729"/>
                    <a:pt x="43206" y="27614"/>
                  </a:cubicBezTo>
                  <a:cubicBezTo>
                    <a:pt x="44091" y="28791"/>
                    <a:pt x="44875" y="30064"/>
                    <a:pt x="45551" y="31375"/>
                  </a:cubicBezTo>
                  <a:cubicBezTo>
                    <a:pt x="45810" y="31880"/>
                    <a:pt x="45798" y="32633"/>
                    <a:pt x="45658" y="33213"/>
                  </a:cubicBezTo>
                  <a:cubicBezTo>
                    <a:pt x="45320" y="34623"/>
                    <a:pt x="44885" y="36015"/>
                    <a:pt x="43806" y="37097"/>
                  </a:cubicBezTo>
                  <a:cubicBezTo>
                    <a:pt x="43479" y="37427"/>
                    <a:pt x="43248" y="37853"/>
                    <a:pt x="42938" y="38287"/>
                  </a:cubicBezTo>
                  <a:cubicBezTo>
                    <a:pt x="43337" y="38840"/>
                    <a:pt x="43723" y="39412"/>
                    <a:pt x="44149" y="39954"/>
                  </a:cubicBezTo>
                  <a:cubicBezTo>
                    <a:pt x="44639" y="40579"/>
                    <a:pt x="44873" y="41268"/>
                    <a:pt x="44875" y="42065"/>
                  </a:cubicBezTo>
                  <a:cubicBezTo>
                    <a:pt x="44876" y="42948"/>
                    <a:pt x="44900" y="43808"/>
                    <a:pt x="44353" y="44593"/>
                  </a:cubicBezTo>
                  <a:cubicBezTo>
                    <a:pt x="43998" y="45105"/>
                    <a:pt x="44076" y="45736"/>
                    <a:pt x="44071" y="46544"/>
                  </a:cubicBezTo>
                  <a:cubicBezTo>
                    <a:pt x="44871" y="45950"/>
                    <a:pt x="45525" y="45438"/>
                    <a:pt x="46206" y="44965"/>
                  </a:cubicBezTo>
                  <a:cubicBezTo>
                    <a:pt x="46878" y="44497"/>
                    <a:pt x="47578" y="44067"/>
                    <a:pt x="48291" y="43606"/>
                  </a:cubicBezTo>
                  <a:cubicBezTo>
                    <a:pt x="48326" y="43699"/>
                    <a:pt x="48404" y="43818"/>
                    <a:pt x="48378" y="43852"/>
                  </a:cubicBezTo>
                  <a:cubicBezTo>
                    <a:pt x="47890" y="44465"/>
                    <a:pt x="47447" y="45129"/>
                    <a:pt x="46718" y="45496"/>
                  </a:cubicBezTo>
                  <a:cubicBezTo>
                    <a:pt x="46223" y="45745"/>
                    <a:pt x="45892" y="46122"/>
                    <a:pt x="45552" y="46566"/>
                  </a:cubicBezTo>
                  <a:cubicBezTo>
                    <a:pt x="44883" y="47440"/>
                    <a:pt x="44062" y="48194"/>
                    <a:pt x="43342" y="49030"/>
                  </a:cubicBezTo>
                  <a:cubicBezTo>
                    <a:pt x="42472" y="50040"/>
                    <a:pt x="41439" y="50709"/>
                    <a:pt x="40151" y="51129"/>
                  </a:cubicBezTo>
                  <a:cubicBezTo>
                    <a:pt x="39086" y="51477"/>
                    <a:pt x="38118" y="52133"/>
                    <a:pt x="37120" y="52672"/>
                  </a:cubicBezTo>
                  <a:cubicBezTo>
                    <a:pt x="35935" y="53309"/>
                    <a:pt x="34654" y="53633"/>
                    <a:pt x="33350" y="53872"/>
                  </a:cubicBezTo>
                  <a:cubicBezTo>
                    <a:pt x="31826" y="54150"/>
                    <a:pt x="30300" y="54428"/>
                    <a:pt x="28764" y="54628"/>
                  </a:cubicBezTo>
                  <a:cubicBezTo>
                    <a:pt x="27796" y="54753"/>
                    <a:pt x="26810" y="54746"/>
                    <a:pt x="25832" y="54780"/>
                  </a:cubicBezTo>
                  <a:cubicBezTo>
                    <a:pt x="22393" y="54898"/>
                    <a:pt x="19111" y="54193"/>
                    <a:pt x="15918" y="52937"/>
                  </a:cubicBezTo>
                  <a:cubicBezTo>
                    <a:pt x="12601" y="51633"/>
                    <a:pt x="9896" y="49534"/>
                    <a:pt x="7493" y="46934"/>
                  </a:cubicBezTo>
                  <a:cubicBezTo>
                    <a:pt x="5668" y="44960"/>
                    <a:pt x="4166" y="42768"/>
                    <a:pt x="2869" y="40453"/>
                  </a:cubicBezTo>
                  <a:cubicBezTo>
                    <a:pt x="1652" y="38280"/>
                    <a:pt x="1004" y="35882"/>
                    <a:pt x="716" y="33399"/>
                  </a:cubicBezTo>
                  <a:cubicBezTo>
                    <a:pt x="567" y="32107"/>
                    <a:pt x="371" y="30820"/>
                    <a:pt x="263" y="29527"/>
                  </a:cubicBezTo>
                  <a:cubicBezTo>
                    <a:pt x="0" y="26386"/>
                    <a:pt x="282" y="23309"/>
                    <a:pt x="1538" y="20381"/>
                  </a:cubicBezTo>
                  <a:cubicBezTo>
                    <a:pt x="2555" y="18015"/>
                    <a:pt x="3878" y="15824"/>
                    <a:pt x="5410" y="13756"/>
                  </a:cubicBezTo>
                  <a:cubicBezTo>
                    <a:pt x="5900" y="13097"/>
                    <a:pt x="6358" y="12412"/>
                    <a:pt x="6856" y="11761"/>
                  </a:cubicBezTo>
                  <a:cubicBezTo>
                    <a:pt x="13346" y="3294"/>
                    <a:pt x="27761" y="0"/>
                    <a:pt x="37376" y="3468"/>
                  </a:cubicBezTo>
                  <a:cubicBezTo>
                    <a:pt x="47556" y="7141"/>
                    <a:pt x="55002" y="17906"/>
                    <a:pt x="53432" y="28868"/>
                  </a:cubicBezTo>
                  <a:cubicBezTo>
                    <a:pt x="52756" y="33597"/>
                    <a:pt x="49467" y="41200"/>
                    <a:pt x="45376" y="44033"/>
                  </a:cubicBezTo>
                  <a:cubicBezTo>
                    <a:pt x="50802" y="34421"/>
                    <a:pt x="55461" y="24809"/>
                    <a:pt x="47052" y="13423"/>
                  </a:cubicBezTo>
                  <a:cubicBezTo>
                    <a:pt x="40084" y="3988"/>
                    <a:pt x="26907" y="1184"/>
                    <a:pt x="16381" y="6886"/>
                  </a:cubicBezTo>
                  <a:cubicBezTo>
                    <a:pt x="10082" y="10298"/>
                    <a:pt x="4043" y="15824"/>
                    <a:pt x="2388" y="23077"/>
                  </a:cubicBezTo>
                  <a:cubicBezTo>
                    <a:pt x="2226" y="23782"/>
                    <a:pt x="2096" y="24507"/>
                    <a:pt x="2064" y="25229"/>
                  </a:cubicBezTo>
                  <a:cubicBezTo>
                    <a:pt x="2001" y="26682"/>
                    <a:pt x="1854" y="28158"/>
                    <a:pt x="2031" y="29588"/>
                  </a:cubicBezTo>
                  <a:cubicBezTo>
                    <a:pt x="2369" y="32319"/>
                    <a:pt x="2535" y="35102"/>
                    <a:pt x="3571" y="37695"/>
                  </a:cubicBezTo>
                  <a:cubicBezTo>
                    <a:pt x="4096" y="39010"/>
                    <a:pt x="4733" y="40299"/>
                    <a:pt x="5458" y="41518"/>
                  </a:cubicBezTo>
                  <a:cubicBezTo>
                    <a:pt x="6665" y="43540"/>
                    <a:pt x="8194" y="45320"/>
                    <a:pt x="9936" y="46911"/>
                  </a:cubicBezTo>
                  <a:cubicBezTo>
                    <a:pt x="9979" y="46950"/>
                    <a:pt x="10051" y="46960"/>
                    <a:pt x="10216" y="470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50"/>
            <p:cNvSpPr/>
            <p:nvPr/>
          </p:nvSpPr>
          <p:spPr>
            <a:xfrm>
              <a:off x="7158475" y="2984513"/>
              <a:ext cx="143650" cy="689850"/>
            </a:xfrm>
            <a:custGeom>
              <a:avLst/>
              <a:gdLst/>
              <a:ahLst/>
              <a:cxnLst/>
              <a:rect l="l" t="t" r="r" b="b"/>
              <a:pathLst>
                <a:path w="5746" h="27594" extrusionOk="0">
                  <a:moveTo>
                    <a:pt x="3566" y="251"/>
                  </a:moveTo>
                  <a:cubicBezTo>
                    <a:pt x="3414" y="500"/>
                    <a:pt x="3269" y="754"/>
                    <a:pt x="3108" y="998"/>
                  </a:cubicBezTo>
                  <a:cubicBezTo>
                    <a:pt x="2936" y="1260"/>
                    <a:pt x="2677" y="1488"/>
                    <a:pt x="2588" y="1773"/>
                  </a:cubicBezTo>
                  <a:cubicBezTo>
                    <a:pt x="2364" y="2495"/>
                    <a:pt x="2185" y="3236"/>
                    <a:pt x="2042" y="3980"/>
                  </a:cubicBezTo>
                  <a:cubicBezTo>
                    <a:pt x="1957" y="4422"/>
                    <a:pt x="2134" y="4762"/>
                    <a:pt x="2448" y="5156"/>
                  </a:cubicBezTo>
                  <a:cubicBezTo>
                    <a:pt x="3247" y="6156"/>
                    <a:pt x="4493" y="6803"/>
                    <a:pt x="4878" y="8124"/>
                  </a:cubicBezTo>
                  <a:cubicBezTo>
                    <a:pt x="5107" y="8905"/>
                    <a:pt x="5303" y="9701"/>
                    <a:pt x="5457" y="10499"/>
                  </a:cubicBezTo>
                  <a:cubicBezTo>
                    <a:pt x="5506" y="10760"/>
                    <a:pt x="5441" y="11092"/>
                    <a:pt x="5313" y="11329"/>
                  </a:cubicBezTo>
                  <a:cubicBezTo>
                    <a:pt x="4691" y="12484"/>
                    <a:pt x="4225" y="13730"/>
                    <a:pt x="3363" y="14752"/>
                  </a:cubicBezTo>
                  <a:cubicBezTo>
                    <a:pt x="3003" y="15181"/>
                    <a:pt x="3131" y="15681"/>
                    <a:pt x="3641" y="16000"/>
                  </a:cubicBezTo>
                  <a:cubicBezTo>
                    <a:pt x="4636" y="16624"/>
                    <a:pt x="5438" y="17410"/>
                    <a:pt x="5692" y="18608"/>
                  </a:cubicBezTo>
                  <a:cubicBezTo>
                    <a:pt x="5745" y="18864"/>
                    <a:pt x="5718" y="19159"/>
                    <a:pt x="5648" y="19413"/>
                  </a:cubicBezTo>
                  <a:cubicBezTo>
                    <a:pt x="5291" y="20702"/>
                    <a:pt x="4341" y="21644"/>
                    <a:pt x="3641" y="22727"/>
                  </a:cubicBezTo>
                  <a:cubicBezTo>
                    <a:pt x="3177" y="23446"/>
                    <a:pt x="2892" y="24168"/>
                    <a:pt x="2919" y="25023"/>
                  </a:cubicBezTo>
                  <a:cubicBezTo>
                    <a:pt x="2945" y="25880"/>
                    <a:pt x="3240" y="26323"/>
                    <a:pt x="4042" y="26571"/>
                  </a:cubicBezTo>
                  <a:cubicBezTo>
                    <a:pt x="4375" y="26673"/>
                    <a:pt x="4844" y="26697"/>
                    <a:pt x="4716" y="27165"/>
                  </a:cubicBezTo>
                  <a:cubicBezTo>
                    <a:pt x="4600" y="27593"/>
                    <a:pt x="4134" y="27583"/>
                    <a:pt x="3747" y="27533"/>
                  </a:cubicBezTo>
                  <a:cubicBezTo>
                    <a:pt x="2919" y="27428"/>
                    <a:pt x="1827" y="26294"/>
                    <a:pt x="1764" y="25340"/>
                  </a:cubicBezTo>
                  <a:cubicBezTo>
                    <a:pt x="1723" y="24724"/>
                    <a:pt x="1822" y="24081"/>
                    <a:pt x="1957" y="23472"/>
                  </a:cubicBezTo>
                  <a:cubicBezTo>
                    <a:pt x="2218" y="22285"/>
                    <a:pt x="2713" y="21202"/>
                    <a:pt x="3492" y="20244"/>
                  </a:cubicBezTo>
                  <a:cubicBezTo>
                    <a:pt x="3805" y="19862"/>
                    <a:pt x="4013" y="19374"/>
                    <a:pt x="4179" y="18901"/>
                  </a:cubicBezTo>
                  <a:cubicBezTo>
                    <a:pt x="4394" y="18292"/>
                    <a:pt x="4173" y="17799"/>
                    <a:pt x="3639" y="17440"/>
                  </a:cubicBezTo>
                  <a:cubicBezTo>
                    <a:pt x="2013" y="16343"/>
                    <a:pt x="1675" y="14752"/>
                    <a:pt x="2663" y="12981"/>
                  </a:cubicBezTo>
                  <a:cubicBezTo>
                    <a:pt x="3155" y="12100"/>
                    <a:pt x="3702" y="11242"/>
                    <a:pt x="3830" y="10199"/>
                  </a:cubicBezTo>
                  <a:cubicBezTo>
                    <a:pt x="3953" y="9189"/>
                    <a:pt x="3342" y="7960"/>
                    <a:pt x="2445" y="7502"/>
                  </a:cubicBezTo>
                  <a:cubicBezTo>
                    <a:pt x="2337" y="7448"/>
                    <a:pt x="2195" y="7427"/>
                    <a:pt x="2124" y="7344"/>
                  </a:cubicBezTo>
                  <a:cubicBezTo>
                    <a:pt x="731" y="5717"/>
                    <a:pt x="1" y="4460"/>
                    <a:pt x="1032" y="2058"/>
                  </a:cubicBezTo>
                  <a:cubicBezTo>
                    <a:pt x="1376" y="1256"/>
                    <a:pt x="1887" y="666"/>
                    <a:pt x="2615" y="246"/>
                  </a:cubicBezTo>
                  <a:cubicBezTo>
                    <a:pt x="2837" y="116"/>
                    <a:pt x="3112" y="79"/>
                    <a:pt x="3363" y="0"/>
                  </a:cubicBezTo>
                  <a:cubicBezTo>
                    <a:pt x="3429" y="84"/>
                    <a:pt x="3498" y="167"/>
                    <a:pt x="3566" y="2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0"/>
            <p:cNvSpPr/>
            <p:nvPr/>
          </p:nvSpPr>
          <p:spPr>
            <a:xfrm>
              <a:off x="6861100" y="2989413"/>
              <a:ext cx="153575" cy="653200"/>
            </a:xfrm>
            <a:custGeom>
              <a:avLst/>
              <a:gdLst/>
              <a:ahLst/>
              <a:cxnLst/>
              <a:rect l="l" t="t" r="r" b="b"/>
              <a:pathLst>
                <a:path w="6143" h="26128" extrusionOk="0">
                  <a:moveTo>
                    <a:pt x="2530" y="0"/>
                  </a:moveTo>
                  <a:cubicBezTo>
                    <a:pt x="2820" y="323"/>
                    <a:pt x="2917" y="651"/>
                    <a:pt x="2560" y="920"/>
                  </a:cubicBezTo>
                  <a:cubicBezTo>
                    <a:pt x="1553" y="1683"/>
                    <a:pt x="1262" y="2630"/>
                    <a:pt x="1652" y="3833"/>
                  </a:cubicBezTo>
                  <a:cubicBezTo>
                    <a:pt x="1815" y="4337"/>
                    <a:pt x="1862" y="4878"/>
                    <a:pt x="1970" y="5398"/>
                  </a:cubicBezTo>
                  <a:cubicBezTo>
                    <a:pt x="2156" y="6294"/>
                    <a:pt x="2907" y="6800"/>
                    <a:pt x="3426" y="7462"/>
                  </a:cubicBezTo>
                  <a:cubicBezTo>
                    <a:pt x="3750" y="7877"/>
                    <a:pt x="4154" y="8226"/>
                    <a:pt x="4497" y="8627"/>
                  </a:cubicBezTo>
                  <a:cubicBezTo>
                    <a:pt x="5422" y="9706"/>
                    <a:pt x="5463" y="11017"/>
                    <a:pt x="5318" y="12315"/>
                  </a:cubicBezTo>
                  <a:cubicBezTo>
                    <a:pt x="5230" y="13119"/>
                    <a:pt x="4733" y="13749"/>
                    <a:pt x="4013" y="14210"/>
                  </a:cubicBezTo>
                  <a:cubicBezTo>
                    <a:pt x="3571" y="14493"/>
                    <a:pt x="3180" y="14891"/>
                    <a:pt x="2852" y="15304"/>
                  </a:cubicBezTo>
                  <a:cubicBezTo>
                    <a:pt x="2429" y="15838"/>
                    <a:pt x="2535" y="16155"/>
                    <a:pt x="3115" y="16505"/>
                  </a:cubicBezTo>
                  <a:cubicBezTo>
                    <a:pt x="4381" y="17272"/>
                    <a:pt x="5240" y="18389"/>
                    <a:pt x="5835" y="19715"/>
                  </a:cubicBezTo>
                  <a:cubicBezTo>
                    <a:pt x="6143" y="20398"/>
                    <a:pt x="5905" y="21292"/>
                    <a:pt x="5366" y="21799"/>
                  </a:cubicBezTo>
                  <a:cubicBezTo>
                    <a:pt x="5139" y="22013"/>
                    <a:pt x="4939" y="22253"/>
                    <a:pt x="4736" y="22489"/>
                  </a:cubicBezTo>
                  <a:cubicBezTo>
                    <a:pt x="4055" y="23272"/>
                    <a:pt x="3414" y="24095"/>
                    <a:pt x="2687" y="24832"/>
                  </a:cubicBezTo>
                  <a:cubicBezTo>
                    <a:pt x="2202" y="25325"/>
                    <a:pt x="1596" y="25699"/>
                    <a:pt x="1043" y="26127"/>
                  </a:cubicBezTo>
                  <a:lnTo>
                    <a:pt x="873" y="25982"/>
                  </a:lnTo>
                  <a:cubicBezTo>
                    <a:pt x="1001" y="25757"/>
                    <a:pt x="1118" y="25525"/>
                    <a:pt x="1260" y="25308"/>
                  </a:cubicBezTo>
                  <a:cubicBezTo>
                    <a:pt x="2164" y="23933"/>
                    <a:pt x="3089" y="22571"/>
                    <a:pt x="3974" y="21181"/>
                  </a:cubicBezTo>
                  <a:cubicBezTo>
                    <a:pt x="4233" y="20772"/>
                    <a:pt x="4738" y="20369"/>
                    <a:pt x="4484" y="19825"/>
                  </a:cubicBezTo>
                  <a:cubicBezTo>
                    <a:pt x="4182" y="19178"/>
                    <a:pt x="3902" y="18473"/>
                    <a:pt x="3209" y="18098"/>
                  </a:cubicBezTo>
                  <a:cubicBezTo>
                    <a:pt x="2793" y="17871"/>
                    <a:pt x="2380" y="17633"/>
                    <a:pt x="1967" y="17401"/>
                  </a:cubicBezTo>
                  <a:cubicBezTo>
                    <a:pt x="1229" y="16988"/>
                    <a:pt x="972" y="16348"/>
                    <a:pt x="1156" y="15551"/>
                  </a:cubicBezTo>
                  <a:cubicBezTo>
                    <a:pt x="1415" y="14427"/>
                    <a:pt x="1775" y="13353"/>
                    <a:pt x="2830" y="12676"/>
                  </a:cubicBezTo>
                  <a:cubicBezTo>
                    <a:pt x="4037" y="11902"/>
                    <a:pt x="4032" y="10025"/>
                    <a:pt x="3081" y="9199"/>
                  </a:cubicBezTo>
                  <a:cubicBezTo>
                    <a:pt x="2098" y="8342"/>
                    <a:pt x="1395" y="7259"/>
                    <a:pt x="733" y="6148"/>
                  </a:cubicBezTo>
                  <a:cubicBezTo>
                    <a:pt x="274" y="5380"/>
                    <a:pt x="297" y="4511"/>
                    <a:pt x="195" y="3666"/>
                  </a:cubicBezTo>
                  <a:cubicBezTo>
                    <a:pt x="0" y="2050"/>
                    <a:pt x="710" y="929"/>
                    <a:pt x="2081" y="162"/>
                  </a:cubicBezTo>
                  <a:cubicBezTo>
                    <a:pt x="2214" y="87"/>
                    <a:pt x="2371" y="57"/>
                    <a:pt x="2530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0"/>
            <p:cNvSpPr/>
            <p:nvPr/>
          </p:nvSpPr>
          <p:spPr>
            <a:xfrm>
              <a:off x="7191750" y="2890688"/>
              <a:ext cx="317675" cy="66075"/>
            </a:xfrm>
            <a:custGeom>
              <a:avLst/>
              <a:gdLst/>
              <a:ahLst/>
              <a:cxnLst/>
              <a:rect l="l" t="t" r="r" b="b"/>
              <a:pathLst>
                <a:path w="12707" h="2643" extrusionOk="0">
                  <a:moveTo>
                    <a:pt x="4926" y="2355"/>
                  </a:moveTo>
                  <a:cubicBezTo>
                    <a:pt x="3703" y="2355"/>
                    <a:pt x="2481" y="2345"/>
                    <a:pt x="1257" y="2360"/>
                  </a:cubicBezTo>
                  <a:cubicBezTo>
                    <a:pt x="772" y="2367"/>
                    <a:pt x="354" y="2280"/>
                    <a:pt x="204" y="1761"/>
                  </a:cubicBezTo>
                  <a:cubicBezTo>
                    <a:pt x="52" y="1231"/>
                    <a:pt x="1" y="674"/>
                    <a:pt x="422" y="243"/>
                  </a:cubicBezTo>
                  <a:cubicBezTo>
                    <a:pt x="571" y="87"/>
                    <a:pt x="866" y="9"/>
                    <a:pt x="1095" y="7"/>
                  </a:cubicBezTo>
                  <a:cubicBezTo>
                    <a:pt x="2165" y="0"/>
                    <a:pt x="3235" y="29"/>
                    <a:pt x="4305" y="50"/>
                  </a:cubicBezTo>
                  <a:cubicBezTo>
                    <a:pt x="6580" y="91"/>
                    <a:pt x="8853" y="133"/>
                    <a:pt x="11128" y="174"/>
                  </a:cubicBezTo>
                  <a:cubicBezTo>
                    <a:pt x="11287" y="178"/>
                    <a:pt x="11446" y="154"/>
                    <a:pt x="11604" y="159"/>
                  </a:cubicBezTo>
                  <a:cubicBezTo>
                    <a:pt x="12306" y="179"/>
                    <a:pt x="12558" y="360"/>
                    <a:pt x="12637" y="893"/>
                  </a:cubicBezTo>
                  <a:cubicBezTo>
                    <a:pt x="12707" y="1376"/>
                    <a:pt x="12415" y="1946"/>
                    <a:pt x="11930" y="2099"/>
                  </a:cubicBezTo>
                  <a:cubicBezTo>
                    <a:pt x="11347" y="2285"/>
                    <a:pt x="10766" y="2642"/>
                    <a:pt x="10111" y="2296"/>
                  </a:cubicBezTo>
                  <a:cubicBezTo>
                    <a:pt x="10012" y="2243"/>
                    <a:pt x="9862" y="2277"/>
                    <a:pt x="9737" y="2282"/>
                  </a:cubicBezTo>
                  <a:cubicBezTo>
                    <a:pt x="8133" y="2349"/>
                    <a:pt x="6529" y="2417"/>
                    <a:pt x="4925" y="2485"/>
                  </a:cubicBezTo>
                  <a:cubicBezTo>
                    <a:pt x="4925" y="2442"/>
                    <a:pt x="4926" y="2400"/>
                    <a:pt x="4926" y="235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50"/>
            <p:cNvSpPr/>
            <p:nvPr/>
          </p:nvSpPr>
          <p:spPr>
            <a:xfrm>
              <a:off x="6631775" y="2889913"/>
              <a:ext cx="308375" cy="65975"/>
            </a:xfrm>
            <a:custGeom>
              <a:avLst/>
              <a:gdLst/>
              <a:ahLst/>
              <a:cxnLst/>
              <a:rect l="l" t="t" r="r" b="b"/>
              <a:pathLst>
                <a:path w="12335" h="2639" extrusionOk="0">
                  <a:moveTo>
                    <a:pt x="12199" y="442"/>
                  </a:moveTo>
                  <a:cubicBezTo>
                    <a:pt x="12334" y="1656"/>
                    <a:pt x="12126" y="1920"/>
                    <a:pt x="11012" y="2033"/>
                  </a:cubicBezTo>
                  <a:cubicBezTo>
                    <a:pt x="8098" y="2323"/>
                    <a:pt x="5187" y="2639"/>
                    <a:pt x="2251" y="2414"/>
                  </a:cubicBezTo>
                  <a:cubicBezTo>
                    <a:pt x="2130" y="2405"/>
                    <a:pt x="2004" y="2443"/>
                    <a:pt x="1881" y="2458"/>
                  </a:cubicBezTo>
                  <a:cubicBezTo>
                    <a:pt x="700" y="2607"/>
                    <a:pt x="65" y="2054"/>
                    <a:pt x="0" y="719"/>
                  </a:cubicBezTo>
                  <a:cubicBezTo>
                    <a:pt x="301" y="637"/>
                    <a:pt x="620" y="514"/>
                    <a:pt x="949" y="465"/>
                  </a:cubicBezTo>
                  <a:cubicBezTo>
                    <a:pt x="2632" y="212"/>
                    <a:pt x="4321" y="99"/>
                    <a:pt x="6026" y="137"/>
                  </a:cubicBezTo>
                  <a:cubicBezTo>
                    <a:pt x="7192" y="163"/>
                    <a:pt x="8361" y="86"/>
                    <a:pt x="9528" y="38"/>
                  </a:cubicBezTo>
                  <a:cubicBezTo>
                    <a:pt x="10457" y="0"/>
                    <a:pt x="11349" y="134"/>
                    <a:pt x="12199" y="44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0"/>
            <p:cNvSpPr/>
            <p:nvPr/>
          </p:nvSpPr>
          <p:spPr>
            <a:xfrm>
              <a:off x="7010175" y="3320163"/>
              <a:ext cx="162550" cy="190950"/>
            </a:xfrm>
            <a:custGeom>
              <a:avLst/>
              <a:gdLst/>
              <a:ahLst/>
              <a:cxnLst/>
              <a:rect l="l" t="t" r="r" b="b"/>
              <a:pathLst>
                <a:path w="6502" h="7638" extrusionOk="0">
                  <a:moveTo>
                    <a:pt x="3421" y="79"/>
                  </a:moveTo>
                  <a:cubicBezTo>
                    <a:pt x="3929" y="239"/>
                    <a:pt x="4451" y="362"/>
                    <a:pt x="4936" y="575"/>
                  </a:cubicBezTo>
                  <a:cubicBezTo>
                    <a:pt x="5178" y="681"/>
                    <a:pt x="5520" y="942"/>
                    <a:pt x="5525" y="1140"/>
                  </a:cubicBezTo>
                  <a:cubicBezTo>
                    <a:pt x="5538" y="1820"/>
                    <a:pt x="6030" y="2262"/>
                    <a:pt x="6223" y="2833"/>
                  </a:cubicBezTo>
                  <a:cubicBezTo>
                    <a:pt x="6501" y="3661"/>
                    <a:pt x="6412" y="4461"/>
                    <a:pt x="5781" y="5139"/>
                  </a:cubicBezTo>
                  <a:cubicBezTo>
                    <a:pt x="5436" y="5508"/>
                    <a:pt x="5095" y="5881"/>
                    <a:pt x="4769" y="6267"/>
                  </a:cubicBezTo>
                  <a:cubicBezTo>
                    <a:pt x="3601" y="7637"/>
                    <a:pt x="1494" y="6960"/>
                    <a:pt x="779" y="5714"/>
                  </a:cubicBezTo>
                  <a:cubicBezTo>
                    <a:pt x="357" y="4979"/>
                    <a:pt x="175" y="4042"/>
                    <a:pt x="108" y="3178"/>
                  </a:cubicBezTo>
                  <a:cubicBezTo>
                    <a:pt x="0" y="1804"/>
                    <a:pt x="1385" y="0"/>
                    <a:pt x="3421" y="79"/>
                  </a:cubicBezTo>
                  <a:moveTo>
                    <a:pt x="4748" y="3553"/>
                  </a:moveTo>
                  <a:cubicBezTo>
                    <a:pt x="4624" y="3212"/>
                    <a:pt x="4571" y="2659"/>
                    <a:pt x="4269" y="2355"/>
                  </a:cubicBezTo>
                  <a:cubicBezTo>
                    <a:pt x="3926" y="2011"/>
                    <a:pt x="3286" y="1623"/>
                    <a:pt x="2903" y="1727"/>
                  </a:cubicBezTo>
                  <a:cubicBezTo>
                    <a:pt x="2231" y="1910"/>
                    <a:pt x="1642" y="2492"/>
                    <a:pt x="1448" y="3219"/>
                  </a:cubicBezTo>
                  <a:cubicBezTo>
                    <a:pt x="1214" y="4089"/>
                    <a:pt x="1849" y="5004"/>
                    <a:pt x="2685" y="5175"/>
                  </a:cubicBezTo>
                  <a:cubicBezTo>
                    <a:pt x="3274" y="5296"/>
                    <a:pt x="4554" y="4465"/>
                    <a:pt x="4702" y="3864"/>
                  </a:cubicBezTo>
                  <a:cubicBezTo>
                    <a:pt x="4716" y="3803"/>
                    <a:pt x="4721" y="3738"/>
                    <a:pt x="4748" y="3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6" name="Google Shape;2056;p50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57" name="Google Shape;2057;p50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58" name="Google Shape;2058;p50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59" name="Google Shape;2059;p50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0" name="Google Shape;2060;p50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1" name="Google Shape;2061;p50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2" name="Google Shape;2062;p50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3" name="Google Shape;2063;p50">
            <a:hlinkClick r:id="rId10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4" name="Google Shape;2064;p50">
            <a:hlinkClick r:id="rId11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5" name="Google Shape;2065;p50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6" name="Google Shape;2066;p50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067" name="Google Shape;2067;p50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51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 por días</a:t>
            </a:r>
            <a:endParaRPr/>
          </a:p>
        </p:txBody>
      </p:sp>
      <p:graphicFrame>
        <p:nvGraphicFramePr>
          <p:cNvPr id="2073" name="Google Shape;2073;p51"/>
          <p:cNvGraphicFramePr/>
          <p:nvPr/>
        </p:nvGraphicFramePr>
        <p:xfrm>
          <a:off x="929628" y="1616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Lunes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192024" lvl="0" indent="-176784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4" name="Google Shape;2074;p51"/>
          <p:cNvGraphicFramePr/>
          <p:nvPr/>
        </p:nvGraphicFramePr>
        <p:xfrm>
          <a:off x="2701034" y="1616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Martes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5" name="Google Shape;2075;p51"/>
          <p:cNvGraphicFramePr/>
          <p:nvPr/>
        </p:nvGraphicFramePr>
        <p:xfrm>
          <a:off x="4472441" y="16169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Miércoles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6" name="Google Shape;2076;p51"/>
          <p:cNvGraphicFramePr/>
          <p:nvPr/>
        </p:nvGraphicFramePr>
        <p:xfrm>
          <a:off x="929628" y="3212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Jueves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365760" lvl="0" indent="-213359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7" name="Google Shape;2077;p51"/>
          <p:cNvGraphicFramePr/>
          <p:nvPr/>
        </p:nvGraphicFramePr>
        <p:xfrm>
          <a:off x="2701034" y="3212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Viernes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8" name="Google Shape;2078;p51"/>
          <p:cNvGraphicFramePr/>
          <p:nvPr/>
        </p:nvGraphicFramePr>
        <p:xfrm>
          <a:off x="4472441" y="32127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Finde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0600"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9" name="Google Shape;2079;p51"/>
          <p:cNvGraphicFramePr/>
          <p:nvPr/>
        </p:nvGraphicFramePr>
        <p:xfrm>
          <a:off x="6243847" y="16169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42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5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500">
                <a:tc gridSpan="3">
                  <a:txBody>
                    <a:bodyPr/>
                    <a:lstStyle/>
                    <a:p>
                      <a:pPr marL="457200" lvl="0" indent="-3048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080" name="Google Shape;2080;p51"/>
          <p:cNvGrpSpPr/>
          <p:nvPr/>
        </p:nvGrpSpPr>
        <p:grpSpPr>
          <a:xfrm rot="-1513184">
            <a:off x="662442" y="4362293"/>
            <a:ext cx="472935" cy="482510"/>
            <a:chOff x="-1834575" y="1668825"/>
            <a:chExt cx="472925" cy="482500"/>
          </a:xfrm>
        </p:grpSpPr>
        <p:sp>
          <p:nvSpPr>
            <p:cNvPr id="2081" name="Google Shape;2081;p51"/>
            <p:cNvSpPr/>
            <p:nvPr/>
          </p:nvSpPr>
          <p:spPr>
            <a:xfrm>
              <a:off x="-1834575" y="1668825"/>
              <a:ext cx="472925" cy="482500"/>
            </a:xfrm>
            <a:custGeom>
              <a:avLst/>
              <a:gdLst/>
              <a:ahLst/>
              <a:cxnLst/>
              <a:rect l="l" t="t" r="r" b="b"/>
              <a:pathLst>
                <a:path w="18917" h="19300" extrusionOk="0">
                  <a:moveTo>
                    <a:pt x="15379" y="473"/>
                  </a:moveTo>
                  <a:cubicBezTo>
                    <a:pt x="15504" y="473"/>
                    <a:pt x="15628" y="512"/>
                    <a:pt x="15752" y="590"/>
                  </a:cubicBezTo>
                  <a:cubicBezTo>
                    <a:pt x="15888" y="659"/>
                    <a:pt x="16020" y="736"/>
                    <a:pt x="16149" y="814"/>
                  </a:cubicBezTo>
                  <a:cubicBezTo>
                    <a:pt x="16462" y="1002"/>
                    <a:pt x="16761" y="1216"/>
                    <a:pt x="17034" y="1451"/>
                  </a:cubicBezTo>
                  <a:cubicBezTo>
                    <a:pt x="17267" y="1651"/>
                    <a:pt x="18917" y="3498"/>
                    <a:pt x="17964" y="3748"/>
                  </a:cubicBezTo>
                  <a:cubicBezTo>
                    <a:pt x="17964" y="3748"/>
                    <a:pt x="17961" y="3750"/>
                    <a:pt x="17958" y="3750"/>
                  </a:cubicBezTo>
                  <a:cubicBezTo>
                    <a:pt x="17957" y="3750"/>
                    <a:pt x="17956" y="3750"/>
                    <a:pt x="17955" y="3749"/>
                  </a:cubicBezTo>
                  <a:cubicBezTo>
                    <a:pt x="17943" y="3750"/>
                    <a:pt x="17931" y="3750"/>
                    <a:pt x="17920" y="3750"/>
                  </a:cubicBezTo>
                  <a:cubicBezTo>
                    <a:pt x="16241" y="3750"/>
                    <a:pt x="15386" y="2318"/>
                    <a:pt x="14568" y="1045"/>
                  </a:cubicBezTo>
                  <a:lnTo>
                    <a:pt x="14564" y="1047"/>
                  </a:lnTo>
                  <a:cubicBezTo>
                    <a:pt x="14571" y="1030"/>
                    <a:pt x="14573" y="1011"/>
                    <a:pt x="14569" y="992"/>
                  </a:cubicBezTo>
                  <a:cubicBezTo>
                    <a:pt x="14845" y="646"/>
                    <a:pt x="15114" y="473"/>
                    <a:pt x="15379" y="473"/>
                  </a:cubicBezTo>
                  <a:close/>
                  <a:moveTo>
                    <a:pt x="14712" y="1935"/>
                  </a:moveTo>
                  <a:cubicBezTo>
                    <a:pt x="15276" y="2839"/>
                    <a:pt x="16020" y="3692"/>
                    <a:pt x="17000" y="4001"/>
                  </a:cubicBezTo>
                  <a:cubicBezTo>
                    <a:pt x="15799" y="5149"/>
                    <a:pt x="14710" y="6498"/>
                    <a:pt x="13689" y="7804"/>
                  </a:cubicBezTo>
                  <a:cubicBezTo>
                    <a:pt x="13594" y="7922"/>
                    <a:pt x="13647" y="8059"/>
                    <a:pt x="13742" y="8119"/>
                  </a:cubicBezTo>
                  <a:cubicBezTo>
                    <a:pt x="13588" y="8149"/>
                    <a:pt x="13464" y="8304"/>
                    <a:pt x="13589" y="8458"/>
                  </a:cubicBezTo>
                  <a:cubicBezTo>
                    <a:pt x="15942" y="11299"/>
                    <a:pt x="15714" y="15519"/>
                    <a:pt x="12570" y="17719"/>
                  </a:cubicBezTo>
                  <a:cubicBezTo>
                    <a:pt x="11481" y="18479"/>
                    <a:pt x="10239" y="18820"/>
                    <a:pt x="8990" y="18820"/>
                  </a:cubicBezTo>
                  <a:cubicBezTo>
                    <a:pt x="6933" y="18820"/>
                    <a:pt x="4856" y="17896"/>
                    <a:pt x="3408" y="16395"/>
                  </a:cubicBezTo>
                  <a:cubicBezTo>
                    <a:pt x="1210" y="14122"/>
                    <a:pt x="524" y="10601"/>
                    <a:pt x="2082" y="7774"/>
                  </a:cubicBezTo>
                  <a:cubicBezTo>
                    <a:pt x="3219" y="5718"/>
                    <a:pt x="5038" y="4885"/>
                    <a:pt x="6989" y="4885"/>
                  </a:cubicBezTo>
                  <a:cubicBezTo>
                    <a:pt x="8234" y="4885"/>
                    <a:pt x="9533" y="5224"/>
                    <a:pt x="10744" y="5802"/>
                  </a:cubicBezTo>
                  <a:cubicBezTo>
                    <a:pt x="10759" y="5809"/>
                    <a:pt x="10775" y="5812"/>
                    <a:pt x="10790" y="5812"/>
                  </a:cubicBezTo>
                  <a:cubicBezTo>
                    <a:pt x="10851" y="5812"/>
                    <a:pt x="10901" y="5757"/>
                    <a:pt x="10900" y="5698"/>
                  </a:cubicBezTo>
                  <a:lnTo>
                    <a:pt x="10900" y="5698"/>
                  </a:lnTo>
                  <a:cubicBezTo>
                    <a:pt x="10938" y="5732"/>
                    <a:pt x="10990" y="5754"/>
                    <a:pt x="11044" y="5754"/>
                  </a:cubicBezTo>
                  <a:cubicBezTo>
                    <a:pt x="11088" y="5754"/>
                    <a:pt x="11133" y="5740"/>
                    <a:pt x="11172" y="5706"/>
                  </a:cubicBezTo>
                  <a:cubicBezTo>
                    <a:pt x="12196" y="4835"/>
                    <a:pt x="13148" y="3861"/>
                    <a:pt x="14012" y="2829"/>
                  </a:cubicBezTo>
                  <a:cubicBezTo>
                    <a:pt x="14180" y="2630"/>
                    <a:pt x="14597" y="2271"/>
                    <a:pt x="14712" y="1935"/>
                  </a:cubicBezTo>
                  <a:close/>
                  <a:moveTo>
                    <a:pt x="15116" y="0"/>
                  </a:moveTo>
                  <a:cubicBezTo>
                    <a:pt x="15034" y="0"/>
                    <a:pt x="14952" y="9"/>
                    <a:pt x="14872" y="29"/>
                  </a:cubicBezTo>
                  <a:cubicBezTo>
                    <a:pt x="14401" y="146"/>
                    <a:pt x="14131" y="583"/>
                    <a:pt x="14320" y="1033"/>
                  </a:cubicBezTo>
                  <a:cubicBezTo>
                    <a:pt x="14279" y="1077"/>
                    <a:pt x="14262" y="1145"/>
                    <a:pt x="14299" y="1216"/>
                  </a:cubicBezTo>
                  <a:cubicBezTo>
                    <a:pt x="14357" y="1329"/>
                    <a:pt x="14418" y="1437"/>
                    <a:pt x="14481" y="1549"/>
                  </a:cubicBezTo>
                  <a:cubicBezTo>
                    <a:pt x="14464" y="1583"/>
                    <a:pt x="14452" y="1621"/>
                    <a:pt x="14474" y="1660"/>
                  </a:cubicBezTo>
                  <a:cubicBezTo>
                    <a:pt x="14595" y="1882"/>
                    <a:pt x="12976" y="3433"/>
                    <a:pt x="12747" y="3673"/>
                  </a:cubicBezTo>
                  <a:cubicBezTo>
                    <a:pt x="12152" y="4290"/>
                    <a:pt x="11525" y="4872"/>
                    <a:pt x="10897" y="5455"/>
                  </a:cubicBezTo>
                  <a:cubicBezTo>
                    <a:pt x="10844" y="5503"/>
                    <a:pt x="10830" y="5559"/>
                    <a:pt x="10844" y="5606"/>
                  </a:cubicBezTo>
                  <a:cubicBezTo>
                    <a:pt x="9847" y="4704"/>
                    <a:pt x="8588" y="4300"/>
                    <a:pt x="7309" y="4300"/>
                  </a:cubicBezTo>
                  <a:cubicBezTo>
                    <a:pt x="5237" y="4300"/>
                    <a:pt x="3113" y="5360"/>
                    <a:pt x="1968" y="7077"/>
                  </a:cubicBezTo>
                  <a:cubicBezTo>
                    <a:pt x="1" y="10032"/>
                    <a:pt x="563" y="14000"/>
                    <a:pt x="2900" y="16563"/>
                  </a:cubicBezTo>
                  <a:cubicBezTo>
                    <a:pt x="4459" y="18271"/>
                    <a:pt x="6735" y="19300"/>
                    <a:pt x="8984" y="19300"/>
                  </a:cubicBezTo>
                  <a:cubicBezTo>
                    <a:pt x="10498" y="19300"/>
                    <a:pt x="12001" y="18833"/>
                    <a:pt x="13263" y="17792"/>
                  </a:cubicBezTo>
                  <a:cubicBezTo>
                    <a:pt x="16224" y="15352"/>
                    <a:pt x="16419" y="11071"/>
                    <a:pt x="13985" y="8204"/>
                  </a:cubicBezTo>
                  <a:cubicBezTo>
                    <a:pt x="13963" y="8178"/>
                    <a:pt x="13939" y="8159"/>
                    <a:pt x="13912" y="8146"/>
                  </a:cubicBezTo>
                  <a:cubicBezTo>
                    <a:pt x="13944" y="8134"/>
                    <a:pt x="13973" y="8119"/>
                    <a:pt x="14002" y="8088"/>
                  </a:cubicBezTo>
                  <a:cubicBezTo>
                    <a:pt x="15149" y="6828"/>
                    <a:pt x="16328" y="5489"/>
                    <a:pt x="17272" y="4070"/>
                  </a:cubicBezTo>
                  <a:cubicBezTo>
                    <a:pt x="17448" y="4105"/>
                    <a:pt x="17630" y="4124"/>
                    <a:pt x="17819" y="4124"/>
                  </a:cubicBezTo>
                  <a:cubicBezTo>
                    <a:pt x="17889" y="4124"/>
                    <a:pt x="17959" y="4121"/>
                    <a:pt x="18030" y="4116"/>
                  </a:cubicBezTo>
                  <a:cubicBezTo>
                    <a:pt x="18071" y="4111"/>
                    <a:pt x="18100" y="4098"/>
                    <a:pt x="18127" y="4076"/>
                  </a:cubicBezTo>
                  <a:cubicBezTo>
                    <a:pt x="18633" y="3935"/>
                    <a:pt x="18621" y="3357"/>
                    <a:pt x="18497" y="2907"/>
                  </a:cubicBezTo>
                  <a:cubicBezTo>
                    <a:pt x="18249" y="2003"/>
                    <a:pt x="17517" y="1293"/>
                    <a:pt x="16769" y="775"/>
                  </a:cubicBezTo>
                  <a:cubicBezTo>
                    <a:pt x="16334" y="472"/>
                    <a:pt x="15708" y="0"/>
                    <a:pt x="15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51"/>
            <p:cNvSpPr/>
            <p:nvPr/>
          </p:nvSpPr>
          <p:spPr>
            <a:xfrm>
              <a:off x="-1821525" y="1717200"/>
              <a:ext cx="411975" cy="422125"/>
            </a:xfrm>
            <a:custGeom>
              <a:avLst/>
              <a:gdLst/>
              <a:ahLst/>
              <a:cxnLst/>
              <a:rect l="l" t="t" r="r" b="b"/>
              <a:pathLst>
                <a:path w="16479" h="16885" extrusionOk="0">
                  <a:moveTo>
                    <a:pt x="11092" y="4790"/>
                  </a:moveTo>
                  <a:cubicBezTo>
                    <a:pt x="11342" y="4790"/>
                    <a:pt x="11584" y="4945"/>
                    <a:pt x="11664" y="5193"/>
                  </a:cubicBezTo>
                  <a:cubicBezTo>
                    <a:pt x="11667" y="5214"/>
                    <a:pt x="11666" y="5232"/>
                    <a:pt x="11657" y="5246"/>
                  </a:cubicBezTo>
                  <a:cubicBezTo>
                    <a:pt x="11686" y="5258"/>
                    <a:pt x="11715" y="5275"/>
                    <a:pt x="11730" y="5312"/>
                  </a:cubicBezTo>
                  <a:cubicBezTo>
                    <a:pt x="11849" y="5611"/>
                    <a:pt x="11515" y="5927"/>
                    <a:pt x="11248" y="5988"/>
                  </a:cubicBezTo>
                  <a:cubicBezTo>
                    <a:pt x="11203" y="5999"/>
                    <a:pt x="11159" y="6004"/>
                    <a:pt x="11115" y="6004"/>
                  </a:cubicBezTo>
                  <a:cubicBezTo>
                    <a:pt x="10861" y="6004"/>
                    <a:pt x="10642" y="5833"/>
                    <a:pt x="10558" y="5581"/>
                  </a:cubicBezTo>
                  <a:cubicBezTo>
                    <a:pt x="10458" y="5283"/>
                    <a:pt x="10579" y="4933"/>
                    <a:pt x="10893" y="4825"/>
                  </a:cubicBezTo>
                  <a:cubicBezTo>
                    <a:pt x="10958" y="4801"/>
                    <a:pt x="11025" y="4790"/>
                    <a:pt x="11092" y="4790"/>
                  </a:cubicBezTo>
                  <a:close/>
                  <a:moveTo>
                    <a:pt x="10977" y="7771"/>
                  </a:moveTo>
                  <a:cubicBezTo>
                    <a:pt x="11202" y="7771"/>
                    <a:pt x="11422" y="7857"/>
                    <a:pt x="11584" y="8013"/>
                  </a:cubicBezTo>
                  <a:cubicBezTo>
                    <a:pt x="11599" y="8017"/>
                    <a:pt x="11615" y="8015"/>
                    <a:pt x="11630" y="8030"/>
                  </a:cubicBezTo>
                  <a:cubicBezTo>
                    <a:pt x="11997" y="8372"/>
                    <a:pt x="11842" y="9000"/>
                    <a:pt x="11475" y="9279"/>
                  </a:cubicBezTo>
                  <a:cubicBezTo>
                    <a:pt x="11339" y="9383"/>
                    <a:pt x="11186" y="9430"/>
                    <a:pt x="11035" y="9430"/>
                  </a:cubicBezTo>
                  <a:cubicBezTo>
                    <a:pt x="10754" y="9430"/>
                    <a:pt x="10478" y="9269"/>
                    <a:pt x="10319" y="9009"/>
                  </a:cubicBezTo>
                  <a:cubicBezTo>
                    <a:pt x="10079" y="8613"/>
                    <a:pt x="10152" y="8076"/>
                    <a:pt x="10594" y="7859"/>
                  </a:cubicBezTo>
                  <a:cubicBezTo>
                    <a:pt x="10716" y="7799"/>
                    <a:pt x="10848" y="7771"/>
                    <a:pt x="10977" y="7771"/>
                  </a:cubicBezTo>
                  <a:close/>
                  <a:moveTo>
                    <a:pt x="6983" y="7245"/>
                  </a:moveTo>
                  <a:cubicBezTo>
                    <a:pt x="7285" y="7245"/>
                    <a:pt x="7580" y="7433"/>
                    <a:pt x="7672" y="7714"/>
                  </a:cubicBezTo>
                  <a:cubicBezTo>
                    <a:pt x="8214" y="8013"/>
                    <a:pt x="8467" y="8727"/>
                    <a:pt x="7979" y="9206"/>
                  </a:cubicBezTo>
                  <a:cubicBezTo>
                    <a:pt x="7812" y="9371"/>
                    <a:pt x="7617" y="9440"/>
                    <a:pt x="7418" y="9440"/>
                  </a:cubicBezTo>
                  <a:cubicBezTo>
                    <a:pt x="7026" y="9440"/>
                    <a:pt x="6622" y="9170"/>
                    <a:pt x="6396" y="8839"/>
                  </a:cubicBezTo>
                  <a:cubicBezTo>
                    <a:pt x="6056" y="8351"/>
                    <a:pt x="6106" y="7533"/>
                    <a:pt x="6732" y="7291"/>
                  </a:cubicBezTo>
                  <a:cubicBezTo>
                    <a:pt x="6813" y="7260"/>
                    <a:pt x="6898" y="7245"/>
                    <a:pt x="6983" y="7245"/>
                  </a:cubicBezTo>
                  <a:close/>
                  <a:moveTo>
                    <a:pt x="2347" y="6385"/>
                  </a:moveTo>
                  <a:cubicBezTo>
                    <a:pt x="2389" y="6385"/>
                    <a:pt x="2428" y="6413"/>
                    <a:pt x="2441" y="6455"/>
                  </a:cubicBezTo>
                  <a:cubicBezTo>
                    <a:pt x="2456" y="6450"/>
                    <a:pt x="2472" y="6446"/>
                    <a:pt x="2488" y="6446"/>
                  </a:cubicBezTo>
                  <a:cubicBezTo>
                    <a:pt x="2531" y="6446"/>
                    <a:pt x="2575" y="6470"/>
                    <a:pt x="2596" y="6527"/>
                  </a:cubicBezTo>
                  <a:cubicBezTo>
                    <a:pt x="3325" y="8307"/>
                    <a:pt x="4082" y="10274"/>
                    <a:pt x="5910" y="11199"/>
                  </a:cubicBezTo>
                  <a:cubicBezTo>
                    <a:pt x="7103" y="11795"/>
                    <a:pt x="8440" y="11683"/>
                    <a:pt x="9721" y="11807"/>
                  </a:cubicBezTo>
                  <a:cubicBezTo>
                    <a:pt x="10714" y="11907"/>
                    <a:pt x="12632" y="12216"/>
                    <a:pt x="12398" y="13575"/>
                  </a:cubicBezTo>
                  <a:cubicBezTo>
                    <a:pt x="12473" y="13633"/>
                    <a:pt x="12517" y="13726"/>
                    <a:pt x="12457" y="13838"/>
                  </a:cubicBezTo>
                  <a:cubicBezTo>
                    <a:pt x="11582" y="15530"/>
                    <a:pt x="9990" y="16239"/>
                    <a:pt x="8314" y="16239"/>
                  </a:cubicBezTo>
                  <a:cubicBezTo>
                    <a:pt x="6995" y="16239"/>
                    <a:pt x="5624" y="15800"/>
                    <a:pt x="4507" y="15056"/>
                  </a:cubicBezTo>
                  <a:cubicBezTo>
                    <a:pt x="1701" y="13188"/>
                    <a:pt x="406" y="9405"/>
                    <a:pt x="2261" y="6435"/>
                  </a:cubicBezTo>
                  <a:cubicBezTo>
                    <a:pt x="2285" y="6400"/>
                    <a:pt x="2317" y="6385"/>
                    <a:pt x="2347" y="6385"/>
                  </a:cubicBezTo>
                  <a:close/>
                  <a:moveTo>
                    <a:pt x="14190" y="0"/>
                  </a:moveTo>
                  <a:cubicBezTo>
                    <a:pt x="14075" y="336"/>
                    <a:pt x="13658" y="695"/>
                    <a:pt x="13490" y="895"/>
                  </a:cubicBezTo>
                  <a:cubicBezTo>
                    <a:pt x="12624" y="1926"/>
                    <a:pt x="11674" y="2900"/>
                    <a:pt x="10650" y="3771"/>
                  </a:cubicBezTo>
                  <a:cubicBezTo>
                    <a:pt x="10611" y="3805"/>
                    <a:pt x="10566" y="3819"/>
                    <a:pt x="10522" y="3819"/>
                  </a:cubicBezTo>
                  <a:cubicBezTo>
                    <a:pt x="10468" y="3819"/>
                    <a:pt x="10415" y="3797"/>
                    <a:pt x="10376" y="3763"/>
                  </a:cubicBezTo>
                  <a:lnTo>
                    <a:pt x="10376" y="3763"/>
                  </a:lnTo>
                  <a:cubicBezTo>
                    <a:pt x="10379" y="3822"/>
                    <a:pt x="10329" y="3877"/>
                    <a:pt x="10268" y="3877"/>
                  </a:cubicBezTo>
                  <a:cubicBezTo>
                    <a:pt x="10253" y="3877"/>
                    <a:pt x="10237" y="3874"/>
                    <a:pt x="10222" y="3867"/>
                  </a:cubicBezTo>
                  <a:cubicBezTo>
                    <a:pt x="9011" y="3289"/>
                    <a:pt x="7712" y="2950"/>
                    <a:pt x="6467" y="2950"/>
                  </a:cubicBezTo>
                  <a:cubicBezTo>
                    <a:pt x="4516" y="2950"/>
                    <a:pt x="2697" y="3783"/>
                    <a:pt x="1560" y="5839"/>
                  </a:cubicBezTo>
                  <a:cubicBezTo>
                    <a:pt x="0" y="8664"/>
                    <a:pt x="688" y="12187"/>
                    <a:pt x="2885" y="14460"/>
                  </a:cubicBezTo>
                  <a:cubicBezTo>
                    <a:pt x="4332" y="15961"/>
                    <a:pt x="6410" y="16885"/>
                    <a:pt x="8467" y="16885"/>
                  </a:cubicBezTo>
                  <a:cubicBezTo>
                    <a:pt x="9717" y="16885"/>
                    <a:pt x="10959" y="16544"/>
                    <a:pt x="12048" y="15784"/>
                  </a:cubicBezTo>
                  <a:cubicBezTo>
                    <a:pt x="15192" y="13584"/>
                    <a:pt x="15420" y="9364"/>
                    <a:pt x="13067" y="6523"/>
                  </a:cubicBezTo>
                  <a:cubicBezTo>
                    <a:pt x="12942" y="6369"/>
                    <a:pt x="13066" y="6214"/>
                    <a:pt x="13220" y="6184"/>
                  </a:cubicBezTo>
                  <a:cubicBezTo>
                    <a:pt x="13125" y="6124"/>
                    <a:pt x="13072" y="5987"/>
                    <a:pt x="13167" y="5869"/>
                  </a:cubicBezTo>
                  <a:cubicBezTo>
                    <a:pt x="14187" y="4563"/>
                    <a:pt x="15276" y="3214"/>
                    <a:pt x="16478" y="2066"/>
                  </a:cubicBezTo>
                  <a:cubicBezTo>
                    <a:pt x="15498" y="1757"/>
                    <a:pt x="14752" y="904"/>
                    <a:pt x="14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51"/>
            <p:cNvSpPr/>
            <p:nvPr/>
          </p:nvSpPr>
          <p:spPr>
            <a:xfrm>
              <a:off x="-1811375" y="1876825"/>
              <a:ext cx="305675" cy="246350"/>
            </a:xfrm>
            <a:custGeom>
              <a:avLst/>
              <a:gdLst/>
              <a:ahLst/>
              <a:cxnLst/>
              <a:rect l="l" t="t" r="r" b="b"/>
              <a:pathLst>
                <a:path w="12227" h="9854" extrusionOk="0">
                  <a:moveTo>
                    <a:pt x="1981" y="285"/>
                  </a:moveTo>
                  <a:cubicBezTo>
                    <a:pt x="2402" y="2179"/>
                    <a:pt x="3308" y="4103"/>
                    <a:pt x="5040" y="5124"/>
                  </a:cubicBezTo>
                  <a:cubicBezTo>
                    <a:pt x="5781" y="5556"/>
                    <a:pt x="6549" y="5724"/>
                    <a:pt x="7400" y="5819"/>
                  </a:cubicBezTo>
                  <a:cubicBezTo>
                    <a:pt x="8265" y="5909"/>
                    <a:pt x="11718" y="5685"/>
                    <a:pt x="11542" y="7204"/>
                  </a:cubicBezTo>
                  <a:cubicBezTo>
                    <a:pt x="11535" y="7275"/>
                    <a:pt x="11552" y="7329"/>
                    <a:pt x="11586" y="7374"/>
                  </a:cubicBezTo>
                  <a:cubicBezTo>
                    <a:pt x="10654" y="8762"/>
                    <a:pt x="9247" y="9370"/>
                    <a:pt x="7784" y="9370"/>
                  </a:cubicBezTo>
                  <a:cubicBezTo>
                    <a:pt x="6336" y="9370"/>
                    <a:pt x="4833" y="8774"/>
                    <a:pt x="3680" y="7749"/>
                  </a:cubicBezTo>
                  <a:cubicBezTo>
                    <a:pt x="1476" y="5785"/>
                    <a:pt x="953" y="2974"/>
                    <a:pt x="1979" y="285"/>
                  </a:cubicBezTo>
                  <a:close/>
                  <a:moveTo>
                    <a:pt x="1941" y="0"/>
                  </a:moveTo>
                  <a:cubicBezTo>
                    <a:pt x="1911" y="0"/>
                    <a:pt x="1879" y="15"/>
                    <a:pt x="1855" y="50"/>
                  </a:cubicBezTo>
                  <a:cubicBezTo>
                    <a:pt x="0" y="3020"/>
                    <a:pt x="1295" y="6803"/>
                    <a:pt x="4101" y="8670"/>
                  </a:cubicBezTo>
                  <a:cubicBezTo>
                    <a:pt x="5218" y="9414"/>
                    <a:pt x="6590" y="9853"/>
                    <a:pt x="7909" y="9853"/>
                  </a:cubicBezTo>
                  <a:cubicBezTo>
                    <a:pt x="9585" y="9853"/>
                    <a:pt x="11176" y="9145"/>
                    <a:pt x="12051" y="7453"/>
                  </a:cubicBezTo>
                  <a:cubicBezTo>
                    <a:pt x="12111" y="7341"/>
                    <a:pt x="12067" y="7246"/>
                    <a:pt x="11992" y="7190"/>
                  </a:cubicBezTo>
                  <a:cubicBezTo>
                    <a:pt x="12226" y="5831"/>
                    <a:pt x="10308" y="5522"/>
                    <a:pt x="9315" y="5422"/>
                  </a:cubicBezTo>
                  <a:cubicBezTo>
                    <a:pt x="8034" y="5298"/>
                    <a:pt x="6697" y="5410"/>
                    <a:pt x="5504" y="4814"/>
                  </a:cubicBezTo>
                  <a:cubicBezTo>
                    <a:pt x="3676" y="3889"/>
                    <a:pt x="2919" y="1922"/>
                    <a:pt x="2190" y="142"/>
                  </a:cubicBezTo>
                  <a:cubicBezTo>
                    <a:pt x="2169" y="85"/>
                    <a:pt x="2125" y="61"/>
                    <a:pt x="2082" y="61"/>
                  </a:cubicBezTo>
                  <a:cubicBezTo>
                    <a:pt x="2066" y="61"/>
                    <a:pt x="2050" y="65"/>
                    <a:pt x="2035" y="70"/>
                  </a:cubicBezTo>
                  <a:cubicBezTo>
                    <a:pt x="2022" y="28"/>
                    <a:pt x="1983" y="0"/>
                    <a:pt x="1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51"/>
            <p:cNvSpPr/>
            <p:nvPr/>
          </p:nvSpPr>
          <p:spPr>
            <a:xfrm>
              <a:off x="-1787550" y="1883925"/>
              <a:ext cx="269150" cy="227150"/>
            </a:xfrm>
            <a:custGeom>
              <a:avLst/>
              <a:gdLst/>
              <a:ahLst/>
              <a:cxnLst/>
              <a:rect l="l" t="t" r="r" b="b"/>
              <a:pathLst>
                <a:path w="10766" h="9086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0" y="2690"/>
                    <a:pt x="523" y="5503"/>
                    <a:pt x="2727" y="7465"/>
                  </a:cubicBezTo>
                  <a:cubicBezTo>
                    <a:pt x="3880" y="8490"/>
                    <a:pt x="5384" y="9086"/>
                    <a:pt x="6832" y="9086"/>
                  </a:cubicBezTo>
                  <a:cubicBezTo>
                    <a:pt x="8295" y="9086"/>
                    <a:pt x="9701" y="8478"/>
                    <a:pt x="10633" y="7090"/>
                  </a:cubicBezTo>
                  <a:cubicBezTo>
                    <a:pt x="10599" y="7045"/>
                    <a:pt x="10582" y="6991"/>
                    <a:pt x="10589" y="6920"/>
                  </a:cubicBezTo>
                  <a:cubicBezTo>
                    <a:pt x="10765" y="5401"/>
                    <a:pt x="7312" y="5625"/>
                    <a:pt x="6447" y="5535"/>
                  </a:cubicBezTo>
                  <a:cubicBezTo>
                    <a:pt x="5596" y="5440"/>
                    <a:pt x="4828" y="5274"/>
                    <a:pt x="4089" y="4840"/>
                  </a:cubicBezTo>
                  <a:cubicBezTo>
                    <a:pt x="2355" y="3819"/>
                    <a:pt x="1449" y="1895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51"/>
            <p:cNvSpPr/>
            <p:nvPr/>
          </p:nvSpPr>
          <p:spPr>
            <a:xfrm>
              <a:off x="-1569550" y="1911450"/>
              <a:ext cx="47950" cy="41525"/>
            </a:xfrm>
            <a:custGeom>
              <a:avLst/>
              <a:gdLst/>
              <a:ahLst/>
              <a:cxnLst/>
              <a:rect l="l" t="t" r="r" b="b"/>
              <a:pathLst>
                <a:path w="1918" h="1661" extrusionOk="0">
                  <a:moveTo>
                    <a:pt x="945" y="264"/>
                  </a:moveTo>
                  <a:cubicBezTo>
                    <a:pt x="1091" y="264"/>
                    <a:pt x="1238" y="310"/>
                    <a:pt x="1354" y="396"/>
                  </a:cubicBezTo>
                  <a:cubicBezTo>
                    <a:pt x="1356" y="405"/>
                    <a:pt x="1354" y="415"/>
                    <a:pt x="1359" y="423"/>
                  </a:cubicBezTo>
                  <a:cubicBezTo>
                    <a:pt x="1514" y="714"/>
                    <a:pt x="1480" y="1093"/>
                    <a:pt x="1186" y="1290"/>
                  </a:cubicBezTo>
                  <a:cubicBezTo>
                    <a:pt x="1108" y="1341"/>
                    <a:pt x="1026" y="1364"/>
                    <a:pt x="946" y="1364"/>
                  </a:cubicBezTo>
                  <a:cubicBezTo>
                    <a:pt x="764" y="1364"/>
                    <a:pt x="590" y="1247"/>
                    <a:pt x="488" y="1079"/>
                  </a:cubicBezTo>
                  <a:cubicBezTo>
                    <a:pt x="336" y="836"/>
                    <a:pt x="352" y="513"/>
                    <a:pt x="615" y="352"/>
                  </a:cubicBezTo>
                  <a:cubicBezTo>
                    <a:pt x="715" y="292"/>
                    <a:pt x="830" y="264"/>
                    <a:pt x="945" y="264"/>
                  </a:cubicBezTo>
                  <a:close/>
                  <a:moveTo>
                    <a:pt x="898" y="1"/>
                  </a:moveTo>
                  <a:cubicBezTo>
                    <a:pt x="769" y="1"/>
                    <a:pt x="637" y="29"/>
                    <a:pt x="515" y="89"/>
                  </a:cubicBezTo>
                  <a:cubicBezTo>
                    <a:pt x="75" y="306"/>
                    <a:pt x="0" y="843"/>
                    <a:pt x="241" y="1239"/>
                  </a:cubicBezTo>
                  <a:cubicBezTo>
                    <a:pt x="400" y="1499"/>
                    <a:pt x="675" y="1660"/>
                    <a:pt x="956" y="1660"/>
                  </a:cubicBezTo>
                  <a:cubicBezTo>
                    <a:pt x="1107" y="1660"/>
                    <a:pt x="1260" y="1613"/>
                    <a:pt x="1396" y="1509"/>
                  </a:cubicBezTo>
                  <a:cubicBezTo>
                    <a:pt x="1763" y="1230"/>
                    <a:pt x="1918" y="602"/>
                    <a:pt x="1551" y="262"/>
                  </a:cubicBezTo>
                  <a:cubicBezTo>
                    <a:pt x="1536" y="245"/>
                    <a:pt x="1520" y="247"/>
                    <a:pt x="1505" y="243"/>
                  </a:cubicBezTo>
                  <a:cubicBezTo>
                    <a:pt x="1343" y="87"/>
                    <a:pt x="1123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51"/>
            <p:cNvSpPr/>
            <p:nvPr/>
          </p:nvSpPr>
          <p:spPr>
            <a:xfrm>
              <a:off x="-1561150" y="1918025"/>
              <a:ext cx="29450" cy="27550"/>
            </a:xfrm>
            <a:custGeom>
              <a:avLst/>
              <a:gdLst/>
              <a:ahLst/>
              <a:cxnLst/>
              <a:rect l="l" t="t" r="r" b="b"/>
              <a:pathLst>
                <a:path w="1178" h="1102" extrusionOk="0">
                  <a:moveTo>
                    <a:pt x="609" y="1"/>
                  </a:moveTo>
                  <a:cubicBezTo>
                    <a:pt x="494" y="1"/>
                    <a:pt x="379" y="29"/>
                    <a:pt x="279" y="89"/>
                  </a:cubicBezTo>
                  <a:cubicBezTo>
                    <a:pt x="14" y="250"/>
                    <a:pt x="0" y="573"/>
                    <a:pt x="152" y="816"/>
                  </a:cubicBezTo>
                  <a:cubicBezTo>
                    <a:pt x="254" y="984"/>
                    <a:pt x="427" y="1101"/>
                    <a:pt x="609" y="1101"/>
                  </a:cubicBezTo>
                  <a:cubicBezTo>
                    <a:pt x="689" y="1101"/>
                    <a:pt x="772" y="1078"/>
                    <a:pt x="850" y="1027"/>
                  </a:cubicBezTo>
                  <a:cubicBezTo>
                    <a:pt x="1144" y="830"/>
                    <a:pt x="1178" y="449"/>
                    <a:pt x="1023" y="160"/>
                  </a:cubicBezTo>
                  <a:cubicBezTo>
                    <a:pt x="1018" y="152"/>
                    <a:pt x="1020" y="142"/>
                    <a:pt x="1018" y="133"/>
                  </a:cubicBezTo>
                  <a:cubicBezTo>
                    <a:pt x="902" y="47"/>
                    <a:pt x="755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1"/>
            <p:cNvSpPr/>
            <p:nvPr/>
          </p:nvSpPr>
          <p:spPr>
            <a:xfrm>
              <a:off x="-1670125" y="1898300"/>
              <a:ext cx="60275" cy="54925"/>
            </a:xfrm>
            <a:custGeom>
              <a:avLst/>
              <a:gdLst/>
              <a:ahLst/>
              <a:cxnLst/>
              <a:rect l="l" t="t" r="r" b="b"/>
              <a:pathLst>
                <a:path w="2411" h="2197" extrusionOk="0">
                  <a:moveTo>
                    <a:pt x="974" y="308"/>
                  </a:moveTo>
                  <a:cubicBezTo>
                    <a:pt x="1203" y="308"/>
                    <a:pt x="1420" y="484"/>
                    <a:pt x="1482" y="744"/>
                  </a:cubicBezTo>
                  <a:cubicBezTo>
                    <a:pt x="1491" y="780"/>
                    <a:pt x="1523" y="797"/>
                    <a:pt x="1557" y="797"/>
                  </a:cubicBezTo>
                  <a:cubicBezTo>
                    <a:pt x="1586" y="797"/>
                    <a:pt x="1617" y="783"/>
                    <a:pt x="1631" y="757"/>
                  </a:cubicBezTo>
                  <a:cubicBezTo>
                    <a:pt x="1877" y="1019"/>
                    <a:pt x="1998" y="1403"/>
                    <a:pt x="1711" y="1705"/>
                  </a:cubicBezTo>
                  <a:cubicBezTo>
                    <a:pt x="1607" y="1814"/>
                    <a:pt x="1485" y="1858"/>
                    <a:pt x="1359" y="1858"/>
                  </a:cubicBezTo>
                  <a:cubicBezTo>
                    <a:pt x="1118" y="1858"/>
                    <a:pt x="864" y="1697"/>
                    <a:pt x="702" y="1520"/>
                  </a:cubicBezTo>
                  <a:cubicBezTo>
                    <a:pt x="442" y="1238"/>
                    <a:pt x="333" y="791"/>
                    <a:pt x="614" y="480"/>
                  </a:cubicBezTo>
                  <a:cubicBezTo>
                    <a:pt x="721" y="361"/>
                    <a:pt x="850" y="308"/>
                    <a:pt x="974" y="308"/>
                  </a:cubicBezTo>
                  <a:close/>
                  <a:moveTo>
                    <a:pt x="927" y="1"/>
                  </a:moveTo>
                  <a:cubicBezTo>
                    <a:pt x="842" y="1"/>
                    <a:pt x="757" y="16"/>
                    <a:pt x="676" y="47"/>
                  </a:cubicBezTo>
                  <a:cubicBezTo>
                    <a:pt x="50" y="289"/>
                    <a:pt x="0" y="1107"/>
                    <a:pt x="340" y="1595"/>
                  </a:cubicBezTo>
                  <a:cubicBezTo>
                    <a:pt x="567" y="1926"/>
                    <a:pt x="971" y="2196"/>
                    <a:pt x="1363" y="2196"/>
                  </a:cubicBezTo>
                  <a:cubicBezTo>
                    <a:pt x="1561" y="2196"/>
                    <a:pt x="1756" y="2127"/>
                    <a:pt x="1923" y="1962"/>
                  </a:cubicBezTo>
                  <a:cubicBezTo>
                    <a:pt x="2411" y="1483"/>
                    <a:pt x="2158" y="769"/>
                    <a:pt x="1616" y="470"/>
                  </a:cubicBezTo>
                  <a:cubicBezTo>
                    <a:pt x="1524" y="189"/>
                    <a:pt x="1229" y="1"/>
                    <a:pt x="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51"/>
            <p:cNvSpPr/>
            <p:nvPr/>
          </p:nvSpPr>
          <p:spPr>
            <a:xfrm>
              <a:off x="-1661800" y="1906000"/>
              <a:ext cx="41650" cy="38775"/>
            </a:xfrm>
            <a:custGeom>
              <a:avLst/>
              <a:gdLst/>
              <a:ahLst/>
              <a:cxnLst/>
              <a:rect l="l" t="t" r="r" b="b"/>
              <a:pathLst>
                <a:path w="1666" h="1551" extrusionOk="0">
                  <a:moveTo>
                    <a:pt x="641" y="0"/>
                  </a:moveTo>
                  <a:cubicBezTo>
                    <a:pt x="517" y="0"/>
                    <a:pt x="388" y="53"/>
                    <a:pt x="281" y="172"/>
                  </a:cubicBezTo>
                  <a:cubicBezTo>
                    <a:pt x="0" y="483"/>
                    <a:pt x="109" y="930"/>
                    <a:pt x="369" y="1212"/>
                  </a:cubicBezTo>
                  <a:cubicBezTo>
                    <a:pt x="531" y="1389"/>
                    <a:pt x="785" y="1551"/>
                    <a:pt x="1025" y="1551"/>
                  </a:cubicBezTo>
                  <a:cubicBezTo>
                    <a:pt x="1152" y="1551"/>
                    <a:pt x="1274" y="1506"/>
                    <a:pt x="1378" y="1397"/>
                  </a:cubicBezTo>
                  <a:cubicBezTo>
                    <a:pt x="1665" y="1097"/>
                    <a:pt x="1544" y="711"/>
                    <a:pt x="1298" y="449"/>
                  </a:cubicBezTo>
                  <a:cubicBezTo>
                    <a:pt x="1284" y="475"/>
                    <a:pt x="1253" y="489"/>
                    <a:pt x="1224" y="489"/>
                  </a:cubicBezTo>
                  <a:cubicBezTo>
                    <a:pt x="1190" y="489"/>
                    <a:pt x="1158" y="472"/>
                    <a:pt x="1149" y="436"/>
                  </a:cubicBezTo>
                  <a:cubicBezTo>
                    <a:pt x="1087" y="176"/>
                    <a:pt x="870" y="0"/>
                    <a:pt x="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51"/>
            <p:cNvSpPr/>
            <p:nvPr/>
          </p:nvSpPr>
          <p:spPr>
            <a:xfrm>
              <a:off x="-1560100" y="1836950"/>
              <a:ext cx="34825" cy="30350"/>
            </a:xfrm>
            <a:custGeom>
              <a:avLst/>
              <a:gdLst/>
              <a:ahLst/>
              <a:cxnLst/>
              <a:rect l="l" t="t" r="r" b="b"/>
              <a:pathLst>
                <a:path w="1393" h="1214" extrusionOk="0">
                  <a:moveTo>
                    <a:pt x="680" y="235"/>
                  </a:moveTo>
                  <a:cubicBezTo>
                    <a:pt x="837" y="235"/>
                    <a:pt x="996" y="326"/>
                    <a:pt x="1075" y="463"/>
                  </a:cubicBezTo>
                  <a:cubicBezTo>
                    <a:pt x="1076" y="475"/>
                    <a:pt x="1085" y="473"/>
                    <a:pt x="1088" y="480"/>
                  </a:cubicBezTo>
                  <a:cubicBezTo>
                    <a:pt x="1076" y="492"/>
                    <a:pt x="1059" y="507"/>
                    <a:pt x="1051" y="529"/>
                  </a:cubicBezTo>
                  <a:cubicBezTo>
                    <a:pt x="998" y="690"/>
                    <a:pt x="959" y="828"/>
                    <a:pt x="786" y="906"/>
                  </a:cubicBezTo>
                  <a:cubicBezTo>
                    <a:pt x="742" y="925"/>
                    <a:pt x="698" y="934"/>
                    <a:pt x="656" y="934"/>
                  </a:cubicBezTo>
                  <a:cubicBezTo>
                    <a:pt x="535" y="934"/>
                    <a:pt x="426" y="859"/>
                    <a:pt x="375" y="733"/>
                  </a:cubicBezTo>
                  <a:cubicBezTo>
                    <a:pt x="305" y="571"/>
                    <a:pt x="339" y="368"/>
                    <a:pt x="505" y="278"/>
                  </a:cubicBezTo>
                  <a:cubicBezTo>
                    <a:pt x="560" y="248"/>
                    <a:pt x="620" y="235"/>
                    <a:pt x="680" y="235"/>
                  </a:cubicBezTo>
                  <a:close/>
                  <a:moveTo>
                    <a:pt x="635" y="0"/>
                  </a:moveTo>
                  <a:cubicBezTo>
                    <a:pt x="568" y="0"/>
                    <a:pt x="501" y="11"/>
                    <a:pt x="436" y="35"/>
                  </a:cubicBezTo>
                  <a:cubicBezTo>
                    <a:pt x="122" y="143"/>
                    <a:pt x="1" y="493"/>
                    <a:pt x="101" y="791"/>
                  </a:cubicBezTo>
                  <a:cubicBezTo>
                    <a:pt x="185" y="1043"/>
                    <a:pt x="404" y="1214"/>
                    <a:pt x="658" y="1214"/>
                  </a:cubicBezTo>
                  <a:cubicBezTo>
                    <a:pt x="702" y="1214"/>
                    <a:pt x="746" y="1209"/>
                    <a:pt x="791" y="1198"/>
                  </a:cubicBezTo>
                  <a:cubicBezTo>
                    <a:pt x="1058" y="1137"/>
                    <a:pt x="1392" y="821"/>
                    <a:pt x="1273" y="522"/>
                  </a:cubicBezTo>
                  <a:cubicBezTo>
                    <a:pt x="1258" y="485"/>
                    <a:pt x="1229" y="468"/>
                    <a:pt x="1200" y="456"/>
                  </a:cubicBezTo>
                  <a:cubicBezTo>
                    <a:pt x="1209" y="442"/>
                    <a:pt x="1210" y="424"/>
                    <a:pt x="1207" y="403"/>
                  </a:cubicBezTo>
                  <a:cubicBezTo>
                    <a:pt x="1127" y="155"/>
                    <a:pt x="885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51"/>
            <p:cNvSpPr/>
            <p:nvPr/>
          </p:nvSpPr>
          <p:spPr>
            <a:xfrm>
              <a:off x="-1470475" y="1680625"/>
              <a:ext cx="108825" cy="81975"/>
            </a:xfrm>
            <a:custGeom>
              <a:avLst/>
              <a:gdLst/>
              <a:ahLst/>
              <a:cxnLst/>
              <a:rect l="l" t="t" r="r" b="b"/>
              <a:pathLst>
                <a:path w="4353" h="3279" extrusionOk="0">
                  <a:moveTo>
                    <a:pt x="946" y="389"/>
                  </a:moveTo>
                  <a:cubicBezTo>
                    <a:pt x="979" y="389"/>
                    <a:pt x="1011" y="403"/>
                    <a:pt x="1030" y="437"/>
                  </a:cubicBezTo>
                  <a:cubicBezTo>
                    <a:pt x="1507" y="1327"/>
                    <a:pt x="2200" y="1864"/>
                    <a:pt x="3097" y="2289"/>
                  </a:cubicBezTo>
                  <a:cubicBezTo>
                    <a:pt x="3249" y="2358"/>
                    <a:pt x="3179" y="2602"/>
                    <a:pt x="3032" y="2602"/>
                  </a:cubicBezTo>
                  <a:cubicBezTo>
                    <a:pt x="3017" y="2602"/>
                    <a:pt x="3002" y="2599"/>
                    <a:pt x="2987" y="2594"/>
                  </a:cubicBezTo>
                  <a:cubicBezTo>
                    <a:pt x="1996" y="2267"/>
                    <a:pt x="1244" y="1470"/>
                    <a:pt x="833" y="530"/>
                  </a:cubicBezTo>
                  <a:cubicBezTo>
                    <a:pt x="798" y="454"/>
                    <a:pt x="875" y="389"/>
                    <a:pt x="946" y="389"/>
                  </a:cubicBezTo>
                  <a:close/>
                  <a:moveTo>
                    <a:pt x="815" y="1"/>
                  </a:moveTo>
                  <a:cubicBezTo>
                    <a:pt x="550" y="1"/>
                    <a:pt x="281" y="174"/>
                    <a:pt x="5" y="520"/>
                  </a:cubicBezTo>
                  <a:cubicBezTo>
                    <a:pt x="9" y="539"/>
                    <a:pt x="7" y="558"/>
                    <a:pt x="0" y="575"/>
                  </a:cubicBezTo>
                  <a:lnTo>
                    <a:pt x="4" y="573"/>
                  </a:lnTo>
                  <a:cubicBezTo>
                    <a:pt x="822" y="1846"/>
                    <a:pt x="1677" y="3278"/>
                    <a:pt x="3356" y="3278"/>
                  </a:cubicBezTo>
                  <a:cubicBezTo>
                    <a:pt x="3367" y="3278"/>
                    <a:pt x="3379" y="3278"/>
                    <a:pt x="3391" y="3277"/>
                  </a:cubicBezTo>
                  <a:cubicBezTo>
                    <a:pt x="3393" y="3278"/>
                    <a:pt x="3394" y="3278"/>
                    <a:pt x="3396" y="3278"/>
                  </a:cubicBezTo>
                  <a:cubicBezTo>
                    <a:pt x="3398" y="3278"/>
                    <a:pt x="3400" y="3277"/>
                    <a:pt x="3400" y="3277"/>
                  </a:cubicBezTo>
                  <a:cubicBezTo>
                    <a:pt x="4353" y="3028"/>
                    <a:pt x="2703" y="1179"/>
                    <a:pt x="2470" y="979"/>
                  </a:cubicBezTo>
                  <a:cubicBezTo>
                    <a:pt x="2197" y="744"/>
                    <a:pt x="1898" y="530"/>
                    <a:pt x="1585" y="344"/>
                  </a:cubicBezTo>
                  <a:cubicBezTo>
                    <a:pt x="1456" y="264"/>
                    <a:pt x="1324" y="187"/>
                    <a:pt x="1188" y="118"/>
                  </a:cubicBezTo>
                  <a:cubicBezTo>
                    <a:pt x="1064" y="40"/>
                    <a:pt x="940" y="1"/>
                    <a:pt x="8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51"/>
            <p:cNvSpPr/>
            <p:nvPr/>
          </p:nvSpPr>
          <p:spPr>
            <a:xfrm>
              <a:off x="-1552500" y="1842825"/>
              <a:ext cx="19625" cy="17475"/>
            </a:xfrm>
            <a:custGeom>
              <a:avLst/>
              <a:gdLst/>
              <a:ahLst/>
              <a:cxnLst/>
              <a:rect l="l" t="t" r="r" b="b"/>
              <a:pathLst>
                <a:path w="785" h="699" extrusionOk="0">
                  <a:moveTo>
                    <a:pt x="376" y="0"/>
                  </a:moveTo>
                  <a:cubicBezTo>
                    <a:pt x="316" y="0"/>
                    <a:pt x="256" y="13"/>
                    <a:pt x="201" y="43"/>
                  </a:cubicBezTo>
                  <a:cubicBezTo>
                    <a:pt x="35" y="133"/>
                    <a:pt x="1" y="336"/>
                    <a:pt x="71" y="498"/>
                  </a:cubicBezTo>
                  <a:cubicBezTo>
                    <a:pt x="122" y="624"/>
                    <a:pt x="231" y="699"/>
                    <a:pt x="352" y="699"/>
                  </a:cubicBezTo>
                  <a:cubicBezTo>
                    <a:pt x="394" y="699"/>
                    <a:pt x="438" y="690"/>
                    <a:pt x="482" y="671"/>
                  </a:cubicBezTo>
                  <a:cubicBezTo>
                    <a:pt x="655" y="593"/>
                    <a:pt x="694" y="455"/>
                    <a:pt x="747" y="294"/>
                  </a:cubicBezTo>
                  <a:lnTo>
                    <a:pt x="747" y="296"/>
                  </a:lnTo>
                  <a:cubicBezTo>
                    <a:pt x="755" y="272"/>
                    <a:pt x="772" y="258"/>
                    <a:pt x="784" y="245"/>
                  </a:cubicBezTo>
                  <a:cubicBezTo>
                    <a:pt x="781" y="238"/>
                    <a:pt x="772" y="240"/>
                    <a:pt x="771" y="228"/>
                  </a:cubicBezTo>
                  <a:cubicBezTo>
                    <a:pt x="692" y="91"/>
                    <a:pt x="533" y="0"/>
                    <a:pt x="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1"/>
            <p:cNvSpPr/>
            <p:nvPr/>
          </p:nvSpPr>
          <p:spPr>
            <a:xfrm>
              <a:off x="-1450550" y="1690350"/>
              <a:ext cx="61325" cy="55325"/>
            </a:xfrm>
            <a:custGeom>
              <a:avLst/>
              <a:gdLst/>
              <a:ahLst/>
              <a:cxnLst/>
              <a:rect l="l" t="t" r="r" b="b"/>
              <a:pathLst>
                <a:path w="2453" h="2213" extrusionOk="0">
                  <a:moveTo>
                    <a:pt x="149" y="0"/>
                  </a:moveTo>
                  <a:cubicBezTo>
                    <a:pt x="77" y="0"/>
                    <a:pt x="0" y="65"/>
                    <a:pt x="34" y="141"/>
                  </a:cubicBezTo>
                  <a:cubicBezTo>
                    <a:pt x="447" y="1081"/>
                    <a:pt x="1198" y="1878"/>
                    <a:pt x="2190" y="2205"/>
                  </a:cubicBezTo>
                  <a:cubicBezTo>
                    <a:pt x="2205" y="2210"/>
                    <a:pt x="2220" y="2213"/>
                    <a:pt x="2235" y="2213"/>
                  </a:cubicBezTo>
                  <a:cubicBezTo>
                    <a:pt x="2382" y="2213"/>
                    <a:pt x="2452" y="1969"/>
                    <a:pt x="2300" y="1900"/>
                  </a:cubicBezTo>
                  <a:cubicBezTo>
                    <a:pt x="1403" y="1475"/>
                    <a:pt x="708" y="938"/>
                    <a:pt x="233" y="48"/>
                  </a:cubicBezTo>
                  <a:cubicBezTo>
                    <a:pt x="214" y="14"/>
                    <a:pt x="18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3" name="Google Shape;2093;p51"/>
          <p:cNvGrpSpPr/>
          <p:nvPr/>
        </p:nvGrpSpPr>
        <p:grpSpPr>
          <a:xfrm>
            <a:off x="7951400" y="1291225"/>
            <a:ext cx="472725" cy="433300"/>
            <a:chOff x="1149725" y="1443925"/>
            <a:chExt cx="472725" cy="433300"/>
          </a:xfrm>
        </p:grpSpPr>
        <p:sp>
          <p:nvSpPr>
            <p:cNvPr id="2094" name="Google Shape;2094;p51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1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1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1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1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51"/>
          <p:cNvSpPr/>
          <p:nvPr/>
        </p:nvSpPr>
        <p:spPr>
          <a:xfrm rot="9196425">
            <a:off x="6877440" y="8321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0" name="Google Shape;2100;p51"/>
          <p:cNvSpPr/>
          <p:nvPr/>
        </p:nvSpPr>
        <p:spPr>
          <a:xfrm>
            <a:off x="8477731" y="9029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51"/>
          <p:cNvSpPr/>
          <p:nvPr/>
        </p:nvSpPr>
        <p:spPr>
          <a:xfrm>
            <a:off x="236006" y="29744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51"/>
          <p:cNvSpPr/>
          <p:nvPr/>
        </p:nvSpPr>
        <p:spPr>
          <a:xfrm rot="9196425">
            <a:off x="161653" y="14037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3" name="Google Shape;2103;p51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4" name="Google Shape;2104;p51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5" name="Google Shape;2105;p51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6" name="Google Shape;2106;p51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7" name="Google Shape;2107;p51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8" name="Google Shape;2108;p51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09" name="Google Shape;2109;p51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10" name="Google Shape;2110;p51">
            <a:hlinkClick r:id="rId10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11" name="Google Shape;2111;p51">
            <a:hlinkClick r:id="rId11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12" name="Google Shape;2112;p51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13" name="Google Shape;2113;p51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14" name="Google Shape;2114;p51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52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Planea por horas</a:t>
            </a:r>
            <a:endParaRPr/>
          </a:p>
        </p:txBody>
      </p:sp>
      <p:sp>
        <p:nvSpPr>
          <p:cNvPr id="2120" name="Google Shape;2120;p52"/>
          <p:cNvSpPr/>
          <p:nvPr/>
        </p:nvSpPr>
        <p:spPr>
          <a:xfrm rot="-5400000">
            <a:off x="242153" y="2012750"/>
            <a:ext cx="1765500" cy="427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highlight>
                  <a:schemeClr val="accent2"/>
                </a:highlight>
                <a:latin typeface="Chango"/>
                <a:ea typeface="Chango"/>
                <a:cs typeface="Chango"/>
                <a:sym typeface="Chango"/>
              </a:rPr>
              <a:t>Mañana</a:t>
            </a:r>
            <a:endParaRPr sz="2000">
              <a:solidFill>
                <a:schemeClr val="dk1"/>
              </a:solidFill>
              <a:highlight>
                <a:schemeClr val="accen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graphicFrame>
        <p:nvGraphicFramePr>
          <p:cNvPr id="2121" name="Google Shape;2121;p52"/>
          <p:cNvGraphicFramePr/>
          <p:nvPr/>
        </p:nvGraphicFramePr>
        <p:xfrm>
          <a:off x="1509674" y="1495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9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09:00-10:00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10:00-11:00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11:00-12:00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12:00-13:00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22" name="Google Shape;2122;p52"/>
          <p:cNvSpPr/>
          <p:nvPr/>
        </p:nvSpPr>
        <p:spPr>
          <a:xfrm rot="-5400000">
            <a:off x="414201" y="3659393"/>
            <a:ext cx="1421400" cy="427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highlight>
                  <a:schemeClr val="lt1"/>
                </a:highlight>
                <a:latin typeface="Chango"/>
                <a:ea typeface="Chango"/>
                <a:cs typeface="Chango"/>
                <a:sym typeface="Chango"/>
              </a:rPr>
              <a:t>Tarde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graphicFrame>
        <p:nvGraphicFramePr>
          <p:cNvPr id="2123" name="Google Shape;2123;p52"/>
          <p:cNvGraphicFramePr/>
          <p:nvPr/>
        </p:nvGraphicFramePr>
        <p:xfrm>
          <a:off x="1509674" y="3141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79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13:00-14:00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14:00-15:00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15:00-16:00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16:00-17:00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24" name="Google Shape;2124;p52"/>
          <p:cNvGrpSpPr/>
          <p:nvPr/>
        </p:nvGrpSpPr>
        <p:grpSpPr>
          <a:xfrm>
            <a:off x="8030375" y="1571850"/>
            <a:ext cx="472925" cy="482500"/>
            <a:chOff x="-1834575" y="1668825"/>
            <a:chExt cx="472925" cy="482500"/>
          </a:xfrm>
        </p:grpSpPr>
        <p:sp>
          <p:nvSpPr>
            <p:cNvPr id="2125" name="Google Shape;2125;p52"/>
            <p:cNvSpPr/>
            <p:nvPr/>
          </p:nvSpPr>
          <p:spPr>
            <a:xfrm>
              <a:off x="-1834575" y="1668825"/>
              <a:ext cx="472925" cy="482500"/>
            </a:xfrm>
            <a:custGeom>
              <a:avLst/>
              <a:gdLst/>
              <a:ahLst/>
              <a:cxnLst/>
              <a:rect l="l" t="t" r="r" b="b"/>
              <a:pathLst>
                <a:path w="18917" h="19300" extrusionOk="0">
                  <a:moveTo>
                    <a:pt x="15379" y="473"/>
                  </a:moveTo>
                  <a:cubicBezTo>
                    <a:pt x="15504" y="473"/>
                    <a:pt x="15628" y="512"/>
                    <a:pt x="15752" y="590"/>
                  </a:cubicBezTo>
                  <a:cubicBezTo>
                    <a:pt x="15888" y="659"/>
                    <a:pt x="16020" y="736"/>
                    <a:pt x="16149" y="814"/>
                  </a:cubicBezTo>
                  <a:cubicBezTo>
                    <a:pt x="16462" y="1002"/>
                    <a:pt x="16761" y="1216"/>
                    <a:pt x="17034" y="1451"/>
                  </a:cubicBezTo>
                  <a:cubicBezTo>
                    <a:pt x="17267" y="1651"/>
                    <a:pt x="18917" y="3498"/>
                    <a:pt x="17964" y="3748"/>
                  </a:cubicBezTo>
                  <a:cubicBezTo>
                    <a:pt x="17964" y="3748"/>
                    <a:pt x="17961" y="3750"/>
                    <a:pt x="17958" y="3750"/>
                  </a:cubicBezTo>
                  <a:cubicBezTo>
                    <a:pt x="17957" y="3750"/>
                    <a:pt x="17956" y="3750"/>
                    <a:pt x="17955" y="3749"/>
                  </a:cubicBezTo>
                  <a:cubicBezTo>
                    <a:pt x="17943" y="3750"/>
                    <a:pt x="17931" y="3750"/>
                    <a:pt x="17920" y="3750"/>
                  </a:cubicBezTo>
                  <a:cubicBezTo>
                    <a:pt x="16241" y="3750"/>
                    <a:pt x="15386" y="2318"/>
                    <a:pt x="14568" y="1045"/>
                  </a:cubicBezTo>
                  <a:lnTo>
                    <a:pt x="14564" y="1047"/>
                  </a:lnTo>
                  <a:cubicBezTo>
                    <a:pt x="14571" y="1030"/>
                    <a:pt x="14573" y="1011"/>
                    <a:pt x="14569" y="992"/>
                  </a:cubicBezTo>
                  <a:cubicBezTo>
                    <a:pt x="14845" y="646"/>
                    <a:pt x="15114" y="473"/>
                    <a:pt x="15379" y="473"/>
                  </a:cubicBezTo>
                  <a:close/>
                  <a:moveTo>
                    <a:pt x="14712" y="1935"/>
                  </a:moveTo>
                  <a:cubicBezTo>
                    <a:pt x="15276" y="2839"/>
                    <a:pt x="16020" y="3692"/>
                    <a:pt x="17000" y="4001"/>
                  </a:cubicBezTo>
                  <a:cubicBezTo>
                    <a:pt x="15799" y="5149"/>
                    <a:pt x="14710" y="6498"/>
                    <a:pt x="13689" y="7804"/>
                  </a:cubicBezTo>
                  <a:cubicBezTo>
                    <a:pt x="13594" y="7922"/>
                    <a:pt x="13647" y="8059"/>
                    <a:pt x="13742" y="8119"/>
                  </a:cubicBezTo>
                  <a:cubicBezTo>
                    <a:pt x="13588" y="8149"/>
                    <a:pt x="13464" y="8304"/>
                    <a:pt x="13589" y="8458"/>
                  </a:cubicBezTo>
                  <a:cubicBezTo>
                    <a:pt x="15942" y="11299"/>
                    <a:pt x="15714" y="15519"/>
                    <a:pt x="12570" y="17719"/>
                  </a:cubicBezTo>
                  <a:cubicBezTo>
                    <a:pt x="11481" y="18479"/>
                    <a:pt x="10239" y="18820"/>
                    <a:pt x="8990" y="18820"/>
                  </a:cubicBezTo>
                  <a:cubicBezTo>
                    <a:pt x="6933" y="18820"/>
                    <a:pt x="4856" y="17896"/>
                    <a:pt x="3408" y="16395"/>
                  </a:cubicBezTo>
                  <a:cubicBezTo>
                    <a:pt x="1210" y="14122"/>
                    <a:pt x="524" y="10601"/>
                    <a:pt x="2082" y="7774"/>
                  </a:cubicBezTo>
                  <a:cubicBezTo>
                    <a:pt x="3219" y="5718"/>
                    <a:pt x="5038" y="4885"/>
                    <a:pt x="6989" y="4885"/>
                  </a:cubicBezTo>
                  <a:cubicBezTo>
                    <a:pt x="8234" y="4885"/>
                    <a:pt x="9533" y="5224"/>
                    <a:pt x="10744" y="5802"/>
                  </a:cubicBezTo>
                  <a:cubicBezTo>
                    <a:pt x="10759" y="5809"/>
                    <a:pt x="10775" y="5812"/>
                    <a:pt x="10790" y="5812"/>
                  </a:cubicBezTo>
                  <a:cubicBezTo>
                    <a:pt x="10851" y="5812"/>
                    <a:pt x="10901" y="5757"/>
                    <a:pt x="10900" y="5698"/>
                  </a:cubicBezTo>
                  <a:lnTo>
                    <a:pt x="10900" y="5698"/>
                  </a:lnTo>
                  <a:cubicBezTo>
                    <a:pt x="10938" y="5732"/>
                    <a:pt x="10990" y="5754"/>
                    <a:pt x="11044" y="5754"/>
                  </a:cubicBezTo>
                  <a:cubicBezTo>
                    <a:pt x="11088" y="5754"/>
                    <a:pt x="11133" y="5740"/>
                    <a:pt x="11172" y="5706"/>
                  </a:cubicBezTo>
                  <a:cubicBezTo>
                    <a:pt x="12196" y="4835"/>
                    <a:pt x="13148" y="3861"/>
                    <a:pt x="14012" y="2829"/>
                  </a:cubicBezTo>
                  <a:cubicBezTo>
                    <a:pt x="14180" y="2630"/>
                    <a:pt x="14597" y="2271"/>
                    <a:pt x="14712" y="1935"/>
                  </a:cubicBezTo>
                  <a:close/>
                  <a:moveTo>
                    <a:pt x="15116" y="0"/>
                  </a:moveTo>
                  <a:cubicBezTo>
                    <a:pt x="15034" y="0"/>
                    <a:pt x="14952" y="9"/>
                    <a:pt x="14872" y="29"/>
                  </a:cubicBezTo>
                  <a:cubicBezTo>
                    <a:pt x="14401" y="146"/>
                    <a:pt x="14131" y="583"/>
                    <a:pt x="14320" y="1033"/>
                  </a:cubicBezTo>
                  <a:cubicBezTo>
                    <a:pt x="14279" y="1077"/>
                    <a:pt x="14262" y="1145"/>
                    <a:pt x="14299" y="1216"/>
                  </a:cubicBezTo>
                  <a:cubicBezTo>
                    <a:pt x="14357" y="1329"/>
                    <a:pt x="14418" y="1437"/>
                    <a:pt x="14481" y="1549"/>
                  </a:cubicBezTo>
                  <a:cubicBezTo>
                    <a:pt x="14464" y="1583"/>
                    <a:pt x="14452" y="1621"/>
                    <a:pt x="14474" y="1660"/>
                  </a:cubicBezTo>
                  <a:cubicBezTo>
                    <a:pt x="14595" y="1882"/>
                    <a:pt x="12976" y="3433"/>
                    <a:pt x="12747" y="3673"/>
                  </a:cubicBezTo>
                  <a:cubicBezTo>
                    <a:pt x="12152" y="4290"/>
                    <a:pt x="11525" y="4872"/>
                    <a:pt x="10897" y="5455"/>
                  </a:cubicBezTo>
                  <a:cubicBezTo>
                    <a:pt x="10844" y="5503"/>
                    <a:pt x="10830" y="5559"/>
                    <a:pt x="10844" y="5606"/>
                  </a:cubicBezTo>
                  <a:cubicBezTo>
                    <a:pt x="9847" y="4704"/>
                    <a:pt x="8588" y="4300"/>
                    <a:pt x="7309" y="4300"/>
                  </a:cubicBezTo>
                  <a:cubicBezTo>
                    <a:pt x="5237" y="4300"/>
                    <a:pt x="3113" y="5360"/>
                    <a:pt x="1968" y="7077"/>
                  </a:cubicBezTo>
                  <a:cubicBezTo>
                    <a:pt x="1" y="10032"/>
                    <a:pt x="563" y="14000"/>
                    <a:pt x="2900" y="16563"/>
                  </a:cubicBezTo>
                  <a:cubicBezTo>
                    <a:pt x="4459" y="18271"/>
                    <a:pt x="6735" y="19300"/>
                    <a:pt x="8984" y="19300"/>
                  </a:cubicBezTo>
                  <a:cubicBezTo>
                    <a:pt x="10498" y="19300"/>
                    <a:pt x="12001" y="18833"/>
                    <a:pt x="13263" y="17792"/>
                  </a:cubicBezTo>
                  <a:cubicBezTo>
                    <a:pt x="16224" y="15352"/>
                    <a:pt x="16419" y="11071"/>
                    <a:pt x="13985" y="8204"/>
                  </a:cubicBezTo>
                  <a:cubicBezTo>
                    <a:pt x="13963" y="8178"/>
                    <a:pt x="13939" y="8159"/>
                    <a:pt x="13912" y="8146"/>
                  </a:cubicBezTo>
                  <a:cubicBezTo>
                    <a:pt x="13944" y="8134"/>
                    <a:pt x="13973" y="8119"/>
                    <a:pt x="14002" y="8088"/>
                  </a:cubicBezTo>
                  <a:cubicBezTo>
                    <a:pt x="15149" y="6828"/>
                    <a:pt x="16328" y="5489"/>
                    <a:pt x="17272" y="4070"/>
                  </a:cubicBezTo>
                  <a:cubicBezTo>
                    <a:pt x="17448" y="4105"/>
                    <a:pt x="17630" y="4124"/>
                    <a:pt x="17819" y="4124"/>
                  </a:cubicBezTo>
                  <a:cubicBezTo>
                    <a:pt x="17889" y="4124"/>
                    <a:pt x="17959" y="4121"/>
                    <a:pt x="18030" y="4116"/>
                  </a:cubicBezTo>
                  <a:cubicBezTo>
                    <a:pt x="18071" y="4111"/>
                    <a:pt x="18100" y="4098"/>
                    <a:pt x="18127" y="4076"/>
                  </a:cubicBezTo>
                  <a:cubicBezTo>
                    <a:pt x="18633" y="3935"/>
                    <a:pt x="18621" y="3357"/>
                    <a:pt x="18497" y="2907"/>
                  </a:cubicBezTo>
                  <a:cubicBezTo>
                    <a:pt x="18249" y="2003"/>
                    <a:pt x="17517" y="1293"/>
                    <a:pt x="16769" y="775"/>
                  </a:cubicBezTo>
                  <a:cubicBezTo>
                    <a:pt x="16334" y="472"/>
                    <a:pt x="15708" y="0"/>
                    <a:pt x="15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52"/>
            <p:cNvSpPr/>
            <p:nvPr/>
          </p:nvSpPr>
          <p:spPr>
            <a:xfrm>
              <a:off x="-1821525" y="1717200"/>
              <a:ext cx="411975" cy="422125"/>
            </a:xfrm>
            <a:custGeom>
              <a:avLst/>
              <a:gdLst/>
              <a:ahLst/>
              <a:cxnLst/>
              <a:rect l="l" t="t" r="r" b="b"/>
              <a:pathLst>
                <a:path w="16479" h="16885" extrusionOk="0">
                  <a:moveTo>
                    <a:pt x="11092" y="4790"/>
                  </a:moveTo>
                  <a:cubicBezTo>
                    <a:pt x="11342" y="4790"/>
                    <a:pt x="11584" y="4945"/>
                    <a:pt x="11664" y="5193"/>
                  </a:cubicBezTo>
                  <a:cubicBezTo>
                    <a:pt x="11667" y="5214"/>
                    <a:pt x="11666" y="5232"/>
                    <a:pt x="11657" y="5246"/>
                  </a:cubicBezTo>
                  <a:cubicBezTo>
                    <a:pt x="11686" y="5258"/>
                    <a:pt x="11715" y="5275"/>
                    <a:pt x="11730" y="5312"/>
                  </a:cubicBezTo>
                  <a:cubicBezTo>
                    <a:pt x="11849" y="5611"/>
                    <a:pt x="11515" y="5927"/>
                    <a:pt x="11248" y="5988"/>
                  </a:cubicBezTo>
                  <a:cubicBezTo>
                    <a:pt x="11203" y="5999"/>
                    <a:pt x="11159" y="6004"/>
                    <a:pt x="11115" y="6004"/>
                  </a:cubicBezTo>
                  <a:cubicBezTo>
                    <a:pt x="10861" y="6004"/>
                    <a:pt x="10642" y="5833"/>
                    <a:pt x="10558" y="5581"/>
                  </a:cubicBezTo>
                  <a:cubicBezTo>
                    <a:pt x="10458" y="5283"/>
                    <a:pt x="10579" y="4933"/>
                    <a:pt x="10893" y="4825"/>
                  </a:cubicBezTo>
                  <a:cubicBezTo>
                    <a:pt x="10958" y="4801"/>
                    <a:pt x="11025" y="4790"/>
                    <a:pt x="11092" y="4790"/>
                  </a:cubicBezTo>
                  <a:close/>
                  <a:moveTo>
                    <a:pt x="10977" y="7771"/>
                  </a:moveTo>
                  <a:cubicBezTo>
                    <a:pt x="11202" y="7771"/>
                    <a:pt x="11422" y="7857"/>
                    <a:pt x="11584" y="8013"/>
                  </a:cubicBezTo>
                  <a:cubicBezTo>
                    <a:pt x="11599" y="8017"/>
                    <a:pt x="11615" y="8015"/>
                    <a:pt x="11630" y="8030"/>
                  </a:cubicBezTo>
                  <a:cubicBezTo>
                    <a:pt x="11997" y="8372"/>
                    <a:pt x="11842" y="9000"/>
                    <a:pt x="11475" y="9279"/>
                  </a:cubicBezTo>
                  <a:cubicBezTo>
                    <a:pt x="11339" y="9383"/>
                    <a:pt x="11186" y="9430"/>
                    <a:pt x="11035" y="9430"/>
                  </a:cubicBezTo>
                  <a:cubicBezTo>
                    <a:pt x="10754" y="9430"/>
                    <a:pt x="10478" y="9269"/>
                    <a:pt x="10319" y="9009"/>
                  </a:cubicBezTo>
                  <a:cubicBezTo>
                    <a:pt x="10079" y="8613"/>
                    <a:pt x="10152" y="8076"/>
                    <a:pt x="10594" y="7859"/>
                  </a:cubicBezTo>
                  <a:cubicBezTo>
                    <a:pt x="10716" y="7799"/>
                    <a:pt x="10848" y="7771"/>
                    <a:pt x="10977" y="7771"/>
                  </a:cubicBezTo>
                  <a:close/>
                  <a:moveTo>
                    <a:pt x="6983" y="7245"/>
                  </a:moveTo>
                  <a:cubicBezTo>
                    <a:pt x="7285" y="7245"/>
                    <a:pt x="7580" y="7433"/>
                    <a:pt x="7672" y="7714"/>
                  </a:cubicBezTo>
                  <a:cubicBezTo>
                    <a:pt x="8214" y="8013"/>
                    <a:pt x="8467" y="8727"/>
                    <a:pt x="7979" y="9206"/>
                  </a:cubicBezTo>
                  <a:cubicBezTo>
                    <a:pt x="7812" y="9371"/>
                    <a:pt x="7617" y="9440"/>
                    <a:pt x="7418" y="9440"/>
                  </a:cubicBezTo>
                  <a:cubicBezTo>
                    <a:pt x="7026" y="9440"/>
                    <a:pt x="6622" y="9170"/>
                    <a:pt x="6396" y="8839"/>
                  </a:cubicBezTo>
                  <a:cubicBezTo>
                    <a:pt x="6056" y="8351"/>
                    <a:pt x="6106" y="7533"/>
                    <a:pt x="6732" y="7291"/>
                  </a:cubicBezTo>
                  <a:cubicBezTo>
                    <a:pt x="6813" y="7260"/>
                    <a:pt x="6898" y="7245"/>
                    <a:pt x="6983" y="7245"/>
                  </a:cubicBezTo>
                  <a:close/>
                  <a:moveTo>
                    <a:pt x="2347" y="6385"/>
                  </a:moveTo>
                  <a:cubicBezTo>
                    <a:pt x="2389" y="6385"/>
                    <a:pt x="2428" y="6413"/>
                    <a:pt x="2441" y="6455"/>
                  </a:cubicBezTo>
                  <a:cubicBezTo>
                    <a:pt x="2456" y="6450"/>
                    <a:pt x="2472" y="6446"/>
                    <a:pt x="2488" y="6446"/>
                  </a:cubicBezTo>
                  <a:cubicBezTo>
                    <a:pt x="2531" y="6446"/>
                    <a:pt x="2575" y="6470"/>
                    <a:pt x="2596" y="6527"/>
                  </a:cubicBezTo>
                  <a:cubicBezTo>
                    <a:pt x="3325" y="8307"/>
                    <a:pt x="4082" y="10274"/>
                    <a:pt x="5910" y="11199"/>
                  </a:cubicBezTo>
                  <a:cubicBezTo>
                    <a:pt x="7103" y="11795"/>
                    <a:pt x="8440" y="11683"/>
                    <a:pt x="9721" y="11807"/>
                  </a:cubicBezTo>
                  <a:cubicBezTo>
                    <a:pt x="10714" y="11907"/>
                    <a:pt x="12632" y="12216"/>
                    <a:pt x="12398" y="13575"/>
                  </a:cubicBezTo>
                  <a:cubicBezTo>
                    <a:pt x="12473" y="13633"/>
                    <a:pt x="12517" y="13726"/>
                    <a:pt x="12457" y="13838"/>
                  </a:cubicBezTo>
                  <a:cubicBezTo>
                    <a:pt x="11582" y="15530"/>
                    <a:pt x="9990" y="16239"/>
                    <a:pt x="8314" y="16239"/>
                  </a:cubicBezTo>
                  <a:cubicBezTo>
                    <a:pt x="6995" y="16239"/>
                    <a:pt x="5624" y="15800"/>
                    <a:pt x="4507" y="15056"/>
                  </a:cubicBezTo>
                  <a:cubicBezTo>
                    <a:pt x="1701" y="13188"/>
                    <a:pt x="406" y="9405"/>
                    <a:pt x="2261" y="6435"/>
                  </a:cubicBezTo>
                  <a:cubicBezTo>
                    <a:pt x="2285" y="6400"/>
                    <a:pt x="2317" y="6385"/>
                    <a:pt x="2347" y="6385"/>
                  </a:cubicBezTo>
                  <a:close/>
                  <a:moveTo>
                    <a:pt x="14190" y="0"/>
                  </a:moveTo>
                  <a:cubicBezTo>
                    <a:pt x="14075" y="336"/>
                    <a:pt x="13658" y="695"/>
                    <a:pt x="13490" y="895"/>
                  </a:cubicBezTo>
                  <a:cubicBezTo>
                    <a:pt x="12624" y="1926"/>
                    <a:pt x="11674" y="2900"/>
                    <a:pt x="10650" y="3771"/>
                  </a:cubicBezTo>
                  <a:cubicBezTo>
                    <a:pt x="10611" y="3805"/>
                    <a:pt x="10566" y="3819"/>
                    <a:pt x="10522" y="3819"/>
                  </a:cubicBezTo>
                  <a:cubicBezTo>
                    <a:pt x="10468" y="3819"/>
                    <a:pt x="10415" y="3797"/>
                    <a:pt x="10376" y="3763"/>
                  </a:cubicBezTo>
                  <a:lnTo>
                    <a:pt x="10376" y="3763"/>
                  </a:lnTo>
                  <a:cubicBezTo>
                    <a:pt x="10379" y="3822"/>
                    <a:pt x="10329" y="3877"/>
                    <a:pt x="10268" y="3877"/>
                  </a:cubicBezTo>
                  <a:cubicBezTo>
                    <a:pt x="10253" y="3877"/>
                    <a:pt x="10237" y="3874"/>
                    <a:pt x="10222" y="3867"/>
                  </a:cubicBezTo>
                  <a:cubicBezTo>
                    <a:pt x="9011" y="3289"/>
                    <a:pt x="7712" y="2950"/>
                    <a:pt x="6467" y="2950"/>
                  </a:cubicBezTo>
                  <a:cubicBezTo>
                    <a:pt x="4516" y="2950"/>
                    <a:pt x="2697" y="3783"/>
                    <a:pt x="1560" y="5839"/>
                  </a:cubicBezTo>
                  <a:cubicBezTo>
                    <a:pt x="0" y="8664"/>
                    <a:pt x="688" y="12187"/>
                    <a:pt x="2885" y="14460"/>
                  </a:cubicBezTo>
                  <a:cubicBezTo>
                    <a:pt x="4332" y="15961"/>
                    <a:pt x="6410" y="16885"/>
                    <a:pt x="8467" y="16885"/>
                  </a:cubicBezTo>
                  <a:cubicBezTo>
                    <a:pt x="9717" y="16885"/>
                    <a:pt x="10959" y="16544"/>
                    <a:pt x="12048" y="15784"/>
                  </a:cubicBezTo>
                  <a:cubicBezTo>
                    <a:pt x="15192" y="13584"/>
                    <a:pt x="15420" y="9364"/>
                    <a:pt x="13067" y="6523"/>
                  </a:cubicBezTo>
                  <a:cubicBezTo>
                    <a:pt x="12942" y="6369"/>
                    <a:pt x="13066" y="6214"/>
                    <a:pt x="13220" y="6184"/>
                  </a:cubicBezTo>
                  <a:cubicBezTo>
                    <a:pt x="13125" y="6124"/>
                    <a:pt x="13072" y="5987"/>
                    <a:pt x="13167" y="5869"/>
                  </a:cubicBezTo>
                  <a:cubicBezTo>
                    <a:pt x="14187" y="4563"/>
                    <a:pt x="15276" y="3214"/>
                    <a:pt x="16478" y="2066"/>
                  </a:cubicBezTo>
                  <a:cubicBezTo>
                    <a:pt x="15498" y="1757"/>
                    <a:pt x="14752" y="904"/>
                    <a:pt x="14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2"/>
            <p:cNvSpPr/>
            <p:nvPr/>
          </p:nvSpPr>
          <p:spPr>
            <a:xfrm>
              <a:off x="-1811375" y="1876825"/>
              <a:ext cx="305675" cy="246350"/>
            </a:xfrm>
            <a:custGeom>
              <a:avLst/>
              <a:gdLst/>
              <a:ahLst/>
              <a:cxnLst/>
              <a:rect l="l" t="t" r="r" b="b"/>
              <a:pathLst>
                <a:path w="12227" h="9854" extrusionOk="0">
                  <a:moveTo>
                    <a:pt x="1981" y="285"/>
                  </a:moveTo>
                  <a:cubicBezTo>
                    <a:pt x="2402" y="2179"/>
                    <a:pt x="3308" y="4103"/>
                    <a:pt x="5040" y="5124"/>
                  </a:cubicBezTo>
                  <a:cubicBezTo>
                    <a:pt x="5781" y="5556"/>
                    <a:pt x="6549" y="5724"/>
                    <a:pt x="7400" y="5819"/>
                  </a:cubicBezTo>
                  <a:cubicBezTo>
                    <a:pt x="8265" y="5909"/>
                    <a:pt x="11718" y="5685"/>
                    <a:pt x="11542" y="7204"/>
                  </a:cubicBezTo>
                  <a:cubicBezTo>
                    <a:pt x="11535" y="7275"/>
                    <a:pt x="11552" y="7329"/>
                    <a:pt x="11586" y="7374"/>
                  </a:cubicBezTo>
                  <a:cubicBezTo>
                    <a:pt x="10654" y="8762"/>
                    <a:pt x="9247" y="9370"/>
                    <a:pt x="7784" y="9370"/>
                  </a:cubicBezTo>
                  <a:cubicBezTo>
                    <a:pt x="6336" y="9370"/>
                    <a:pt x="4833" y="8774"/>
                    <a:pt x="3680" y="7749"/>
                  </a:cubicBezTo>
                  <a:cubicBezTo>
                    <a:pt x="1476" y="5785"/>
                    <a:pt x="953" y="2974"/>
                    <a:pt x="1979" y="285"/>
                  </a:cubicBezTo>
                  <a:close/>
                  <a:moveTo>
                    <a:pt x="1941" y="0"/>
                  </a:moveTo>
                  <a:cubicBezTo>
                    <a:pt x="1911" y="0"/>
                    <a:pt x="1879" y="15"/>
                    <a:pt x="1855" y="50"/>
                  </a:cubicBezTo>
                  <a:cubicBezTo>
                    <a:pt x="0" y="3020"/>
                    <a:pt x="1295" y="6803"/>
                    <a:pt x="4101" y="8670"/>
                  </a:cubicBezTo>
                  <a:cubicBezTo>
                    <a:pt x="5218" y="9414"/>
                    <a:pt x="6590" y="9853"/>
                    <a:pt x="7909" y="9853"/>
                  </a:cubicBezTo>
                  <a:cubicBezTo>
                    <a:pt x="9585" y="9853"/>
                    <a:pt x="11176" y="9145"/>
                    <a:pt x="12051" y="7453"/>
                  </a:cubicBezTo>
                  <a:cubicBezTo>
                    <a:pt x="12111" y="7341"/>
                    <a:pt x="12067" y="7246"/>
                    <a:pt x="11992" y="7190"/>
                  </a:cubicBezTo>
                  <a:cubicBezTo>
                    <a:pt x="12226" y="5831"/>
                    <a:pt x="10308" y="5522"/>
                    <a:pt x="9315" y="5422"/>
                  </a:cubicBezTo>
                  <a:cubicBezTo>
                    <a:pt x="8034" y="5298"/>
                    <a:pt x="6697" y="5410"/>
                    <a:pt x="5504" y="4814"/>
                  </a:cubicBezTo>
                  <a:cubicBezTo>
                    <a:pt x="3676" y="3889"/>
                    <a:pt x="2919" y="1922"/>
                    <a:pt x="2190" y="142"/>
                  </a:cubicBezTo>
                  <a:cubicBezTo>
                    <a:pt x="2169" y="85"/>
                    <a:pt x="2125" y="61"/>
                    <a:pt x="2082" y="61"/>
                  </a:cubicBezTo>
                  <a:cubicBezTo>
                    <a:pt x="2066" y="61"/>
                    <a:pt x="2050" y="65"/>
                    <a:pt x="2035" y="70"/>
                  </a:cubicBezTo>
                  <a:cubicBezTo>
                    <a:pt x="2022" y="28"/>
                    <a:pt x="1983" y="0"/>
                    <a:pt x="1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2"/>
            <p:cNvSpPr/>
            <p:nvPr/>
          </p:nvSpPr>
          <p:spPr>
            <a:xfrm>
              <a:off x="-1787550" y="1883925"/>
              <a:ext cx="269150" cy="227150"/>
            </a:xfrm>
            <a:custGeom>
              <a:avLst/>
              <a:gdLst/>
              <a:ahLst/>
              <a:cxnLst/>
              <a:rect l="l" t="t" r="r" b="b"/>
              <a:pathLst>
                <a:path w="10766" h="9086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0" y="2690"/>
                    <a:pt x="523" y="5503"/>
                    <a:pt x="2727" y="7465"/>
                  </a:cubicBezTo>
                  <a:cubicBezTo>
                    <a:pt x="3880" y="8490"/>
                    <a:pt x="5384" y="9086"/>
                    <a:pt x="6832" y="9086"/>
                  </a:cubicBezTo>
                  <a:cubicBezTo>
                    <a:pt x="8295" y="9086"/>
                    <a:pt x="9701" y="8478"/>
                    <a:pt x="10633" y="7090"/>
                  </a:cubicBezTo>
                  <a:cubicBezTo>
                    <a:pt x="10599" y="7045"/>
                    <a:pt x="10582" y="6991"/>
                    <a:pt x="10589" y="6920"/>
                  </a:cubicBezTo>
                  <a:cubicBezTo>
                    <a:pt x="10765" y="5401"/>
                    <a:pt x="7312" y="5625"/>
                    <a:pt x="6447" y="5535"/>
                  </a:cubicBezTo>
                  <a:cubicBezTo>
                    <a:pt x="5596" y="5440"/>
                    <a:pt x="4828" y="5274"/>
                    <a:pt x="4089" y="4840"/>
                  </a:cubicBezTo>
                  <a:cubicBezTo>
                    <a:pt x="2355" y="3819"/>
                    <a:pt x="1449" y="1895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2"/>
            <p:cNvSpPr/>
            <p:nvPr/>
          </p:nvSpPr>
          <p:spPr>
            <a:xfrm>
              <a:off x="-1569550" y="1911450"/>
              <a:ext cx="47950" cy="41525"/>
            </a:xfrm>
            <a:custGeom>
              <a:avLst/>
              <a:gdLst/>
              <a:ahLst/>
              <a:cxnLst/>
              <a:rect l="l" t="t" r="r" b="b"/>
              <a:pathLst>
                <a:path w="1918" h="1661" extrusionOk="0">
                  <a:moveTo>
                    <a:pt x="945" y="264"/>
                  </a:moveTo>
                  <a:cubicBezTo>
                    <a:pt x="1091" y="264"/>
                    <a:pt x="1238" y="310"/>
                    <a:pt x="1354" y="396"/>
                  </a:cubicBezTo>
                  <a:cubicBezTo>
                    <a:pt x="1356" y="405"/>
                    <a:pt x="1354" y="415"/>
                    <a:pt x="1359" y="423"/>
                  </a:cubicBezTo>
                  <a:cubicBezTo>
                    <a:pt x="1514" y="714"/>
                    <a:pt x="1480" y="1093"/>
                    <a:pt x="1186" y="1290"/>
                  </a:cubicBezTo>
                  <a:cubicBezTo>
                    <a:pt x="1108" y="1341"/>
                    <a:pt x="1026" y="1364"/>
                    <a:pt x="946" y="1364"/>
                  </a:cubicBezTo>
                  <a:cubicBezTo>
                    <a:pt x="764" y="1364"/>
                    <a:pt x="590" y="1247"/>
                    <a:pt x="488" y="1079"/>
                  </a:cubicBezTo>
                  <a:cubicBezTo>
                    <a:pt x="336" y="836"/>
                    <a:pt x="352" y="513"/>
                    <a:pt x="615" y="352"/>
                  </a:cubicBezTo>
                  <a:cubicBezTo>
                    <a:pt x="715" y="292"/>
                    <a:pt x="830" y="264"/>
                    <a:pt x="945" y="264"/>
                  </a:cubicBezTo>
                  <a:close/>
                  <a:moveTo>
                    <a:pt x="898" y="1"/>
                  </a:moveTo>
                  <a:cubicBezTo>
                    <a:pt x="769" y="1"/>
                    <a:pt x="637" y="29"/>
                    <a:pt x="515" y="89"/>
                  </a:cubicBezTo>
                  <a:cubicBezTo>
                    <a:pt x="75" y="306"/>
                    <a:pt x="0" y="843"/>
                    <a:pt x="241" y="1239"/>
                  </a:cubicBezTo>
                  <a:cubicBezTo>
                    <a:pt x="400" y="1499"/>
                    <a:pt x="675" y="1660"/>
                    <a:pt x="956" y="1660"/>
                  </a:cubicBezTo>
                  <a:cubicBezTo>
                    <a:pt x="1107" y="1660"/>
                    <a:pt x="1260" y="1613"/>
                    <a:pt x="1396" y="1509"/>
                  </a:cubicBezTo>
                  <a:cubicBezTo>
                    <a:pt x="1763" y="1230"/>
                    <a:pt x="1918" y="602"/>
                    <a:pt x="1551" y="262"/>
                  </a:cubicBezTo>
                  <a:cubicBezTo>
                    <a:pt x="1536" y="245"/>
                    <a:pt x="1520" y="247"/>
                    <a:pt x="1505" y="243"/>
                  </a:cubicBezTo>
                  <a:cubicBezTo>
                    <a:pt x="1343" y="87"/>
                    <a:pt x="1123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2"/>
            <p:cNvSpPr/>
            <p:nvPr/>
          </p:nvSpPr>
          <p:spPr>
            <a:xfrm>
              <a:off x="-1561150" y="1918025"/>
              <a:ext cx="29450" cy="27550"/>
            </a:xfrm>
            <a:custGeom>
              <a:avLst/>
              <a:gdLst/>
              <a:ahLst/>
              <a:cxnLst/>
              <a:rect l="l" t="t" r="r" b="b"/>
              <a:pathLst>
                <a:path w="1178" h="1102" extrusionOk="0">
                  <a:moveTo>
                    <a:pt x="609" y="1"/>
                  </a:moveTo>
                  <a:cubicBezTo>
                    <a:pt x="494" y="1"/>
                    <a:pt x="379" y="29"/>
                    <a:pt x="279" y="89"/>
                  </a:cubicBezTo>
                  <a:cubicBezTo>
                    <a:pt x="14" y="250"/>
                    <a:pt x="0" y="573"/>
                    <a:pt x="152" y="816"/>
                  </a:cubicBezTo>
                  <a:cubicBezTo>
                    <a:pt x="254" y="984"/>
                    <a:pt x="427" y="1101"/>
                    <a:pt x="609" y="1101"/>
                  </a:cubicBezTo>
                  <a:cubicBezTo>
                    <a:pt x="689" y="1101"/>
                    <a:pt x="772" y="1078"/>
                    <a:pt x="850" y="1027"/>
                  </a:cubicBezTo>
                  <a:cubicBezTo>
                    <a:pt x="1144" y="830"/>
                    <a:pt x="1178" y="449"/>
                    <a:pt x="1023" y="160"/>
                  </a:cubicBezTo>
                  <a:cubicBezTo>
                    <a:pt x="1018" y="152"/>
                    <a:pt x="1020" y="142"/>
                    <a:pt x="1018" y="133"/>
                  </a:cubicBezTo>
                  <a:cubicBezTo>
                    <a:pt x="902" y="47"/>
                    <a:pt x="755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2"/>
            <p:cNvSpPr/>
            <p:nvPr/>
          </p:nvSpPr>
          <p:spPr>
            <a:xfrm>
              <a:off x="-1670125" y="1898300"/>
              <a:ext cx="60275" cy="54925"/>
            </a:xfrm>
            <a:custGeom>
              <a:avLst/>
              <a:gdLst/>
              <a:ahLst/>
              <a:cxnLst/>
              <a:rect l="l" t="t" r="r" b="b"/>
              <a:pathLst>
                <a:path w="2411" h="2197" extrusionOk="0">
                  <a:moveTo>
                    <a:pt x="974" y="308"/>
                  </a:moveTo>
                  <a:cubicBezTo>
                    <a:pt x="1203" y="308"/>
                    <a:pt x="1420" y="484"/>
                    <a:pt x="1482" y="744"/>
                  </a:cubicBezTo>
                  <a:cubicBezTo>
                    <a:pt x="1491" y="780"/>
                    <a:pt x="1523" y="797"/>
                    <a:pt x="1557" y="797"/>
                  </a:cubicBezTo>
                  <a:cubicBezTo>
                    <a:pt x="1586" y="797"/>
                    <a:pt x="1617" y="783"/>
                    <a:pt x="1631" y="757"/>
                  </a:cubicBezTo>
                  <a:cubicBezTo>
                    <a:pt x="1877" y="1019"/>
                    <a:pt x="1998" y="1403"/>
                    <a:pt x="1711" y="1705"/>
                  </a:cubicBezTo>
                  <a:cubicBezTo>
                    <a:pt x="1607" y="1814"/>
                    <a:pt x="1485" y="1858"/>
                    <a:pt x="1359" y="1858"/>
                  </a:cubicBezTo>
                  <a:cubicBezTo>
                    <a:pt x="1118" y="1858"/>
                    <a:pt x="864" y="1697"/>
                    <a:pt x="702" y="1520"/>
                  </a:cubicBezTo>
                  <a:cubicBezTo>
                    <a:pt x="442" y="1238"/>
                    <a:pt x="333" y="791"/>
                    <a:pt x="614" y="480"/>
                  </a:cubicBezTo>
                  <a:cubicBezTo>
                    <a:pt x="721" y="361"/>
                    <a:pt x="850" y="308"/>
                    <a:pt x="974" y="308"/>
                  </a:cubicBezTo>
                  <a:close/>
                  <a:moveTo>
                    <a:pt x="927" y="1"/>
                  </a:moveTo>
                  <a:cubicBezTo>
                    <a:pt x="842" y="1"/>
                    <a:pt x="757" y="16"/>
                    <a:pt x="676" y="47"/>
                  </a:cubicBezTo>
                  <a:cubicBezTo>
                    <a:pt x="50" y="289"/>
                    <a:pt x="0" y="1107"/>
                    <a:pt x="340" y="1595"/>
                  </a:cubicBezTo>
                  <a:cubicBezTo>
                    <a:pt x="567" y="1926"/>
                    <a:pt x="971" y="2196"/>
                    <a:pt x="1363" y="2196"/>
                  </a:cubicBezTo>
                  <a:cubicBezTo>
                    <a:pt x="1561" y="2196"/>
                    <a:pt x="1756" y="2127"/>
                    <a:pt x="1923" y="1962"/>
                  </a:cubicBezTo>
                  <a:cubicBezTo>
                    <a:pt x="2411" y="1483"/>
                    <a:pt x="2158" y="769"/>
                    <a:pt x="1616" y="470"/>
                  </a:cubicBezTo>
                  <a:cubicBezTo>
                    <a:pt x="1524" y="189"/>
                    <a:pt x="1229" y="1"/>
                    <a:pt x="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2"/>
            <p:cNvSpPr/>
            <p:nvPr/>
          </p:nvSpPr>
          <p:spPr>
            <a:xfrm>
              <a:off x="-1661800" y="1906000"/>
              <a:ext cx="41650" cy="38775"/>
            </a:xfrm>
            <a:custGeom>
              <a:avLst/>
              <a:gdLst/>
              <a:ahLst/>
              <a:cxnLst/>
              <a:rect l="l" t="t" r="r" b="b"/>
              <a:pathLst>
                <a:path w="1666" h="1551" extrusionOk="0">
                  <a:moveTo>
                    <a:pt x="641" y="0"/>
                  </a:moveTo>
                  <a:cubicBezTo>
                    <a:pt x="517" y="0"/>
                    <a:pt x="388" y="53"/>
                    <a:pt x="281" y="172"/>
                  </a:cubicBezTo>
                  <a:cubicBezTo>
                    <a:pt x="0" y="483"/>
                    <a:pt x="109" y="930"/>
                    <a:pt x="369" y="1212"/>
                  </a:cubicBezTo>
                  <a:cubicBezTo>
                    <a:pt x="531" y="1389"/>
                    <a:pt x="785" y="1551"/>
                    <a:pt x="1025" y="1551"/>
                  </a:cubicBezTo>
                  <a:cubicBezTo>
                    <a:pt x="1152" y="1551"/>
                    <a:pt x="1274" y="1506"/>
                    <a:pt x="1378" y="1397"/>
                  </a:cubicBezTo>
                  <a:cubicBezTo>
                    <a:pt x="1665" y="1097"/>
                    <a:pt x="1544" y="711"/>
                    <a:pt x="1298" y="449"/>
                  </a:cubicBezTo>
                  <a:cubicBezTo>
                    <a:pt x="1284" y="475"/>
                    <a:pt x="1253" y="489"/>
                    <a:pt x="1224" y="489"/>
                  </a:cubicBezTo>
                  <a:cubicBezTo>
                    <a:pt x="1190" y="489"/>
                    <a:pt x="1158" y="472"/>
                    <a:pt x="1149" y="436"/>
                  </a:cubicBezTo>
                  <a:cubicBezTo>
                    <a:pt x="1087" y="176"/>
                    <a:pt x="870" y="0"/>
                    <a:pt x="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2"/>
            <p:cNvSpPr/>
            <p:nvPr/>
          </p:nvSpPr>
          <p:spPr>
            <a:xfrm>
              <a:off x="-1560100" y="1836950"/>
              <a:ext cx="34825" cy="30350"/>
            </a:xfrm>
            <a:custGeom>
              <a:avLst/>
              <a:gdLst/>
              <a:ahLst/>
              <a:cxnLst/>
              <a:rect l="l" t="t" r="r" b="b"/>
              <a:pathLst>
                <a:path w="1393" h="1214" extrusionOk="0">
                  <a:moveTo>
                    <a:pt x="680" y="235"/>
                  </a:moveTo>
                  <a:cubicBezTo>
                    <a:pt x="837" y="235"/>
                    <a:pt x="996" y="326"/>
                    <a:pt x="1075" y="463"/>
                  </a:cubicBezTo>
                  <a:cubicBezTo>
                    <a:pt x="1076" y="475"/>
                    <a:pt x="1085" y="473"/>
                    <a:pt x="1088" y="480"/>
                  </a:cubicBezTo>
                  <a:cubicBezTo>
                    <a:pt x="1076" y="492"/>
                    <a:pt x="1059" y="507"/>
                    <a:pt x="1051" y="529"/>
                  </a:cubicBezTo>
                  <a:cubicBezTo>
                    <a:pt x="998" y="690"/>
                    <a:pt x="959" y="828"/>
                    <a:pt x="786" y="906"/>
                  </a:cubicBezTo>
                  <a:cubicBezTo>
                    <a:pt x="742" y="925"/>
                    <a:pt x="698" y="934"/>
                    <a:pt x="656" y="934"/>
                  </a:cubicBezTo>
                  <a:cubicBezTo>
                    <a:pt x="535" y="934"/>
                    <a:pt x="426" y="859"/>
                    <a:pt x="375" y="733"/>
                  </a:cubicBezTo>
                  <a:cubicBezTo>
                    <a:pt x="305" y="571"/>
                    <a:pt x="339" y="368"/>
                    <a:pt x="505" y="278"/>
                  </a:cubicBezTo>
                  <a:cubicBezTo>
                    <a:pt x="560" y="248"/>
                    <a:pt x="620" y="235"/>
                    <a:pt x="680" y="235"/>
                  </a:cubicBezTo>
                  <a:close/>
                  <a:moveTo>
                    <a:pt x="635" y="0"/>
                  </a:moveTo>
                  <a:cubicBezTo>
                    <a:pt x="568" y="0"/>
                    <a:pt x="501" y="11"/>
                    <a:pt x="436" y="35"/>
                  </a:cubicBezTo>
                  <a:cubicBezTo>
                    <a:pt x="122" y="143"/>
                    <a:pt x="1" y="493"/>
                    <a:pt x="101" y="791"/>
                  </a:cubicBezTo>
                  <a:cubicBezTo>
                    <a:pt x="185" y="1043"/>
                    <a:pt x="404" y="1214"/>
                    <a:pt x="658" y="1214"/>
                  </a:cubicBezTo>
                  <a:cubicBezTo>
                    <a:pt x="702" y="1214"/>
                    <a:pt x="746" y="1209"/>
                    <a:pt x="791" y="1198"/>
                  </a:cubicBezTo>
                  <a:cubicBezTo>
                    <a:pt x="1058" y="1137"/>
                    <a:pt x="1392" y="821"/>
                    <a:pt x="1273" y="522"/>
                  </a:cubicBezTo>
                  <a:cubicBezTo>
                    <a:pt x="1258" y="485"/>
                    <a:pt x="1229" y="468"/>
                    <a:pt x="1200" y="456"/>
                  </a:cubicBezTo>
                  <a:cubicBezTo>
                    <a:pt x="1209" y="442"/>
                    <a:pt x="1210" y="424"/>
                    <a:pt x="1207" y="403"/>
                  </a:cubicBezTo>
                  <a:cubicBezTo>
                    <a:pt x="1127" y="155"/>
                    <a:pt x="885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2"/>
            <p:cNvSpPr/>
            <p:nvPr/>
          </p:nvSpPr>
          <p:spPr>
            <a:xfrm>
              <a:off x="-1470475" y="1680625"/>
              <a:ext cx="108825" cy="81975"/>
            </a:xfrm>
            <a:custGeom>
              <a:avLst/>
              <a:gdLst/>
              <a:ahLst/>
              <a:cxnLst/>
              <a:rect l="l" t="t" r="r" b="b"/>
              <a:pathLst>
                <a:path w="4353" h="3279" extrusionOk="0">
                  <a:moveTo>
                    <a:pt x="946" y="389"/>
                  </a:moveTo>
                  <a:cubicBezTo>
                    <a:pt x="979" y="389"/>
                    <a:pt x="1011" y="403"/>
                    <a:pt x="1030" y="437"/>
                  </a:cubicBezTo>
                  <a:cubicBezTo>
                    <a:pt x="1507" y="1327"/>
                    <a:pt x="2200" y="1864"/>
                    <a:pt x="3097" y="2289"/>
                  </a:cubicBezTo>
                  <a:cubicBezTo>
                    <a:pt x="3249" y="2358"/>
                    <a:pt x="3179" y="2602"/>
                    <a:pt x="3032" y="2602"/>
                  </a:cubicBezTo>
                  <a:cubicBezTo>
                    <a:pt x="3017" y="2602"/>
                    <a:pt x="3002" y="2599"/>
                    <a:pt x="2987" y="2594"/>
                  </a:cubicBezTo>
                  <a:cubicBezTo>
                    <a:pt x="1996" y="2267"/>
                    <a:pt x="1244" y="1470"/>
                    <a:pt x="833" y="530"/>
                  </a:cubicBezTo>
                  <a:cubicBezTo>
                    <a:pt x="798" y="454"/>
                    <a:pt x="875" y="389"/>
                    <a:pt x="946" y="389"/>
                  </a:cubicBezTo>
                  <a:close/>
                  <a:moveTo>
                    <a:pt x="815" y="1"/>
                  </a:moveTo>
                  <a:cubicBezTo>
                    <a:pt x="550" y="1"/>
                    <a:pt x="281" y="174"/>
                    <a:pt x="5" y="520"/>
                  </a:cubicBezTo>
                  <a:cubicBezTo>
                    <a:pt x="9" y="539"/>
                    <a:pt x="7" y="558"/>
                    <a:pt x="0" y="575"/>
                  </a:cubicBezTo>
                  <a:lnTo>
                    <a:pt x="4" y="573"/>
                  </a:lnTo>
                  <a:cubicBezTo>
                    <a:pt x="822" y="1846"/>
                    <a:pt x="1677" y="3278"/>
                    <a:pt x="3356" y="3278"/>
                  </a:cubicBezTo>
                  <a:cubicBezTo>
                    <a:pt x="3367" y="3278"/>
                    <a:pt x="3379" y="3278"/>
                    <a:pt x="3391" y="3277"/>
                  </a:cubicBezTo>
                  <a:cubicBezTo>
                    <a:pt x="3393" y="3278"/>
                    <a:pt x="3394" y="3278"/>
                    <a:pt x="3396" y="3278"/>
                  </a:cubicBezTo>
                  <a:cubicBezTo>
                    <a:pt x="3398" y="3278"/>
                    <a:pt x="3400" y="3277"/>
                    <a:pt x="3400" y="3277"/>
                  </a:cubicBezTo>
                  <a:cubicBezTo>
                    <a:pt x="4353" y="3028"/>
                    <a:pt x="2703" y="1179"/>
                    <a:pt x="2470" y="979"/>
                  </a:cubicBezTo>
                  <a:cubicBezTo>
                    <a:pt x="2197" y="744"/>
                    <a:pt x="1898" y="530"/>
                    <a:pt x="1585" y="344"/>
                  </a:cubicBezTo>
                  <a:cubicBezTo>
                    <a:pt x="1456" y="264"/>
                    <a:pt x="1324" y="187"/>
                    <a:pt x="1188" y="118"/>
                  </a:cubicBezTo>
                  <a:cubicBezTo>
                    <a:pt x="1064" y="40"/>
                    <a:pt x="940" y="1"/>
                    <a:pt x="8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52"/>
            <p:cNvSpPr/>
            <p:nvPr/>
          </p:nvSpPr>
          <p:spPr>
            <a:xfrm>
              <a:off x="-1552500" y="1842825"/>
              <a:ext cx="19625" cy="17475"/>
            </a:xfrm>
            <a:custGeom>
              <a:avLst/>
              <a:gdLst/>
              <a:ahLst/>
              <a:cxnLst/>
              <a:rect l="l" t="t" r="r" b="b"/>
              <a:pathLst>
                <a:path w="785" h="699" extrusionOk="0">
                  <a:moveTo>
                    <a:pt x="376" y="0"/>
                  </a:moveTo>
                  <a:cubicBezTo>
                    <a:pt x="316" y="0"/>
                    <a:pt x="256" y="13"/>
                    <a:pt x="201" y="43"/>
                  </a:cubicBezTo>
                  <a:cubicBezTo>
                    <a:pt x="35" y="133"/>
                    <a:pt x="1" y="336"/>
                    <a:pt x="71" y="498"/>
                  </a:cubicBezTo>
                  <a:cubicBezTo>
                    <a:pt x="122" y="624"/>
                    <a:pt x="231" y="699"/>
                    <a:pt x="352" y="699"/>
                  </a:cubicBezTo>
                  <a:cubicBezTo>
                    <a:pt x="394" y="699"/>
                    <a:pt x="438" y="690"/>
                    <a:pt x="482" y="671"/>
                  </a:cubicBezTo>
                  <a:cubicBezTo>
                    <a:pt x="655" y="593"/>
                    <a:pt x="694" y="455"/>
                    <a:pt x="747" y="294"/>
                  </a:cubicBezTo>
                  <a:lnTo>
                    <a:pt x="747" y="296"/>
                  </a:lnTo>
                  <a:cubicBezTo>
                    <a:pt x="755" y="272"/>
                    <a:pt x="772" y="258"/>
                    <a:pt x="784" y="245"/>
                  </a:cubicBezTo>
                  <a:cubicBezTo>
                    <a:pt x="781" y="238"/>
                    <a:pt x="772" y="240"/>
                    <a:pt x="771" y="228"/>
                  </a:cubicBezTo>
                  <a:cubicBezTo>
                    <a:pt x="692" y="91"/>
                    <a:pt x="533" y="0"/>
                    <a:pt x="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52"/>
            <p:cNvSpPr/>
            <p:nvPr/>
          </p:nvSpPr>
          <p:spPr>
            <a:xfrm>
              <a:off x="-1450550" y="1690350"/>
              <a:ext cx="61325" cy="55325"/>
            </a:xfrm>
            <a:custGeom>
              <a:avLst/>
              <a:gdLst/>
              <a:ahLst/>
              <a:cxnLst/>
              <a:rect l="l" t="t" r="r" b="b"/>
              <a:pathLst>
                <a:path w="2453" h="2213" extrusionOk="0">
                  <a:moveTo>
                    <a:pt x="149" y="0"/>
                  </a:moveTo>
                  <a:cubicBezTo>
                    <a:pt x="77" y="0"/>
                    <a:pt x="0" y="65"/>
                    <a:pt x="34" y="141"/>
                  </a:cubicBezTo>
                  <a:cubicBezTo>
                    <a:pt x="447" y="1081"/>
                    <a:pt x="1198" y="1878"/>
                    <a:pt x="2190" y="2205"/>
                  </a:cubicBezTo>
                  <a:cubicBezTo>
                    <a:pt x="2205" y="2210"/>
                    <a:pt x="2220" y="2213"/>
                    <a:pt x="2235" y="2213"/>
                  </a:cubicBezTo>
                  <a:cubicBezTo>
                    <a:pt x="2382" y="2213"/>
                    <a:pt x="2452" y="1969"/>
                    <a:pt x="2300" y="1900"/>
                  </a:cubicBezTo>
                  <a:cubicBezTo>
                    <a:pt x="1403" y="1475"/>
                    <a:pt x="708" y="938"/>
                    <a:pt x="233" y="48"/>
                  </a:cubicBezTo>
                  <a:cubicBezTo>
                    <a:pt x="214" y="14"/>
                    <a:pt x="18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7" name="Google Shape;2137;p52"/>
          <p:cNvGrpSpPr/>
          <p:nvPr/>
        </p:nvGrpSpPr>
        <p:grpSpPr>
          <a:xfrm>
            <a:off x="267389" y="4386850"/>
            <a:ext cx="472725" cy="433300"/>
            <a:chOff x="1149725" y="1443925"/>
            <a:chExt cx="472725" cy="433300"/>
          </a:xfrm>
        </p:grpSpPr>
        <p:sp>
          <p:nvSpPr>
            <p:cNvPr id="2138" name="Google Shape;2138;p52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52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52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52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52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3" name="Google Shape;2143;p52"/>
          <p:cNvSpPr/>
          <p:nvPr/>
        </p:nvSpPr>
        <p:spPr>
          <a:xfrm rot="9196425">
            <a:off x="7813415" y="8856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" name="Google Shape;2144;p52"/>
          <p:cNvSpPr/>
          <p:nvPr/>
        </p:nvSpPr>
        <p:spPr>
          <a:xfrm>
            <a:off x="720006" y="30749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52"/>
          <p:cNvSpPr/>
          <p:nvPr/>
        </p:nvSpPr>
        <p:spPr>
          <a:xfrm>
            <a:off x="7618081" y="8184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52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47" name="Google Shape;2147;p52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48" name="Google Shape;2148;p52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49" name="Google Shape;2149;p52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0" name="Google Shape;2150;p52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1" name="Google Shape;2151;p52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2" name="Google Shape;2152;p52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3" name="Google Shape;2153;p52">
            <a:hlinkClick r:id="rId10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4" name="Google Shape;2154;p52">
            <a:hlinkClick r:id="rId11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5" name="Google Shape;2155;p52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6" name="Google Shape;2156;p52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57" name="Google Shape;2157;p52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2" name="Google Shape;2162;p53"/>
          <p:cNvCxnSpPr>
            <a:stCxn id="2163" idx="6"/>
            <a:endCxn id="2164" idx="2"/>
          </p:cNvCxnSpPr>
          <p:nvPr/>
        </p:nvCxnSpPr>
        <p:spPr>
          <a:xfrm>
            <a:off x="1733675" y="2200525"/>
            <a:ext cx="1824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5" name="Google Shape;2165;p53"/>
          <p:cNvCxnSpPr>
            <a:stCxn id="2164" idx="6"/>
            <a:endCxn id="2166" idx="2"/>
          </p:cNvCxnSpPr>
          <p:nvPr/>
        </p:nvCxnSpPr>
        <p:spPr>
          <a:xfrm>
            <a:off x="3659696" y="2200525"/>
            <a:ext cx="1824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7" name="Google Shape;2167;p53"/>
          <p:cNvCxnSpPr>
            <a:stCxn id="2166" idx="6"/>
            <a:endCxn id="2168" idx="2"/>
          </p:cNvCxnSpPr>
          <p:nvPr/>
        </p:nvCxnSpPr>
        <p:spPr>
          <a:xfrm>
            <a:off x="5585696" y="2200525"/>
            <a:ext cx="1824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9" name="Google Shape;2169;p53"/>
          <p:cNvCxnSpPr>
            <a:stCxn id="2170" idx="2"/>
            <a:endCxn id="2164" idx="0"/>
          </p:cNvCxnSpPr>
          <p:nvPr/>
        </p:nvCxnSpPr>
        <p:spPr>
          <a:xfrm>
            <a:off x="3608996" y="1851825"/>
            <a:ext cx="0" cy="29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1" name="Google Shape;2171;p53"/>
          <p:cNvCxnSpPr>
            <a:stCxn id="2164" idx="4"/>
            <a:endCxn id="2172" idx="0"/>
          </p:cNvCxnSpPr>
          <p:nvPr/>
        </p:nvCxnSpPr>
        <p:spPr>
          <a:xfrm>
            <a:off x="3608996" y="2251225"/>
            <a:ext cx="0" cy="28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3" name="Google Shape;2173;p53"/>
          <p:cNvCxnSpPr>
            <a:stCxn id="2174" idx="2"/>
            <a:endCxn id="2163" idx="0"/>
          </p:cNvCxnSpPr>
          <p:nvPr/>
        </p:nvCxnSpPr>
        <p:spPr>
          <a:xfrm>
            <a:off x="1682975" y="1851825"/>
            <a:ext cx="0" cy="29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5" name="Google Shape;2175;p53"/>
          <p:cNvCxnSpPr>
            <a:stCxn id="2163" idx="4"/>
            <a:endCxn id="2176" idx="0"/>
          </p:cNvCxnSpPr>
          <p:nvPr/>
        </p:nvCxnSpPr>
        <p:spPr>
          <a:xfrm>
            <a:off x="1682975" y="2251225"/>
            <a:ext cx="0" cy="28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7" name="Google Shape;2177;p53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día paso a paso</a:t>
            </a:r>
            <a:endParaRPr/>
          </a:p>
        </p:txBody>
      </p:sp>
      <p:sp>
        <p:nvSpPr>
          <p:cNvPr id="2176" name="Google Shape;2176;p53"/>
          <p:cNvSpPr txBox="1"/>
          <p:nvPr/>
        </p:nvSpPr>
        <p:spPr>
          <a:xfrm>
            <a:off x="803825" y="2531450"/>
            <a:ext cx="17583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Mercurio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78" name="Google Shape;2178;p53"/>
          <p:cNvSpPr txBox="1"/>
          <p:nvPr/>
        </p:nvSpPr>
        <p:spPr>
          <a:xfrm>
            <a:off x="803825" y="2904950"/>
            <a:ext cx="17583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Levantarme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Ducha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Desayuno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Vestir</a:t>
            </a:r>
            <a:endParaRPr sz="12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2172" name="Google Shape;2172;p53"/>
          <p:cNvSpPr txBox="1"/>
          <p:nvPr/>
        </p:nvSpPr>
        <p:spPr>
          <a:xfrm>
            <a:off x="2729846" y="2531450"/>
            <a:ext cx="17583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Venus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79" name="Google Shape;2179;p53"/>
          <p:cNvSpPr txBox="1"/>
          <p:nvPr/>
        </p:nvSpPr>
        <p:spPr>
          <a:xfrm>
            <a:off x="2729846" y="2904950"/>
            <a:ext cx="17583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Clases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Desayuno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Descanso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Examen</a:t>
            </a:r>
            <a:endParaRPr sz="12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2180" name="Google Shape;2180;p53"/>
          <p:cNvSpPr txBox="1"/>
          <p:nvPr/>
        </p:nvSpPr>
        <p:spPr>
          <a:xfrm>
            <a:off x="4655850" y="2531450"/>
            <a:ext cx="17583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Júpiter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81" name="Google Shape;2181;p53"/>
          <p:cNvSpPr txBox="1"/>
          <p:nvPr/>
        </p:nvSpPr>
        <p:spPr>
          <a:xfrm>
            <a:off x="4655850" y="2904950"/>
            <a:ext cx="17583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Mini descanso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Fruta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Estirar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Estudiar</a:t>
            </a:r>
            <a:endParaRPr sz="12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2182" name="Google Shape;2182;p53"/>
          <p:cNvSpPr txBox="1"/>
          <p:nvPr/>
        </p:nvSpPr>
        <p:spPr>
          <a:xfrm>
            <a:off x="6581875" y="2531450"/>
            <a:ext cx="17583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Saturno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83" name="Google Shape;2183;p53"/>
          <p:cNvSpPr txBox="1"/>
          <p:nvPr/>
        </p:nvSpPr>
        <p:spPr>
          <a:xfrm>
            <a:off x="6581875" y="2904950"/>
            <a:ext cx="17583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Salir de clase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Ducha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Comida</a:t>
            </a:r>
            <a:endParaRPr sz="12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365760" lvl="0" indent="-21335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fortaa"/>
              <a:buChar char="●"/>
            </a:pPr>
            <a:r>
              <a:rPr lang="es" sz="12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Siesta</a:t>
            </a:r>
            <a:endParaRPr sz="1200">
              <a:solidFill>
                <a:schemeClr val="dk1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2174" name="Google Shape;2174;p53"/>
          <p:cNvSpPr txBox="1"/>
          <p:nvPr/>
        </p:nvSpPr>
        <p:spPr>
          <a:xfrm>
            <a:off x="803825" y="1324125"/>
            <a:ext cx="1758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9:00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70" name="Google Shape;2170;p53"/>
          <p:cNvSpPr txBox="1"/>
          <p:nvPr/>
        </p:nvSpPr>
        <p:spPr>
          <a:xfrm>
            <a:off x="2729846" y="1324125"/>
            <a:ext cx="1758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11:00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84" name="Google Shape;2184;p53"/>
          <p:cNvSpPr txBox="1"/>
          <p:nvPr/>
        </p:nvSpPr>
        <p:spPr>
          <a:xfrm>
            <a:off x="4655858" y="1324125"/>
            <a:ext cx="1758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13:00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185" name="Google Shape;2185;p53"/>
          <p:cNvSpPr txBox="1"/>
          <p:nvPr/>
        </p:nvSpPr>
        <p:spPr>
          <a:xfrm>
            <a:off x="6581875" y="1324125"/>
            <a:ext cx="1758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1"/>
                </a:solidFill>
                <a:latin typeface="Chango"/>
                <a:ea typeface="Chango"/>
                <a:cs typeface="Chango"/>
                <a:sym typeface="Chango"/>
              </a:rPr>
              <a:t>15:00</a:t>
            </a:r>
            <a:endParaRPr sz="2000">
              <a:solidFill>
                <a:schemeClr val="dk1"/>
              </a:solidFill>
              <a:latin typeface="Chango"/>
              <a:ea typeface="Chango"/>
              <a:cs typeface="Chango"/>
              <a:sym typeface="Chango"/>
            </a:endParaRPr>
          </a:p>
        </p:txBody>
      </p:sp>
      <p:grpSp>
        <p:nvGrpSpPr>
          <p:cNvPr id="2186" name="Google Shape;2186;p53"/>
          <p:cNvGrpSpPr/>
          <p:nvPr/>
        </p:nvGrpSpPr>
        <p:grpSpPr>
          <a:xfrm>
            <a:off x="3457498" y="2041069"/>
            <a:ext cx="302995" cy="286815"/>
            <a:chOff x="3457498" y="2041069"/>
            <a:chExt cx="302995" cy="286815"/>
          </a:xfrm>
        </p:grpSpPr>
        <p:sp>
          <p:nvSpPr>
            <p:cNvPr id="2164" name="Google Shape;2164;p53"/>
            <p:cNvSpPr/>
            <p:nvPr/>
          </p:nvSpPr>
          <p:spPr>
            <a:xfrm>
              <a:off x="3558296" y="2149825"/>
              <a:ext cx="101400" cy="101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7" name="Google Shape;2187;p53"/>
            <p:cNvGrpSpPr/>
            <p:nvPr/>
          </p:nvGrpSpPr>
          <p:grpSpPr>
            <a:xfrm>
              <a:off x="3457498" y="2041069"/>
              <a:ext cx="302995" cy="286815"/>
              <a:chOff x="8666576" y="2036900"/>
              <a:chExt cx="352074" cy="333274"/>
            </a:xfrm>
          </p:grpSpPr>
          <p:sp>
            <p:nvSpPr>
              <p:cNvPr id="2188" name="Google Shape;2188;p53"/>
              <p:cNvSpPr/>
              <p:nvPr/>
            </p:nvSpPr>
            <p:spPr>
              <a:xfrm>
                <a:off x="8688605" y="2061439"/>
                <a:ext cx="306851" cy="292862"/>
              </a:xfrm>
              <a:custGeom>
                <a:avLst/>
                <a:gdLst/>
                <a:ahLst/>
                <a:cxnLst/>
                <a:rect l="l" t="t" r="r" b="b"/>
                <a:pathLst>
                  <a:path w="10266" h="9798" extrusionOk="0">
                    <a:moveTo>
                      <a:pt x="5502" y="1"/>
                    </a:moveTo>
                    <a:cubicBezTo>
                      <a:pt x="4888" y="1093"/>
                      <a:pt x="4267" y="2182"/>
                      <a:pt x="3633" y="3264"/>
                    </a:cubicBezTo>
                    <a:cubicBezTo>
                      <a:pt x="3594" y="3332"/>
                      <a:pt x="3538" y="3358"/>
                      <a:pt x="3477" y="3358"/>
                    </a:cubicBezTo>
                    <a:cubicBezTo>
                      <a:pt x="3523" y="3485"/>
                      <a:pt x="3438" y="3674"/>
                      <a:pt x="3269" y="3680"/>
                    </a:cubicBezTo>
                    <a:cubicBezTo>
                      <a:pt x="2150" y="3730"/>
                      <a:pt x="1088" y="3762"/>
                      <a:pt x="1" y="4015"/>
                    </a:cubicBezTo>
                    <a:cubicBezTo>
                      <a:pt x="787" y="4948"/>
                      <a:pt x="1718" y="5649"/>
                      <a:pt x="2751" y="6314"/>
                    </a:cubicBezTo>
                    <a:cubicBezTo>
                      <a:pt x="2794" y="6342"/>
                      <a:pt x="2814" y="6388"/>
                      <a:pt x="2818" y="6434"/>
                    </a:cubicBezTo>
                    <a:cubicBezTo>
                      <a:pt x="2819" y="6434"/>
                      <a:pt x="2821" y="6434"/>
                      <a:pt x="2823" y="6434"/>
                    </a:cubicBezTo>
                    <a:cubicBezTo>
                      <a:pt x="2932" y="6434"/>
                      <a:pt x="3053" y="6536"/>
                      <a:pt x="3018" y="6662"/>
                    </a:cubicBezTo>
                    <a:cubicBezTo>
                      <a:pt x="2853" y="7221"/>
                      <a:pt x="2665" y="7769"/>
                      <a:pt x="2479" y="8316"/>
                    </a:cubicBezTo>
                    <a:cubicBezTo>
                      <a:pt x="2395" y="8570"/>
                      <a:pt x="2225" y="8872"/>
                      <a:pt x="2196" y="9139"/>
                    </a:cubicBezTo>
                    <a:cubicBezTo>
                      <a:pt x="2031" y="9385"/>
                      <a:pt x="2079" y="9602"/>
                      <a:pt x="2342" y="9798"/>
                    </a:cubicBezTo>
                    <a:cubicBezTo>
                      <a:pt x="2466" y="9740"/>
                      <a:pt x="2586" y="9687"/>
                      <a:pt x="2712" y="9630"/>
                    </a:cubicBezTo>
                    <a:cubicBezTo>
                      <a:pt x="3658" y="9181"/>
                      <a:pt x="4523" y="8609"/>
                      <a:pt x="5423" y="8079"/>
                    </a:cubicBezTo>
                    <a:cubicBezTo>
                      <a:pt x="5467" y="8052"/>
                      <a:pt x="5508" y="8041"/>
                      <a:pt x="5547" y="8041"/>
                    </a:cubicBezTo>
                    <a:cubicBezTo>
                      <a:pt x="5633" y="8041"/>
                      <a:pt x="5702" y="8099"/>
                      <a:pt x="5736" y="8175"/>
                    </a:cubicBezTo>
                    <a:cubicBezTo>
                      <a:pt x="5756" y="8179"/>
                      <a:pt x="5782" y="8182"/>
                      <a:pt x="5807" y="8192"/>
                    </a:cubicBezTo>
                    <a:cubicBezTo>
                      <a:pt x="6767" y="8631"/>
                      <a:pt x="7725" y="9071"/>
                      <a:pt x="8682" y="9512"/>
                    </a:cubicBezTo>
                    <a:cubicBezTo>
                      <a:pt x="8497" y="8520"/>
                      <a:pt x="8308" y="7526"/>
                      <a:pt x="8152" y="6528"/>
                    </a:cubicBezTo>
                    <a:cubicBezTo>
                      <a:pt x="8145" y="6477"/>
                      <a:pt x="8152" y="6434"/>
                      <a:pt x="8165" y="6392"/>
                    </a:cubicBezTo>
                    <a:lnTo>
                      <a:pt x="8165" y="6392"/>
                    </a:lnTo>
                    <a:cubicBezTo>
                      <a:pt x="8149" y="6395"/>
                      <a:pt x="8133" y="6397"/>
                      <a:pt x="8117" y="6397"/>
                    </a:cubicBezTo>
                    <a:cubicBezTo>
                      <a:pt x="7938" y="6397"/>
                      <a:pt x="7792" y="6188"/>
                      <a:pt x="7953" y="6018"/>
                    </a:cubicBezTo>
                    <a:cubicBezTo>
                      <a:pt x="8729" y="5169"/>
                      <a:pt x="9533" y="4368"/>
                      <a:pt x="10265" y="3485"/>
                    </a:cubicBezTo>
                    <a:cubicBezTo>
                      <a:pt x="9241" y="3414"/>
                      <a:pt x="8213" y="3342"/>
                      <a:pt x="7189" y="3261"/>
                    </a:cubicBezTo>
                    <a:cubicBezTo>
                      <a:pt x="7085" y="3254"/>
                      <a:pt x="7027" y="3183"/>
                      <a:pt x="7014" y="3105"/>
                    </a:cubicBezTo>
                    <a:cubicBezTo>
                      <a:pt x="6977" y="3169"/>
                      <a:pt x="6899" y="3206"/>
                      <a:pt x="6824" y="3206"/>
                    </a:cubicBezTo>
                    <a:cubicBezTo>
                      <a:pt x="6757" y="3206"/>
                      <a:pt x="6693" y="3177"/>
                      <a:pt x="6662" y="3111"/>
                    </a:cubicBezTo>
                    <a:cubicBezTo>
                      <a:pt x="6185" y="2133"/>
                      <a:pt x="5896" y="1034"/>
                      <a:pt x="5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53"/>
              <p:cNvSpPr/>
              <p:nvPr/>
            </p:nvSpPr>
            <p:spPr>
              <a:xfrm>
                <a:off x="8666576" y="2036900"/>
                <a:ext cx="352074" cy="333274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11150" extrusionOk="0">
                    <a:moveTo>
                      <a:pt x="6239" y="823"/>
                    </a:moveTo>
                    <a:cubicBezTo>
                      <a:pt x="6633" y="1855"/>
                      <a:pt x="6922" y="2954"/>
                      <a:pt x="7399" y="3932"/>
                    </a:cubicBezTo>
                    <a:cubicBezTo>
                      <a:pt x="7430" y="3998"/>
                      <a:pt x="7494" y="4027"/>
                      <a:pt x="7561" y="4027"/>
                    </a:cubicBezTo>
                    <a:cubicBezTo>
                      <a:pt x="7636" y="4027"/>
                      <a:pt x="7714" y="3990"/>
                      <a:pt x="7751" y="3926"/>
                    </a:cubicBezTo>
                    <a:cubicBezTo>
                      <a:pt x="7764" y="4004"/>
                      <a:pt x="7822" y="4075"/>
                      <a:pt x="7926" y="4082"/>
                    </a:cubicBezTo>
                    <a:cubicBezTo>
                      <a:pt x="8950" y="4163"/>
                      <a:pt x="9978" y="4235"/>
                      <a:pt x="11002" y="4306"/>
                    </a:cubicBezTo>
                    <a:lnTo>
                      <a:pt x="11004" y="4306"/>
                    </a:lnTo>
                    <a:cubicBezTo>
                      <a:pt x="10270" y="5189"/>
                      <a:pt x="9466" y="5990"/>
                      <a:pt x="8690" y="6839"/>
                    </a:cubicBezTo>
                    <a:cubicBezTo>
                      <a:pt x="8530" y="7009"/>
                      <a:pt x="8674" y="7218"/>
                      <a:pt x="8854" y="7218"/>
                    </a:cubicBezTo>
                    <a:cubicBezTo>
                      <a:pt x="8870" y="7218"/>
                      <a:pt x="8887" y="7216"/>
                      <a:pt x="8904" y="7213"/>
                    </a:cubicBezTo>
                    <a:lnTo>
                      <a:pt x="8904" y="7213"/>
                    </a:lnTo>
                    <a:cubicBezTo>
                      <a:pt x="8889" y="7257"/>
                      <a:pt x="8882" y="7299"/>
                      <a:pt x="8889" y="7349"/>
                    </a:cubicBezTo>
                    <a:cubicBezTo>
                      <a:pt x="9047" y="8349"/>
                      <a:pt x="9235" y="9341"/>
                      <a:pt x="9419" y="10333"/>
                    </a:cubicBezTo>
                    <a:cubicBezTo>
                      <a:pt x="8462" y="9893"/>
                      <a:pt x="7506" y="9452"/>
                      <a:pt x="6544" y="9013"/>
                    </a:cubicBezTo>
                    <a:cubicBezTo>
                      <a:pt x="6519" y="9003"/>
                      <a:pt x="6495" y="9000"/>
                      <a:pt x="6473" y="8996"/>
                    </a:cubicBezTo>
                    <a:cubicBezTo>
                      <a:pt x="6439" y="8920"/>
                      <a:pt x="6371" y="8862"/>
                      <a:pt x="6284" y="8862"/>
                    </a:cubicBezTo>
                    <a:cubicBezTo>
                      <a:pt x="6246" y="8862"/>
                      <a:pt x="6204" y="8873"/>
                      <a:pt x="6160" y="8900"/>
                    </a:cubicBezTo>
                    <a:cubicBezTo>
                      <a:pt x="5260" y="9430"/>
                      <a:pt x="4395" y="10004"/>
                      <a:pt x="3449" y="10451"/>
                    </a:cubicBezTo>
                    <a:cubicBezTo>
                      <a:pt x="3323" y="10508"/>
                      <a:pt x="3203" y="10561"/>
                      <a:pt x="3079" y="10619"/>
                    </a:cubicBezTo>
                    <a:cubicBezTo>
                      <a:pt x="2816" y="10423"/>
                      <a:pt x="2770" y="10206"/>
                      <a:pt x="2933" y="9960"/>
                    </a:cubicBezTo>
                    <a:cubicBezTo>
                      <a:pt x="2962" y="9693"/>
                      <a:pt x="3132" y="9391"/>
                      <a:pt x="3218" y="9139"/>
                    </a:cubicBezTo>
                    <a:cubicBezTo>
                      <a:pt x="3403" y="8590"/>
                      <a:pt x="3592" y="8043"/>
                      <a:pt x="3755" y="7484"/>
                    </a:cubicBezTo>
                    <a:cubicBezTo>
                      <a:pt x="3790" y="7358"/>
                      <a:pt x="3672" y="7257"/>
                      <a:pt x="3564" y="7257"/>
                    </a:cubicBezTo>
                    <a:cubicBezTo>
                      <a:pt x="3561" y="7257"/>
                      <a:pt x="3559" y="7257"/>
                      <a:pt x="3556" y="7257"/>
                    </a:cubicBezTo>
                    <a:cubicBezTo>
                      <a:pt x="3553" y="7209"/>
                      <a:pt x="3531" y="7163"/>
                      <a:pt x="3488" y="7135"/>
                    </a:cubicBezTo>
                    <a:cubicBezTo>
                      <a:pt x="2455" y="6470"/>
                      <a:pt x="1524" y="5769"/>
                      <a:pt x="738" y="4836"/>
                    </a:cubicBezTo>
                    <a:cubicBezTo>
                      <a:pt x="1827" y="4585"/>
                      <a:pt x="2887" y="4552"/>
                      <a:pt x="4008" y="4501"/>
                    </a:cubicBezTo>
                    <a:cubicBezTo>
                      <a:pt x="4175" y="4495"/>
                      <a:pt x="4260" y="4306"/>
                      <a:pt x="4214" y="4179"/>
                    </a:cubicBezTo>
                    <a:cubicBezTo>
                      <a:pt x="4275" y="4179"/>
                      <a:pt x="4331" y="4153"/>
                      <a:pt x="4370" y="4085"/>
                    </a:cubicBezTo>
                    <a:cubicBezTo>
                      <a:pt x="5004" y="3005"/>
                      <a:pt x="5627" y="1914"/>
                      <a:pt x="6239" y="823"/>
                    </a:cubicBezTo>
                    <a:close/>
                    <a:moveTo>
                      <a:pt x="6289" y="0"/>
                    </a:moveTo>
                    <a:cubicBezTo>
                      <a:pt x="6197" y="0"/>
                      <a:pt x="6103" y="44"/>
                      <a:pt x="6060" y="122"/>
                    </a:cubicBezTo>
                    <a:cubicBezTo>
                      <a:pt x="5374" y="1371"/>
                      <a:pt x="4698" y="2626"/>
                      <a:pt x="4035" y="3890"/>
                    </a:cubicBezTo>
                    <a:cubicBezTo>
                      <a:pt x="4003" y="3949"/>
                      <a:pt x="4006" y="4007"/>
                      <a:pt x="4028" y="4053"/>
                    </a:cubicBezTo>
                    <a:cubicBezTo>
                      <a:pt x="3735" y="4012"/>
                      <a:pt x="3436" y="3994"/>
                      <a:pt x="3135" y="3994"/>
                    </a:cubicBezTo>
                    <a:cubicBezTo>
                      <a:pt x="2154" y="3994"/>
                      <a:pt x="1151" y="4189"/>
                      <a:pt x="228" y="4445"/>
                    </a:cubicBezTo>
                    <a:cubicBezTo>
                      <a:pt x="29" y="4498"/>
                      <a:pt x="1" y="4722"/>
                      <a:pt x="114" y="4865"/>
                    </a:cubicBezTo>
                    <a:cubicBezTo>
                      <a:pt x="986" y="5945"/>
                      <a:pt x="2071" y="6893"/>
                      <a:pt x="3363" y="7423"/>
                    </a:cubicBezTo>
                    <a:cubicBezTo>
                      <a:pt x="3374" y="7427"/>
                      <a:pt x="3381" y="7427"/>
                      <a:pt x="3391" y="7430"/>
                    </a:cubicBezTo>
                    <a:cubicBezTo>
                      <a:pt x="3057" y="8220"/>
                      <a:pt x="2751" y="9024"/>
                      <a:pt x="2467" y="9832"/>
                    </a:cubicBezTo>
                    <a:cubicBezTo>
                      <a:pt x="2321" y="10242"/>
                      <a:pt x="2097" y="10860"/>
                      <a:pt x="2630" y="11094"/>
                    </a:cubicBezTo>
                    <a:cubicBezTo>
                      <a:pt x="2718" y="11133"/>
                      <a:pt x="2810" y="11150"/>
                      <a:pt x="2904" y="11150"/>
                    </a:cubicBezTo>
                    <a:cubicBezTo>
                      <a:pt x="3300" y="11150"/>
                      <a:pt x="3739" y="10862"/>
                      <a:pt x="4051" y="10707"/>
                    </a:cubicBezTo>
                    <a:cubicBezTo>
                      <a:pt x="4832" y="10310"/>
                      <a:pt x="5627" y="9871"/>
                      <a:pt x="6330" y="9341"/>
                    </a:cubicBezTo>
                    <a:cubicBezTo>
                      <a:pt x="6339" y="9345"/>
                      <a:pt x="6342" y="9351"/>
                      <a:pt x="6349" y="9355"/>
                    </a:cubicBezTo>
                    <a:cubicBezTo>
                      <a:pt x="7438" y="9897"/>
                      <a:pt x="8530" y="10437"/>
                      <a:pt x="9626" y="10970"/>
                    </a:cubicBezTo>
                    <a:cubicBezTo>
                      <a:pt x="9668" y="10991"/>
                      <a:pt x="9710" y="11000"/>
                      <a:pt x="9750" y="11000"/>
                    </a:cubicBezTo>
                    <a:cubicBezTo>
                      <a:pt x="9903" y="11000"/>
                      <a:pt x="10021" y="10861"/>
                      <a:pt x="9990" y="10690"/>
                    </a:cubicBezTo>
                    <a:cubicBezTo>
                      <a:pt x="9796" y="9530"/>
                      <a:pt x="9611" y="8366"/>
                      <a:pt x="9383" y="7213"/>
                    </a:cubicBezTo>
                    <a:cubicBezTo>
                      <a:pt x="9359" y="7082"/>
                      <a:pt x="9266" y="7028"/>
                      <a:pt x="9171" y="7028"/>
                    </a:cubicBezTo>
                    <a:cubicBezTo>
                      <a:pt x="10103" y="6234"/>
                      <a:pt x="10910" y="5235"/>
                      <a:pt x="11654" y="4270"/>
                    </a:cubicBezTo>
                    <a:cubicBezTo>
                      <a:pt x="11778" y="4111"/>
                      <a:pt x="11704" y="3876"/>
                      <a:pt x="11483" y="3864"/>
                    </a:cubicBezTo>
                    <a:cubicBezTo>
                      <a:pt x="10299" y="3808"/>
                      <a:pt x="9110" y="3751"/>
                      <a:pt x="7926" y="3708"/>
                    </a:cubicBezTo>
                    <a:cubicBezTo>
                      <a:pt x="7922" y="3708"/>
                      <a:pt x="7919" y="3708"/>
                      <a:pt x="7916" y="3708"/>
                    </a:cubicBezTo>
                    <a:cubicBezTo>
                      <a:pt x="7838" y="3708"/>
                      <a:pt x="7789" y="3746"/>
                      <a:pt x="7764" y="3796"/>
                    </a:cubicBezTo>
                    <a:cubicBezTo>
                      <a:pt x="7604" y="2548"/>
                      <a:pt x="6989" y="1267"/>
                      <a:pt x="6495" y="122"/>
                    </a:cubicBezTo>
                    <a:cubicBezTo>
                      <a:pt x="6458" y="38"/>
                      <a:pt x="6375" y="0"/>
                      <a:pt x="6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2190" name="Google Shape;2190;p53"/>
          <p:cNvGraphicFramePr/>
          <p:nvPr/>
        </p:nvGraphicFramePr>
        <p:xfrm>
          <a:off x="765550" y="39633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64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Motivación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91" name="Google Shape;2191;p53"/>
          <p:cNvSpPr/>
          <p:nvPr/>
        </p:nvSpPr>
        <p:spPr>
          <a:xfrm>
            <a:off x="321081" y="246474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53"/>
          <p:cNvSpPr/>
          <p:nvPr/>
        </p:nvSpPr>
        <p:spPr>
          <a:xfrm>
            <a:off x="7752531" y="8486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53"/>
          <p:cNvSpPr/>
          <p:nvPr/>
        </p:nvSpPr>
        <p:spPr>
          <a:xfrm>
            <a:off x="8289881" y="9153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4" name="Google Shape;2194;p53"/>
          <p:cNvGrpSpPr/>
          <p:nvPr/>
        </p:nvGrpSpPr>
        <p:grpSpPr>
          <a:xfrm>
            <a:off x="1524982" y="2041069"/>
            <a:ext cx="302995" cy="286815"/>
            <a:chOff x="1524982" y="2041069"/>
            <a:chExt cx="302995" cy="286815"/>
          </a:xfrm>
        </p:grpSpPr>
        <p:grpSp>
          <p:nvGrpSpPr>
            <p:cNvPr id="2195" name="Google Shape;2195;p53"/>
            <p:cNvGrpSpPr/>
            <p:nvPr/>
          </p:nvGrpSpPr>
          <p:grpSpPr>
            <a:xfrm>
              <a:off x="1524982" y="2041069"/>
              <a:ext cx="302995" cy="286815"/>
              <a:chOff x="8666576" y="2036900"/>
              <a:chExt cx="352074" cy="333274"/>
            </a:xfrm>
          </p:grpSpPr>
          <p:sp>
            <p:nvSpPr>
              <p:cNvPr id="2196" name="Google Shape;2196;p53"/>
              <p:cNvSpPr/>
              <p:nvPr/>
            </p:nvSpPr>
            <p:spPr>
              <a:xfrm>
                <a:off x="8688605" y="2061439"/>
                <a:ext cx="306851" cy="292862"/>
              </a:xfrm>
              <a:custGeom>
                <a:avLst/>
                <a:gdLst/>
                <a:ahLst/>
                <a:cxnLst/>
                <a:rect l="l" t="t" r="r" b="b"/>
                <a:pathLst>
                  <a:path w="10266" h="9798" extrusionOk="0">
                    <a:moveTo>
                      <a:pt x="5502" y="1"/>
                    </a:moveTo>
                    <a:cubicBezTo>
                      <a:pt x="4888" y="1093"/>
                      <a:pt x="4267" y="2182"/>
                      <a:pt x="3633" y="3264"/>
                    </a:cubicBezTo>
                    <a:cubicBezTo>
                      <a:pt x="3594" y="3332"/>
                      <a:pt x="3538" y="3358"/>
                      <a:pt x="3477" y="3358"/>
                    </a:cubicBezTo>
                    <a:cubicBezTo>
                      <a:pt x="3523" y="3485"/>
                      <a:pt x="3438" y="3674"/>
                      <a:pt x="3269" y="3680"/>
                    </a:cubicBezTo>
                    <a:cubicBezTo>
                      <a:pt x="2150" y="3730"/>
                      <a:pt x="1088" y="3762"/>
                      <a:pt x="1" y="4015"/>
                    </a:cubicBezTo>
                    <a:cubicBezTo>
                      <a:pt x="787" y="4948"/>
                      <a:pt x="1718" y="5649"/>
                      <a:pt x="2751" y="6314"/>
                    </a:cubicBezTo>
                    <a:cubicBezTo>
                      <a:pt x="2794" y="6342"/>
                      <a:pt x="2814" y="6388"/>
                      <a:pt x="2818" y="6434"/>
                    </a:cubicBezTo>
                    <a:cubicBezTo>
                      <a:pt x="2819" y="6434"/>
                      <a:pt x="2821" y="6434"/>
                      <a:pt x="2823" y="6434"/>
                    </a:cubicBezTo>
                    <a:cubicBezTo>
                      <a:pt x="2932" y="6434"/>
                      <a:pt x="3053" y="6536"/>
                      <a:pt x="3018" y="6662"/>
                    </a:cubicBezTo>
                    <a:cubicBezTo>
                      <a:pt x="2853" y="7221"/>
                      <a:pt x="2665" y="7769"/>
                      <a:pt x="2479" y="8316"/>
                    </a:cubicBezTo>
                    <a:cubicBezTo>
                      <a:pt x="2395" y="8570"/>
                      <a:pt x="2225" y="8872"/>
                      <a:pt x="2196" y="9139"/>
                    </a:cubicBezTo>
                    <a:cubicBezTo>
                      <a:pt x="2031" y="9385"/>
                      <a:pt x="2079" y="9602"/>
                      <a:pt x="2342" y="9798"/>
                    </a:cubicBezTo>
                    <a:cubicBezTo>
                      <a:pt x="2466" y="9740"/>
                      <a:pt x="2586" y="9687"/>
                      <a:pt x="2712" y="9630"/>
                    </a:cubicBezTo>
                    <a:cubicBezTo>
                      <a:pt x="3658" y="9181"/>
                      <a:pt x="4523" y="8609"/>
                      <a:pt x="5423" y="8079"/>
                    </a:cubicBezTo>
                    <a:cubicBezTo>
                      <a:pt x="5467" y="8052"/>
                      <a:pt x="5508" y="8041"/>
                      <a:pt x="5547" y="8041"/>
                    </a:cubicBezTo>
                    <a:cubicBezTo>
                      <a:pt x="5633" y="8041"/>
                      <a:pt x="5702" y="8099"/>
                      <a:pt x="5736" y="8175"/>
                    </a:cubicBezTo>
                    <a:cubicBezTo>
                      <a:pt x="5756" y="8179"/>
                      <a:pt x="5782" y="8182"/>
                      <a:pt x="5807" y="8192"/>
                    </a:cubicBezTo>
                    <a:cubicBezTo>
                      <a:pt x="6767" y="8631"/>
                      <a:pt x="7725" y="9071"/>
                      <a:pt x="8682" y="9512"/>
                    </a:cubicBezTo>
                    <a:cubicBezTo>
                      <a:pt x="8497" y="8520"/>
                      <a:pt x="8308" y="7526"/>
                      <a:pt x="8152" y="6528"/>
                    </a:cubicBezTo>
                    <a:cubicBezTo>
                      <a:pt x="8145" y="6477"/>
                      <a:pt x="8152" y="6434"/>
                      <a:pt x="8165" y="6392"/>
                    </a:cubicBezTo>
                    <a:lnTo>
                      <a:pt x="8165" y="6392"/>
                    </a:lnTo>
                    <a:cubicBezTo>
                      <a:pt x="8149" y="6395"/>
                      <a:pt x="8133" y="6397"/>
                      <a:pt x="8117" y="6397"/>
                    </a:cubicBezTo>
                    <a:cubicBezTo>
                      <a:pt x="7938" y="6397"/>
                      <a:pt x="7792" y="6188"/>
                      <a:pt x="7953" y="6018"/>
                    </a:cubicBezTo>
                    <a:cubicBezTo>
                      <a:pt x="8729" y="5169"/>
                      <a:pt x="9533" y="4368"/>
                      <a:pt x="10265" y="3485"/>
                    </a:cubicBezTo>
                    <a:cubicBezTo>
                      <a:pt x="9241" y="3414"/>
                      <a:pt x="8213" y="3342"/>
                      <a:pt x="7189" y="3261"/>
                    </a:cubicBezTo>
                    <a:cubicBezTo>
                      <a:pt x="7085" y="3254"/>
                      <a:pt x="7027" y="3183"/>
                      <a:pt x="7014" y="3105"/>
                    </a:cubicBezTo>
                    <a:cubicBezTo>
                      <a:pt x="6977" y="3169"/>
                      <a:pt x="6899" y="3206"/>
                      <a:pt x="6824" y="3206"/>
                    </a:cubicBezTo>
                    <a:cubicBezTo>
                      <a:pt x="6757" y="3206"/>
                      <a:pt x="6693" y="3177"/>
                      <a:pt x="6662" y="3111"/>
                    </a:cubicBezTo>
                    <a:cubicBezTo>
                      <a:pt x="6185" y="2133"/>
                      <a:pt x="5896" y="1034"/>
                      <a:pt x="5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53"/>
              <p:cNvSpPr/>
              <p:nvPr/>
            </p:nvSpPr>
            <p:spPr>
              <a:xfrm>
                <a:off x="8666576" y="2036900"/>
                <a:ext cx="352074" cy="333274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11150" extrusionOk="0">
                    <a:moveTo>
                      <a:pt x="6239" y="823"/>
                    </a:moveTo>
                    <a:cubicBezTo>
                      <a:pt x="6633" y="1855"/>
                      <a:pt x="6922" y="2954"/>
                      <a:pt x="7399" y="3932"/>
                    </a:cubicBezTo>
                    <a:cubicBezTo>
                      <a:pt x="7430" y="3998"/>
                      <a:pt x="7494" y="4027"/>
                      <a:pt x="7561" y="4027"/>
                    </a:cubicBezTo>
                    <a:cubicBezTo>
                      <a:pt x="7636" y="4027"/>
                      <a:pt x="7714" y="3990"/>
                      <a:pt x="7751" y="3926"/>
                    </a:cubicBezTo>
                    <a:cubicBezTo>
                      <a:pt x="7764" y="4004"/>
                      <a:pt x="7822" y="4075"/>
                      <a:pt x="7926" y="4082"/>
                    </a:cubicBezTo>
                    <a:cubicBezTo>
                      <a:pt x="8950" y="4163"/>
                      <a:pt x="9978" y="4235"/>
                      <a:pt x="11002" y="4306"/>
                    </a:cubicBezTo>
                    <a:lnTo>
                      <a:pt x="11004" y="4306"/>
                    </a:lnTo>
                    <a:cubicBezTo>
                      <a:pt x="10270" y="5189"/>
                      <a:pt x="9466" y="5990"/>
                      <a:pt x="8690" y="6839"/>
                    </a:cubicBezTo>
                    <a:cubicBezTo>
                      <a:pt x="8530" y="7009"/>
                      <a:pt x="8674" y="7218"/>
                      <a:pt x="8854" y="7218"/>
                    </a:cubicBezTo>
                    <a:cubicBezTo>
                      <a:pt x="8870" y="7218"/>
                      <a:pt x="8887" y="7216"/>
                      <a:pt x="8904" y="7213"/>
                    </a:cubicBezTo>
                    <a:lnTo>
                      <a:pt x="8904" y="7213"/>
                    </a:lnTo>
                    <a:cubicBezTo>
                      <a:pt x="8889" y="7257"/>
                      <a:pt x="8882" y="7299"/>
                      <a:pt x="8889" y="7349"/>
                    </a:cubicBezTo>
                    <a:cubicBezTo>
                      <a:pt x="9047" y="8349"/>
                      <a:pt x="9235" y="9341"/>
                      <a:pt x="9419" y="10333"/>
                    </a:cubicBezTo>
                    <a:cubicBezTo>
                      <a:pt x="8462" y="9893"/>
                      <a:pt x="7506" y="9452"/>
                      <a:pt x="6544" y="9013"/>
                    </a:cubicBezTo>
                    <a:cubicBezTo>
                      <a:pt x="6519" y="9003"/>
                      <a:pt x="6495" y="9000"/>
                      <a:pt x="6473" y="8996"/>
                    </a:cubicBezTo>
                    <a:cubicBezTo>
                      <a:pt x="6439" y="8920"/>
                      <a:pt x="6371" y="8862"/>
                      <a:pt x="6284" y="8862"/>
                    </a:cubicBezTo>
                    <a:cubicBezTo>
                      <a:pt x="6246" y="8862"/>
                      <a:pt x="6204" y="8873"/>
                      <a:pt x="6160" y="8900"/>
                    </a:cubicBezTo>
                    <a:cubicBezTo>
                      <a:pt x="5260" y="9430"/>
                      <a:pt x="4395" y="10004"/>
                      <a:pt x="3449" y="10451"/>
                    </a:cubicBezTo>
                    <a:cubicBezTo>
                      <a:pt x="3323" y="10508"/>
                      <a:pt x="3203" y="10561"/>
                      <a:pt x="3079" y="10619"/>
                    </a:cubicBezTo>
                    <a:cubicBezTo>
                      <a:pt x="2816" y="10423"/>
                      <a:pt x="2770" y="10206"/>
                      <a:pt x="2933" y="9960"/>
                    </a:cubicBezTo>
                    <a:cubicBezTo>
                      <a:pt x="2962" y="9693"/>
                      <a:pt x="3132" y="9391"/>
                      <a:pt x="3218" y="9139"/>
                    </a:cubicBezTo>
                    <a:cubicBezTo>
                      <a:pt x="3403" y="8590"/>
                      <a:pt x="3592" y="8043"/>
                      <a:pt x="3755" y="7484"/>
                    </a:cubicBezTo>
                    <a:cubicBezTo>
                      <a:pt x="3790" y="7358"/>
                      <a:pt x="3672" y="7257"/>
                      <a:pt x="3564" y="7257"/>
                    </a:cubicBezTo>
                    <a:cubicBezTo>
                      <a:pt x="3561" y="7257"/>
                      <a:pt x="3559" y="7257"/>
                      <a:pt x="3556" y="7257"/>
                    </a:cubicBezTo>
                    <a:cubicBezTo>
                      <a:pt x="3553" y="7209"/>
                      <a:pt x="3531" y="7163"/>
                      <a:pt x="3488" y="7135"/>
                    </a:cubicBezTo>
                    <a:cubicBezTo>
                      <a:pt x="2455" y="6470"/>
                      <a:pt x="1524" y="5769"/>
                      <a:pt x="738" y="4836"/>
                    </a:cubicBezTo>
                    <a:cubicBezTo>
                      <a:pt x="1827" y="4585"/>
                      <a:pt x="2887" y="4552"/>
                      <a:pt x="4008" y="4501"/>
                    </a:cubicBezTo>
                    <a:cubicBezTo>
                      <a:pt x="4175" y="4495"/>
                      <a:pt x="4260" y="4306"/>
                      <a:pt x="4214" y="4179"/>
                    </a:cubicBezTo>
                    <a:cubicBezTo>
                      <a:pt x="4275" y="4179"/>
                      <a:pt x="4331" y="4153"/>
                      <a:pt x="4370" y="4085"/>
                    </a:cubicBezTo>
                    <a:cubicBezTo>
                      <a:pt x="5004" y="3005"/>
                      <a:pt x="5627" y="1914"/>
                      <a:pt x="6239" y="823"/>
                    </a:cubicBezTo>
                    <a:close/>
                    <a:moveTo>
                      <a:pt x="6289" y="0"/>
                    </a:moveTo>
                    <a:cubicBezTo>
                      <a:pt x="6197" y="0"/>
                      <a:pt x="6103" y="44"/>
                      <a:pt x="6060" y="122"/>
                    </a:cubicBezTo>
                    <a:cubicBezTo>
                      <a:pt x="5374" y="1371"/>
                      <a:pt x="4698" y="2626"/>
                      <a:pt x="4035" y="3890"/>
                    </a:cubicBezTo>
                    <a:cubicBezTo>
                      <a:pt x="4003" y="3949"/>
                      <a:pt x="4006" y="4007"/>
                      <a:pt x="4028" y="4053"/>
                    </a:cubicBezTo>
                    <a:cubicBezTo>
                      <a:pt x="3735" y="4012"/>
                      <a:pt x="3436" y="3994"/>
                      <a:pt x="3135" y="3994"/>
                    </a:cubicBezTo>
                    <a:cubicBezTo>
                      <a:pt x="2154" y="3994"/>
                      <a:pt x="1151" y="4189"/>
                      <a:pt x="228" y="4445"/>
                    </a:cubicBezTo>
                    <a:cubicBezTo>
                      <a:pt x="29" y="4498"/>
                      <a:pt x="1" y="4722"/>
                      <a:pt x="114" y="4865"/>
                    </a:cubicBezTo>
                    <a:cubicBezTo>
                      <a:pt x="986" y="5945"/>
                      <a:pt x="2071" y="6893"/>
                      <a:pt x="3363" y="7423"/>
                    </a:cubicBezTo>
                    <a:cubicBezTo>
                      <a:pt x="3374" y="7427"/>
                      <a:pt x="3381" y="7427"/>
                      <a:pt x="3391" y="7430"/>
                    </a:cubicBezTo>
                    <a:cubicBezTo>
                      <a:pt x="3057" y="8220"/>
                      <a:pt x="2751" y="9024"/>
                      <a:pt x="2467" y="9832"/>
                    </a:cubicBezTo>
                    <a:cubicBezTo>
                      <a:pt x="2321" y="10242"/>
                      <a:pt x="2097" y="10860"/>
                      <a:pt x="2630" y="11094"/>
                    </a:cubicBezTo>
                    <a:cubicBezTo>
                      <a:pt x="2718" y="11133"/>
                      <a:pt x="2810" y="11150"/>
                      <a:pt x="2904" y="11150"/>
                    </a:cubicBezTo>
                    <a:cubicBezTo>
                      <a:pt x="3300" y="11150"/>
                      <a:pt x="3739" y="10862"/>
                      <a:pt x="4051" y="10707"/>
                    </a:cubicBezTo>
                    <a:cubicBezTo>
                      <a:pt x="4832" y="10310"/>
                      <a:pt x="5627" y="9871"/>
                      <a:pt x="6330" y="9341"/>
                    </a:cubicBezTo>
                    <a:cubicBezTo>
                      <a:pt x="6339" y="9345"/>
                      <a:pt x="6342" y="9351"/>
                      <a:pt x="6349" y="9355"/>
                    </a:cubicBezTo>
                    <a:cubicBezTo>
                      <a:pt x="7438" y="9897"/>
                      <a:pt x="8530" y="10437"/>
                      <a:pt x="9626" y="10970"/>
                    </a:cubicBezTo>
                    <a:cubicBezTo>
                      <a:pt x="9668" y="10991"/>
                      <a:pt x="9710" y="11000"/>
                      <a:pt x="9750" y="11000"/>
                    </a:cubicBezTo>
                    <a:cubicBezTo>
                      <a:pt x="9903" y="11000"/>
                      <a:pt x="10021" y="10861"/>
                      <a:pt x="9990" y="10690"/>
                    </a:cubicBezTo>
                    <a:cubicBezTo>
                      <a:pt x="9796" y="9530"/>
                      <a:pt x="9611" y="8366"/>
                      <a:pt x="9383" y="7213"/>
                    </a:cubicBezTo>
                    <a:cubicBezTo>
                      <a:pt x="9359" y="7082"/>
                      <a:pt x="9266" y="7028"/>
                      <a:pt x="9171" y="7028"/>
                    </a:cubicBezTo>
                    <a:cubicBezTo>
                      <a:pt x="10103" y="6234"/>
                      <a:pt x="10910" y="5235"/>
                      <a:pt x="11654" y="4270"/>
                    </a:cubicBezTo>
                    <a:cubicBezTo>
                      <a:pt x="11778" y="4111"/>
                      <a:pt x="11704" y="3876"/>
                      <a:pt x="11483" y="3864"/>
                    </a:cubicBezTo>
                    <a:cubicBezTo>
                      <a:pt x="10299" y="3808"/>
                      <a:pt x="9110" y="3751"/>
                      <a:pt x="7926" y="3708"/>
                    </a:cubicBezTo>
                    <a:cubicBezTo>
                      <a:pt x="7922" y="3708"/>
                      <a:pt x="7919" y="3708"/>
                      <a:pt x="7916" y="3708"/>
                    </a:cubicBezTo>
                    <a:cubicBezTo>
                      <a:pt x="7838" y="3708"/>
                      <a:pt x="7789" y="3746"/>
                      <a:pt x="7764" y="3796"/>
                    </a:cubicBezTo>
                    <a:cubicBezTo>
                      <a:pt x="7604" y="2548"/>
                      <a:pt x="6989" y="1267"/>
                      <a:pt x="6495" y="122"/>
                    </a:cubicBezTo>
                    <a:cubicBezTo>
                      <a:pt x="6458" y="38"/>
                      <a:pt x="6375" y="0"/>
                      <a:pt x="6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63" name="Google Shape;2163;p53"/>
            <p:cNvSpPr/>
            <p:nvPr/>
          </p:nvSpPr>
          <p:spPr>
            <a:xfrm>
              <a:off x="1632275" y="2149825"/>
              <a:ext cx="101400" cy="101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98" name="Google Shape;2198;p53"/>
          <p:cNvCxnSpPr>
            <a:stCxn id="2184" idx="2"/>
            <a:endCxn id="2166" idx="0"/>
          </p:cNvCxnSpPr>
          <p:nvPr/>
        </p:nvCxnSpPr>
        <p:spPr>
          <a:xfrm>
            <a:off x="5535008" y="1851825"/>
            <a:ext cx="0" cy="29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9" name="Google Shape;2199;p53"/>
          <p:cNvCxnSpPr>
            <a:stCxn id="2166" idx="4"/>
            <a:endCxn id="2180" idx="0"/>
          </p:cNvCxnSpPr>
          <p:nvPr/>
        </p:nvCxnSpPr>
        <p:spPr>
          <a:xfrm>
            <a:off x="5534996" y="2251225"/>
            <a:ext cx="0" cy="28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00" name="Google Shape;2200;p53"/>
          <p:cNvGrpSpPr/>
          <p:nvPr/>
        </p:nvGrpSpPr>
        <p:grpSpPr>
          <a:xfrm>
            <a:off x="5383498" y="2041069"/>
            <a:ext cx="302995" cy="286815"/>
            <a:chOff x="5383498" y="2041069"/>
            <a:chExt cx="302995" cy="286815"/>
          </a:xfrm>
        </p:grpSpPr>
        <p:sp>
          <p:nvSpPr>
            <p:cNvPr id="2166" name="Google Shape;2166;p53"/>
            <p:cNvSpPr/>
            <p:nvPr/>
          </p:nvSpPr>
          <p:spPr>
            <a:xfrm>
              <a:off x="5484296" y="2149825"/>
              <a:ext cx="101400" cy="101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1" name="Google Shape;2201;p53"/>
            <p:cNvGrpSpPr/>
            <p:nvPr/>
          </p:nvGrpSpPr>
          <p:grpSpPr>
            <a:xfrm>
              <a:off x="5383498" y="2041069"/>
              <a:ext cx="302995" cy="286815"/>
              <a:chOff x="8666576" y="2036900"/>
              <a:chExt cx="352074" cy="333274"/>
            </a:xfrm>
          </p:grpSpPr>
          <p:sp>
            <p:nvSpPr>
              <p:cNvPr id="2202" name="Google Shape;2202;p53"/>
              <p:cNvSpPr/>
              <p:nvPr/>
            </p:nvSpPr>
            <p:spPr>
              <a:xfrm>
                <a:off x="8688605" y="2061439"/>
                <a:ext cx="306851" cy="292862"/>
              </a:xfrm>
              <a:custGeom>
                <a:avLst/>
                <a:gdLst/>
                <a:ahLst/>
                <a:cxnLst/>
                <a:rect l="l" t="t" r="r" b="b"/>
                <a:pathLst>
                  <a:path w="10266" h="9798" extrusionOk="0">
                    <a:moveTo>
                      <a:pt x="5502" y="1"/>
                    </a:moveTo>
                    <a:cubicBezTo>
                      <a:pt x="4888" y="1093"/>
                      <a:pt x="4267" y="2182"/>
                      <a:pt x="3633" y="3264"/>
                    </a:cubicBezTo>
                    <a:cubicBezTo>
                      <a:pt x="3594" y="3332"/>
                      <a:pt x="3538" y="3358"/>
                      <a:pt x="3477" y="3358"/>
                    </a:cubicBezTo>
                    <a:cubicBezTo>
                      <a:pt x="3523" y="3485"/>
                      <a:pt x="3438" y="3674"/>
                      <a:pt x="3269" y="3680"/>
                    </a:cubicBezTo>
                    <a:cubicBezTo>
                      <a:pt x="2150" y="3730"/>
                      <a:pt x="1088" y="3762"/>
                      <a:pt x="1" y="4015"/>
                    </a:cubicBezTo>
                    <a:cubicBezTo>
                      <a:pt x="787" y="4948"/>
                      <a:pt x="1718" y="5649"/>
                      <a:pt x="2751" y="6314"/>
                    </a:cubicBezTo>
                    <a:cubicBezTo>
                      <a:pt x="2794" y="6342"/>
                      <a:pt x="2814" y="6388"/>
                      <a:pt x="2818" y="6434"/>
                    </a:cubicBezTo>
                    <a:cubicBezTo>
                      <a:pt x="2819" y="6434"/>
                      <a:pt x="2821" y="6434"/>
                      <a:pt x="2823" y="6434"/>
                    </a:cubicBezTo>
                    <a:cubicBezTo>
                      <a:pt x="2932" y="6434"/>
                      <a:pt x="3053" y="6536"/>
                      <a:pt x="3018" y="6662"/>
                    </a:cubicBezTo>
                    <a:cubicBezTo>
                      <a:pt x="2853" y="7221"/>
                      <a:pt x="2665" y="7769"/>
                      <a:pt x="2479" y="8316"/>
                    </a:cubicBezTo>
                    <a:cubicBezTo>
                      <a:pt x="2395" y="8570"/>
                      <a:pt x="2225" y="8872"/>
                      <a:pt x="2196" y="9139"/>
                    </a:cubicBezTo>
                    <a:cubicBezTo>
                      <a:pt x="2031" y="9385"/>
                      <a:pt x="2079" y="9602"/>
                      <a:pt x="2342" y="9798"/>
                    </a:cubicBezTo>
                    <a:cubicBezTo>
                      <a:pt x="2466" y="9740"/>
                      <a:pt x="2586" y="9687"/>
                      <a:pt x="2712" y="9630"/>
                    </a:cubicBezTo>
                    <a:cubicBezTo>
                      <a:pt x="3658" y="9181"/>
                      <a:pt x="4523" y="8609"/>
                      <a:pt x="5423" y="8079"/>
                    </a:cubicBezTo>
                    <a:cubicBezTo>
                      <a:pt x="5467" y="8052"/>
                      <a:pt x="5508" y="8041"/>
                      <a:pt x="5547" y="8041"/>
                    </a:cubicBezTo>
                    <a:cubicBezTo>
                      <a:pt x="5633" y="8041"/>
                      <a:pt x="5702" y="8099"/>
                      <a:pt x="5736" y="8175"/>
                    </a:cubicBezTo>
                    <a:cubicBezTo>
                      <a:pt x="5756" y="8179"/>
                      <a:pt x="5782" y="8182"/>
                      <a:pt x="5807" y="8192"/>
                    </a:cubicBezTo>
                    <a:cubicBezTo>
                      <a:pt x="6767" y="8631"/>
                      <a:pt x="7725" y="9071"/>
                      <a:pt x="8682" y="9512"/>
                    </a:cubicBezTo>
                    <a:cubicBezTo>
                      <a:pt x="8497" y="8520"/>
                      <a:pt x="8308" y="7526"/>
                      <a:pt x="8152" y="6528"/>
                    </a:cubicBezTo>
                    <a:cubicBezTo>
                      <a:pt x="8145" y="6477"/>
                      <a:pt x="8152" y="6434"/>
                      <a:pt x="8165" y="6392"/>
                    </a:cubicBezTo>
                    <a:lnTo>
                      <a:pt x="8165" y="6392"/>
                    </a:lnTo>
                    <a:cubicBezTo>
                      <a:pt x="8149" y="6395"/>
                      <a:pt x="8133" y="6397"/>
                      <a:pt x="8117" y="6397"/>
                    </a:cubicBezTo>
                    <a:cubicBezTo>
                      <a:pt x="7938" y="6397"/>
                      <a:pt x="7792" y="6188"/>
                      <a:pt x="7953" y="6018"/>
                    </a:cubicBezTo>
                    <a:cubicBezTo>
                      <a:pt x="8729" y="5169"/>
                      <a:pt x="9533" y="4368"/>
                      <a:pt x="10265" y="3485"/>
                    </a:cubicBezTo>
                    <a:cubicBezTo>
                      <a:pt x="9241" y="3414"/>
                      <a:pt x="8213" y="3342"/>
                      <a:pt x="7189" y="3261"/>
                    </a:cubicBezTo>
                    <a:cubicBezTo>
                      <a:pt x="7085" y="3254"/>
                      <a:pt x="7027" y="3183"/>
                      <a:pt x="7014" y="3105"/>
                    </a:cubicBezTo>
                    <a:cubicBezTo>
                      <a:pt x="6977" y="3169"/>
                      <a:pt x="6899" y="3206"/>
                      <a:pt x="6824" y="3206"/>
                    </a:cubicBezTo>
                    <a:cubicBezTo>
                      <a:pt x="6757" y="3206"/>
                      <a:pt x="6693" y="3177"/>
                      <a:pt x="6662" y="3111"/>
                    </a:cubicBezTo>
                    <a:cubicBezTo>
                      <a:pt x="6185" y="2133"/>
                      <a:pt x="5896" y="1034"/>
                      <a:pt x="5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53"/>
              <p:cNvSpPr/>
              <p:nvPr/>
            </p:nvSpPr>
            <p:spPr>
              <a:xfrm>
                <a:off x="8666576" y="2036900"/>
                <a:ext cx="352074" cy="333274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11150" extrusionOk="0">
                    <a:moveTo>
                      <a:pt x="6239" y="823"/>
                    </a:moveTo>
                    <a:cubicBezTo>
                      <a:pt x="6633" y="1855"/>
                      <a:pt x="6922" y="2954"/>
                      <a:pt x="7399" y="3932"/>
                    </a:cubicBezTo>
                    <a:cubicBezTo>
                      <a:pt x="7430" y="3998"/>
                      <a:pt x="7494" y="4027"/>
                      <a:pt x="7561" y="4027"/>
                    </a:cubicBezTo>
                    <a:cubicBezTo>
                      <a:pt x="7636" y="4027"/>
                      <a:pt x="7714" y="3990"/>
                      <a:pt x="7751" y="3926"/>
                    </a:cubicBezTo>
                    <a:cubicBezTo>
                      <a:pt x="7764" y="4004"/>
                      <a:pt x="7822" y="4075"/>
                      <a:pt x="7926" y="4082"/>
                    </a:cubicBezTo>
                    <a:cubicBezTo>
                      <a:pt x="8950" y="4163"/>
                      <a:pt x="9978" y="4235"/>
                      <a:pt x="11002" y="4306"/>
                    </a:cubicBezTo>
                    <a:lnTo>
                      <a:pt x="11004" y="4306"/>
                    </a:lnTo>
                    <a:cubicBezTo>
                      <a:pt x="10270" y="5189"/>
                      <a:pt x="9466" y="5990"/>
                      <a:pt x="8690" y="6839"/>
                    </a:cubicBezTo>
                    <a:cubicBezTo>
                      <a:pt x="8530" y="7009"/>
                      <a:pt x="8674" y="7218"/>
                      <a:pt x="8854" y="7218"/>
                    </a:cubicBezTo>
                    <a:cubicBezTo>
                      <a:pt x="8870" y="7218"/>
                      <a:pt x="8887" y="7216"/>
                      <a:pt x="8904" y="7213"/>
                    </a:cubicBezTo>
                    <a:lnTo>
                      <a:pt x="8904" y="7213"/>
                    </a:lnTo>
                    <a:cubicBezTo>
                      <a:pt x="8889" y="7257"/>
                      <a:pt x="8882" y="7299"/>
                      <a:pt x="8889" y="7349"/>
                    </a:cubicBezTo>
                    <a:cubicBezTo>
                      <a:pt x="9047" y="8349"/>
                      <a:pt x="9235" y="9341"/>
                      <a:pt x="9419" y="10333"/>
                    </a:cubicBezTo>
                    <a:cubicBezTo>
                      <a:pt x="8462" y="9893"/>
                      <a:pt x="7506" y="9452"/>
                      <a:pt x="6544" y="9013"/>
                    </a:cubicBezTo>
                    <a:cubicBezTo>
                      <a:pt x="6519" y="9003"/>
                      <a:pt x="6495" y="9000"/>
                      <a:pt x="6473" y="8996"/>
                    </a:cubicBezTo>
                    <a:cubicBezTo>
                      <a:pt x="6439" y="8920"/>
                      <a:pt x="6371" y="8862"/>
                      <a:pt x="6284" y="8862"/>
                    </a:cubicBezTo>
                    <a:cubicBezTo>
                      <a:pt x="6246" y="8862"/>
                      <a:pt x="6204" y="8873"/>
                      <a:pt x="6160" y="8900"/>
                    </a:cubicBezTo>
                    <a:cubicBezTo>
                      <a:pt x="5260" y="9430"/>
                      <a:pt x="4395" y="10004"/>
                      <a:pt x="3449" y="10451"/>
                    </a:cubicBezTo>
                    <a:cubicBezTo>
                      <a:pt x="3323" y="10508"/>
                      <a:pt x="3203" y="10561"/>
                      <a:pt x="3079" y="10619"/>
                    </a:cubicBezTo>
                    <a:cubicBezTo>
                      <a:pt x="2816" y="10423"/>
                      <a:pt x="2770" y="10206"/>
                      <a:pt x="2933" y="9960"/>
                    </a:cubicBezTo>
                    <a:cubicBezTo>
                      <a:pt x="2962" y="9693"/>
                      <a:pt x="3132" y="9391"/>
                      <a:pt x="3218" y="9139"/>
                    </a:cubicBezTo>
                    <a:cubicBezTo>
                      <a:pt x="3403" y="8590"/>
                      <a:pt x="3592" y="8043"/>
                      <a:pt x="3755" y="7484"/>
                    </a:cubicBezTo>
                    <a:cubicBezTo>
                      <a:pt x="3790" y="7358"/>
                      <a:pt x="3672" y="7257"/>
                      <a:pt x="3564" y="7257"/>
                    </a:cubicBezTo>
                    <a:cubicBezTo>
                      <a:pt x="3561" y="7257"/>
                      <a:pt x="3559" y="7257"/>
                      <a:pt x="3556" y="7257"/>
                    </a:cubicBezTo>
                    <a:cubicBezTo>
                      <a:pt x="3553" y="7209"/>
                      <a:pt x="3531" y="7163"/>
                      <a:pt x="3488" y="7135"/>
                    </a:cubicBezTo>
                    <a:cubicBezTo>
                      <a:pt x="2455" y="6470"/>
                      <a:pt x="1524" y="5769"/>
                      <a:pt x="738" y="4836"/>
                    </a:cubicBezTo>
                    <a:cubicBezTo>
                      <a:pt x="1827" y="4585"/>
                      <a:pt x="2887" y="4552"/>
                      <a:pt x="4008" y="4501"/>
                    </a:cubicBezTo>
                    <a:cubicBezTo>
                      <a:pt x="4175" y="4495"/>
                      <a:pt x="4260" y="4306"/>
                      <a:pt x="4214" y="4179"/>
                    </a:cubicBezTo>
                    <a:cubicBezTo>
                      <a:pt x="4275" y="4179"/>
                      <a:pt x="4331" y="4153"/>
                      <a:pt x="4370" y="4085"/>
                    </a:cubicBezTo>
                    <a:cubicBezTo>
                      <a:pt x="5004" y="3005"/>
                      <a:pt x="5627" y="1914"/>
                      <a:pt x="6239" y="823"/>
                    </a:cubicBezTo>
                    <a:close/>
                    <a:moveTo>
                      <a:pt x="6289" y="0"/>
                    </a:moveTo>
                    <a:cubicBezTo>
                      <a:pt x="6197" y="0"/>
                      <a:pt x="6103" y="44"/>
                      <a:pt x="6060" y="122"/>
                    </a:cubicBezTo>
                    <a:cubicBezTo>
                      <a:pt x="5374" y="1371"/>
                      <a:pt x="4698" y="2626"/>
                      <a:pt x="4035" y="3890"/>
                    </a:cubicBezTo>
                    <a:cubicBezTo>
                      <a:pt x="4003" y="3949"/>
                      <a:pt x="4006" y="4007"/>
                      <a:pt x="4028" y="4053"/>
                    </a:cubicBezTo>
                    <a:cubicBezTo>
                      <a:pt x="3735" y="4012"/>
                      <a:pt x="3436" y="3994"/>
                      <a:pt x="3135" y="3994"/>
                    </a:cubicBezTo>
                    <a:cubicBezTo>
                      <a:pt x="2154" y="3994"/>
                      <a:pt x="1151" y="4189"/>
                      <a:pt x="228" y="4445"/>
                    </a:cubicBezTo>
                    <a:cubicBezTo>
                      <a:pt x="29" y="4498"/>
                      <a:pt x="1" y="4722"/>
                      <a:pt x="114" y="4865"/>
                    </a:cubicBezTo>
                    <a:cubicBezTo>
                      <a:pt x="986" y="5945"/>
                      <a:pt x="2071" y="6893"/>
                      <a:pt x="3363" y="7423"/>
                    </a:cubicBezTo>
                    <a:cubicBezTo>
                      <a:pt x="3374" y="7427"/>
                      <a:pt x="3381" y="7427"/>
                      <a:pt x="3391" y="7430"/>
                    </a:cubicBezTo>
                    <a:cubicBezTo>
                      <a:pt x="3057" y="8220"/>
                      <a:pt x="2751" y="9024"/>
                      <a:pt x="2467" y="9832"/>
                    </a:cubicBezTo>
                    <a:cubicBezTo>
                      <a:pt x="2321" y="10242"/>
                      <a:pt x="2097" y="10860"/>
                      <a:pt x="2630" y="11094"/>
                    </a:cubicBezTo>
                    <a:cubicBezTo>
                      <a:pt x="2718" y="11133"/>
                      <a:pt x="2810" y="11150"/>
                      <a:pt x="2904" y="11150"/>
                    </a:cubicBezTo>
                    <a:cubicBezTo>
                      <a:pt x="3300" y="11150"/>
                      <a:pt x="3739" y="10862"/>
                      <a:pt x="4051" y="10707"/>
                    </a:cubicBezTo>
                    <a:cubicBezTo>
                      <a:pt x="4832" y="10310"/>
                      <a:pt x="5627" y="9871"/>
                      <a:pt x="6330" y="9341"/>
                    </a:cubicBezTo>
                    <a:cubicBezTo>
                      <a:pt x="6339" y="9345"/>
                      <a:pt x="6342" y="9351"/>
                      <a:pt x="6349" y="9355"/>
                    </a:cubicBezTo>
                    <a:cubicBezTo>
                      <a:pt x="7438" y="9897"/>
                      <a:pt x="8530" y="10437"/>
                      <a:pt x="9626" y="10970"/>
                    </a:cubicBezTo>
                    <a:cubicBezTo>
                      <a:pt x="9668" y="10991"/>
                      <a:pt x="9710" y="11000"/>
                      <a:pt x="9750" y="11000"/>
                    </a:cubicBezTo>
                    <a:cubicBezTo>
                      <a:pt x="9903" y="11000"/>
                      <a:pt x="10021" y="10861"/>
                      <a:pt x="9990" y="10690"/>
                    </a:cubicBezTo>
                    <a:cubicBezTo>
                      <a:pt x="9796" y="9530"/>
                      <a:pt x="9611" y="8366"/>
                      <a:pt x="9383" y="7213"/>
                    </a:cubicBezTo>
                    <a:cubicBezTo>
                      <a:pt x="9359" y="7082"/>
                      <a:pt x="9266" y="7028"/>
                      <a:pt x="9171" y="7028"/>
                    </a:cubicBezTo>
                    <a:cubicBezTo>
                      <a:pt x="10103" y="6234"/>
                      <a:pt x="10910" y="5235"/>
                      <a:pt x="11654" y="4270"/>
                    </a:cubicBezTo>
                    <a:cubicBezTo>
                      <a:pt x="11778" y="4111"/>
                      <a:pt x="11704" y="3876"/>
                      <a:pt x="11483" y="3864"/>
                    </a:cubicBezTo>
                    <a:cubicBezTo>
                      <a:pt x="10299" y="3808"/>
                      <a:pt x="9110" y="3751"/>
                      <a:pt x="7926" y="3708"/>
                    </a:cubicBezTo>
                    <a:cubicBezTo>
                      <a:pt x="7922" y="3708"/>
                      <a:pt x="7919" y="3708"/>
                      <a:pt x="7916" y="3708"/>
                    </a:cubicBezTo>
                    <a:cubicBezTo>
                      <a:pt x="7838" y="3708"/>
                      <a:pt x="7789" y="3746"/>
                      <a:pt x="7764" y="3796"/>
                    </a:cubicBezTo>
                    <a:cubicBezTo>
                      <a:pt x="7604" y="2548"/>
                      <a:pt x="6989" y="1267"/>
                      <a:pt x="6495" y="122"/>
                    </a:cubicBezTo>
                    <a:cubicBezTo>
                      <a:pt x="6458" y="38"/>
                      <a:pt x="6375" y="0"/>
                      <a:pt x="6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204" name="Google Shape;2204;p53"/>
          <p:cNvCxnSpPr>
            <a:stCxn id="2185" idx="2"/>
            <a:endCxn id="2168" idx="0"/>
          </p:cNvCxnSpPr>
          <p:nvPr/>
        </p:nvCxnSpPr>
        <p:spPr>
          <a:xfrm>
            <a:off x="7461025" y="1851825"/>
            <a:ext cx="0" cy="29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5" name="Google Shape;2205;p53"/>
          <p:cNvCxnSpPr>
            <a:stCxn id="2168" idx="4"/>
            <a:endCxn id="2182" idx="0"/>
          </p:cNvCxnSpPr>
          <p:nvPr/>
        </p:nvCxnSpPr>
        <p:spPr>
          <a:xfrm>
            <a:off x="7461025" y="2251225"/>
            <a:ext cx="0" cy="28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06" name="Google Shape;2206;p53"/>
          <p:cNvGrpSpPr/>
          <p:nvPr/>
        </p:nvGrpSpPr>
        <p:grpSpPr>
          <a:xfrm>
            <a:off x="7309527" y="2041069"/>
            <a:ext cx="302995" cy="286815"/>
            <a:chOff x="7309527" y="2041069"/>
            <a:chExt cx="302995" cy="286815"/>
          </a:xfrm>
        </p:grpSpPr>
        <p:sp>
          <p:nvSpPr>
            <p:cNvPr id="2168" name="Google Shape;2168;p53"/>
            <p:cNvSpPr/>
            <p:nvPr/>
          </p:nvSpPr>
          <p:spPr>
            <a:xfrm>
              <a:off x="7410325" y="2149825"/>
              <a:ext cx="101400" cy="1014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7" name="Google Shape;2207;p53"/>
            <p:cNvGrpSpPr/>
            <p:nvPr/>
          </p:nvGrpSpPr>
          <p:grpSpPr>
            <a:xfrm>
              <a:off x="7309527" y="2041069"/>
              <a:ext cx="302995" cy="286815"/>
              <a:chOff x="8666576" y="2036900"/>
              <a:chExt cx="352074" cy="333274"/>
            </a:xfrm>
          </p:grpSpPr>
          <p:sp>
            <p:nvSpPr>
              <p:cNvPr id="2208" name="Google Shape;2208;p53"/>
              <p:cNvSpPr/>
              <p:nvPr/>
            </p:nvSpPr>
            <p:spPr>
              <a:xfrm>
                <a:off x="8688605" y="2061439"/>
                <a:ext cx="306851" cy="292862"/>
              </a:xfrm>
              <a:custGeom>
                <a:avLst/>
                <a:gdLst/>
                <a:ahLst/>
                <a:cxnLst/>
                <a:rect l="l" t="t" r="r" b="b"/>
                <a:pathLst>
                  <a:path w="10266" h="9798" extrusionOk="0">
                    <a:moveTo>
                      <a:pt x="5502" y="1"/>
                    </a:moveTo>
                    <a:cubicBezTo>
                      <a:pt x="4888" y="1093"/>
                      <a:pt x="4267" y="2182"/>
                      <a:pt x="3633" y="3264"/>
                    </a:cubicBezTo>
                    <a:cubicBezTo>
                      <a:pt x="3594" y="3332"/>
                      <a:pt x="3538" y="3358"/>
                      <a:pt x="3477" y="3358"/>
                    </a:cubicBezTo>
                    <a:cubicBezTo>
                      <a:pt x="3523" y="3485"/>
                      <a:pt x="3438" y="3674"/>
                      <a:pt x="3269" y="3680"/>
                    </a:cubicBezTo>
                    <a:cubicBezTo>
                      <a:pt x="2150" y="3730"/>
                      <a:pt x="1088" y="3762"/>
                      <a:pt x="1" y="4015"/>
                    </a:cubicBezTo>
                    <a:cubicBezTo>
                      <a:pt x="787" y="4948"/>
                      <a:pt x="1718" y="5649"/>
                      <a:pt x="2751" y="6314"/>
                    </a:cubicBezTo>
                    <a:cubicBezTo>
                      <a:pt x="2794" y="6342"/>
                      <a:pt x="2814" y="6388"/>
                      <a:pt x="2818" y="6434"/>
                    </a:cubicBezTo>
                    <a:cubicBezTo>
                      <a:pt x="2819" y="6434"/>
                      <a:pt x="2821" y="6434"/>
                      <a:pt x="2823" y="6434"/>
                    </a:cubicBezTo>
                    <a:cubicBezTo>
                      <a:pt x="2932" y="6434"/>
                      <a:pt x="3053" y="6536"/>
                      <a:pt x="3018" y="6662"/>
                    </a:cubicBezTo>
                    <a:cubicBezTo>
                      <a:pt x="2853" y="7221"/>
                      <a:pt x="2665" y="7769"/>
                      <a:pt x="2479" y="8316"/>
                    </a:cubicBezTo>
                    <a:cubicBezTo>
                      <a:pt x="2395" y="8570"/>
                      <a:pt x="2225" y="8872"/>
                      <a:pt x="2196" y="9139"/>
                    </a:cubicBezTo>
                    <a:cubicBezTo>
                      <a:pt x="2031" y="9385"/>
                      <a:pt x="2079" y="9602"/>
                      <a:pt x="2342" y="9798"/>
                    </a:cubicBezTo>
                    <a:cubicBezTo>
                      <a:pt x="2466" y="9740"/>
                      <a:pt x="2586" y="9687"/>
                      <a:pt x="2712" y="9630"/>
                    </a:cubicBezTo>
                    <a:cubicBezTo>
                      <a:pt x="3658" y="9181"/>
                      <a:pt x="4523" y="8609"/>
                      <a:pt x="5423" y="8079"/>
                    </a:cubicBezTo>
                    <a:cubicBezTo>
                      <a:pt x="5467" y="8052"/>
                      <a:pt x="5508" y="8041"/>
                      <a:pt x="5547" y="8041"/>
                    </a:cubicBezTo>
                    <a:cubicBezTo>
                      <a:pt x="5633" y="8041"/>
                      <a:pt x="5702" y="8099"/>
                      <a:pt x="5736" y="8175"/>
                    </a:cubicBezTo>
                    <a:cubicBezTo>
                      <a:pt x="5756" y="8179"/>
                      <a:pt x="5782" y="8182"/>
                      <a:pt x="5807" y="8192"/>
                    </a:cubicBezTo>
                    <a:cubicBezTo>
                      <a:pt x="6767" y="8631"/>
                      <a:pt x="7725" y="9071"/>
                      <a:pt x="8682" y="9512"/>
                    </a:cubicBezTo>
                    <a:cubicBezTo>
                      <a:pt x="8497" y="8520"/>
                      <a:pt x="8308" y="7526"/>
                      <a:pt x="8152" y="6528"/>
                    </a:cubicBezTo>
                    <a:cubicBezTo>
                      <a:pt x="8145" y="6477"/>
                      <a:pt x="8152" y="6434"/>
                      <a:pt x="8165" y="6392"/>
                    </a:cubicBezTo>
                    <a:lnTo>
                      <a:pt x="8165" y="6392"/>
                    </a:lnTo>
                    <a:cubicBezTo>
                      <a:pt x="8149" y="6395"/>
                      <a:pt x="8133" y="6397"/>
                      <a:pt x="8117" y="6397"/>
                    </a:cubicBezTo>
                    <a:cubicBezTo>
                      <a:pt x="7938" y="6397"/>
                      <a:pt x="7792" y="6188"/>
                      <a:pt x="7953" y="6018"/>
                    </a:cubicBezTo>
                    <a:cubicBezTo>
                      <a:pt x="8729" y="5169"/>
                      <a:pt x="9533" y="4368"/>
                      <a:pt x="10265" y="3485"/>
                    </a:cubicBezTo>
                    <a:cubicBezTo>
                      <a:pt x="9241" y="3414"/>
                      <a:pt x="8213" y="3342"/>
                      <a:pt x="7189" y="3261"/>
                    </a:cubicBezTo>
                    <a:cubicBezTo>
                      <a:pt x="7085" y="3254"/>
                      <a:pt x="7027" y="3183"/>
                      <a:pt x="7014" y="3105"/>
                    </a:cubicBezTo>
                    <a:cubicBezTo>
                      <a:pt x="6977" y="3169"/>
                      <a:pt x="6899" y="3206"/>
                      <a:pt x="6824" y="3206"/>
                    </a:cubicBezTo>
                    <a:cubicBezTo>
                      <a:pt x="6757" y="3206"/>
                      <a:pt x="6693" y="3177"/>
                      <a:pt x="6662" y="3111"/>
                    </a:cubicBezTo>
                    <a:cubicBezTo>
                      <a:pt x="6185" y="2133"/>
                      <a:pt x="5896" y="1034"/>
                      <a:pt x="5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53"/>
              <p:cNvSpPr/>
              <p:nvPr/>
            </p:nvSpPr>
            <p:spPr>
              <a:xfrm>
                <a:off x="8666576" y="2036900"/>
                <a:ext cx="352074" cy="333274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11150" extrusionOk="0">
                    <a:moveTo>
                      <a:pt x="6239" y="823"/>
                    </a:moveTo>
                    <a:cubicBezTo>
                      <a:pt x="6633" y="1855"/>
                      <a:pt x="6922" y="2954"/>
                      <a:pt x="7399" y="3932"/>
                    </a:cubicBezTo>
                    <a:cubicBezTo>
                      <a:pt x="7430" y="3998"/>
                      <a:pt x="7494" y="4027"/>
                      <a:pt x="7561" y="4027"/>
                    </a:cubicBezTo>
                    <a:cubicBezTo>
                      <a:pt x="7636" y="4027"/>
                      <a:pt x="7714" y="3990"/>
                      <a:pt x="7751" y="3926"/>
                    </a:cubicBezTo>
                    <a:cubicBezTo>
                      <a:pt x="7764" y="4004"/>
                      <a:pt x="7822" y="4075"/>
                      <a:pt x="7926" y="4082"/>
                    </a:cubicBezTo>
                    <a:cubicBezTo>
                      <a:pt x="8950" y="4163"/>
                      <a:pt x="9978" y="4235"/>
                      <a:pt x="11002" y="4306"/>
                    </a:cubicBezTo>
                    <a:lnTo>
                      <a:pt x="11004" y="4306"/>
                    </a:lnTo>
                    <a:cubicBezTo>
                      <a:pt x="10270" y="5189"/>
                      <a:pt x="9466" y="5990"/>
                      <a:pt x="8690" y="6839"/>
                    </a:cubicBezTo>
                    <a:cubicBezTo>
                      <a:pt x="8530" y="7009"/>
                      <a:pt x="8674" y="7218"/>
                      <a:pt x="8854" y="7218"/>
                    </a:cubicBezTo>
                    <a:cubicBezTo>
                      <a:pt x="8870" y="7218"/>
                      <a:pt x="8887" y="7216"/>
                      <a:pt x="8904" y="7213"/>
                    </a:cubicBezTo>
                    <a:lnTo>
                      <a:pt x="8904" y="7213"/>
                    </a:lnTo>
                    <a:cubicBezTo>
                      <a:pt x="8889" y="7257"/>
                      <a:pt x="8882" y="7299"/>
                      <a:pt x="8889" y="7349"/>
                    </a:cubicBezTo>
                    <a:cubicBezTo>
                      <a:pt x="9047" y="8349"/>
                      <a:pt x="9235" y="9341"/>
                      <a:pt x="9419" y="10333"/>
                    </a:cubicBezTo>
                    <a:cubicBezTo>
                      <a:pt x="8462" y="9893"/>
                      <a:pt x="7506" y="9452"/>
                      <a:pt x="6544" y="9013"/>
                    </a:cubicBezTo>
                    <a:cubicBezTo>
                      <a:pt x="6519" y="9003"/>
                      <a:pt x="6495" y="9000"/>
                      <a:pt x="6473" y="8996"/>
                    </a:cubicBezTo>
                    <a:cubicBezTo>
                      <a:pt x="6439" y="8920"/>
                      <a:pt x="6371" y="8862"/>
                      <a:pt x="6284" y="8862"/>
                    </a:cubicBezTo>
                    <a:cubicBezTo>
                      <a:pt x="6246" y="8862"/>
                      <a:pt x="6204" y="8873"/>
                      <a:pt x="6160" y="8900"/>
                    </a:cubicBezTo>
                    <a:cubicBezTo>
                      <a:pt x="5260" y="9430"/>
                      <a:pt x="4395" y="10004"/>
                      <a:pt x="3449" y="10451"/>
                    </a:cubicBezTo>
                    <a:cubicBezTo>
                      <a:pt x="3323" y="10508"/>
                      <a:pt x="3203" y="10561"/>
                      <a:pt x="3079" y="10619"/>
                    </a:cubicBezTo>
                    <a:cubicBezTo>
                      <a:pt x="2816" y="10423"/>
                      <a:pt x="2770" y="10206"/>
                      <a:pt x="2933" y="9960"/>
                    </a:cubicBezTo>
                    <a:cubicBezTo>
                      <a:pt x="2962" y="9693"/>
                      <a:pt x="3132" y="9391"/>
                      <a:pt x="3218" y="9139"/>
                    </a:cubicBezTo>
                    <a:cubicBezTo>
                      <a:pt x="3403" y="8590"/>
                      <a:pt x="3592" y="8043"/>
                      <a:pt x="3755" y="7484"/>
                    </a:cubicBezTo>
                    <a:cubicBezTo>
                      <a:pt x="3790" y="7358"/>
                      <a:pt x="3672" y="7257"/>
                      <a:pt x="3564" y="7257"/>
                    </a:cubicBezTo>
                    <a:cubicBezTo>
                      <a:pt x="3561" y="7257"/>
                      <a:pt x="3559" y="7257"/>
                      <a:pt x="3556" y="7257"/>
                    </a:cubicBezTo>
                    <a:cubicBezTo>
                      <a:pt x="3553" y="7209"/>
                      <a:pt x="3531" y="7163"/>
                      <a:pt x="3488" y="7135"/>
                    </a:cubicBezTo>
                    <a:cubicBezTo>
                      <a:pt x="2455" y="6470"/>
                      <a:pt x="1524" y="5769"/>
                      <a:pt x="738" y="4836"/>
                    </a:cubicBezTo>
                    <a:cubicBezTo>
                      <a:pt x="1827" y="4585"/>
                      <a:pt x="2887" y="4552"/>
                      <a:pt x="4008" y="4501"/>
                    </a:cubicBezTo>
                    <a:cubicBezTo>
                      <a:pt x="4175" y="4495"/>
                      <a:pt x="4260" y="4306"/>
                      <a:pt x="4214" y="4179"/>
                    </a:cubicBezTo>
                    <a:cubicBezTo>
                      <a:pt x="4275" y="4179"/>
                      <a:pt x="4331" y="4153"/>
                      <a:pt x="4370" y="4085"/>
                    </a:cubicBezTo>
                    <a:cubicBezTo>
                      <a:pt x="5004" y="3005"/>
                      <a:pt x="5627" y="1914"/>
                      <a:pt x="6239" y="823"/>
                    </a:cubicBezTo>
                    <a:close/>
                    <a:moveTo>
                      <a:pt x="6289" y="0"/>
                    </a:moveTo>
                    <a:cubicBezTo>
                      <a:pt x="6197" y="0"/>
                      <a:pt x="6103" y="44"/>
                      <a:pt x="6060" y="122"/>
                    </a:cubicBezTo>
                    <a:cubicBezTo>
                      <a:pt x="5374" y="1371"/>
                      <a:pt x="4698" y="2626"/>
                      <a:pt x="4035" y="3890"/>
                    </a:cubicBezTo>
                    <a:cubicBezTo>
                      <a:pt x="4003" y="3949"/>
                      <a:pt x="4006" y="4007"/>
                      <a:pt x="4028" y="4053"/>
                    </a:cubicBezTo>
                    <a:cubicBezTo>
                      <a:pt x="3735" y="4012"/>
                      <a:pt x="3436" y="3994"/>
                      <a:pt x="3135" y="3994"/>
                    </a:cubicBezTo>
                    <a:cubicBezTo>
                      <a:pt x="2154" y="3994"/>
                      <a:pt x="1151" y="4189"/>
                      <a:pt x="228" y="4445"/>
                    </a:cubicBezTo>
                    <a:cubicBezTo>
                      <a:pt x="29" y="4498"/>
                      <a:pt x="1" y="4722"/>
                      <a:pt x="114" y="4865"/>
                    </a:cubicBezTo>
                    <a:cubicBezTo>
                      <a:pt x="986" y="5945"/>
                      <a:pt x="2071" y="6893"/>
                      <a:pt x="3363" y="7423"/>
                    </a:cubicBezTo>
                    <a:cubicBezTo>
                      <a:pt x="3374" y="7427"/>
                      <a:pt x="3381" y="7427"/>
                      <a:pt x="3391" y="7430"/>
                    </a:cubicBezTo>
                    <a:cubicBezTo>
                      <a:pt x="3057" y="8220"/>
                      <a:pt x="2751" y="9024"/>
                      <a:pt x="2467" y="9832"/>
                    </a:cubicBezTo>
                    <a:cubicBezTo>
                      <a:pt x="2321" y="10242"/>
                      <a:pt x="2097" y="10860"/>
                      <a:pt x="2630" y="11094"/>
                    </a:cubicBezTo>
                    <a:cubicBezTo>
                      <a:pt x="2718" y="11133"/>
                      <a:pt x="2810" y="11150"/>
                      <a:pt x="2904" y="11150"/>
                    </a:cubicBezTo>
                    <a:cubicBezTo>
                      <a:pt x="3300" y="11150"/>
                      <a:pt x="3739" y="10862"/>
                      <a:pt x="4051" y="10707"/>
                    </a:cubicBezTo>
                    <a:cubicBezTo>
                      <a:pt x="4832" y="10310"/>
                      <a:pt x="5627" y="9871"/>
                      <a:pt x="6330" y="9341"/>
                    </a:cubicBezTo>
                    <a:cubicBezTo>
                      <a:pt x="6339" y="9345"/>
                      <a:pt x="6342" y="9351"/>
                      <a:pt x="6349" y="9355"/>
                    </a:cubicBezTo>
                    <a:cubicBezTo>
                      <a:pt x="7438" y="9897"/>
                      <a:pt x="8530" y="10437"/>
                      <a:pt x="9626" y="10970"/>
                    </a:cubicBezTo>
                    <a:cubicBezTo>
                      <a:pt x="9668" y="10991"/>
                      <a:pt x="9710" y="11000"/>
                      <a:pt x="9750" y="11000"/>
                    </a:cubicBezTo>
                    <a:cubicBezTo>
                      <a:pt x="9903" y="11000"/>
                      <a:pt x="10021" y="10861"/>
                      <a:pt x="9990" y="10690"/>
                    </a:cubicBezTo>
                    <a:cubicBezTo>
                      <a:pt x="9796" y="9530"/>
                      <a:pt x="9611" y="8366"/>
                      <a:pt x="9383" y="7213"/>
                    </a:cubicBezTo>
                    <a:cubicBezTo>
                      <a:pt x="9359" y="7082"/>
                      <a:pt x="9266" y="7028"/>
                      <a:pt x="9171" y="7028"/>
                    </a:cubicBezTo>
                    <a:cubicBezTo>
                      <a:pt x="10103" y="6234"/>
                      <a:pt x="10910" y="5235"/>
                      <a:pt x="11654" y="4270"/>
                    </a:cubicBezTo>
                    <a:cubicBezTo>
                      <a:pt x="11778" y="4111"/>
                      <a:pt x="11704" y="3876"/>
                      <a:pt x="11483" y="3864"/>
                    </a:cubicBezTo>
                    <a:cubicBezTo>
                      <a:pt x="10299" y="3808"/>
                      <a:pt x="9110" y="3751"/>
                      <a:pt x="7926" y="3708"/>
                    </a:cubicBezTo>
                    <a:cubicBezTo>
                      <a:pt x="7922" y="3708"/>
                      <a:pt x="7919" y="3708"/>
                      <a:pt x="7916" y="3708"/>
                    </a:cubicBezTo>
                    <a:cubicBezTo>
                      <a:pt x="7838" y="3708"/>
                      <a:pt x="7789" y="3746"/>
                      <a:pt x="7764" y="3796"/>
                    </a:cubicBezTo>
                    <a:cubicBezTo>
                      <a:pt x="7604" y="2548"/>
                      <a:pt x="6989" y="1267"/>
                      <a:pt x="6495" y="122"/>
                    </a:cubicBezTo>
                    <a:cubicBezTo>
                      <a:pt x="6458" y="38"/>
                      <a:pt x="6375" y="0"/>
                      <a:pt x="6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10" name="Google Shape;2210;p53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1" name="Google Shape;2211;p53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2" name="Google Shape;2212;p53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3" name="Google Shape;2213;p53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4" name="Google Shape;2214;p53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5" name="Google Shape;2215;p53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6" name="Google Shape;2216;p53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7" name="Google Shape;2217;p53">
            <a:hlinkClick r:id="rId10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8" name="Google Shape;2218;p53">
            <a:hlinkClick r:id="rId11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19" name="Google Shape;2219;p53">
            <a:hlinkClick r:id="rId12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20" name="Google Shape;2220;p53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21" name="Google Shape;2221;p53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54"/>
          <p:cNvSpPr txBox="1">
            <a:spLocks noGrp="1"/>
          </p:cNvSpPr>
          <p:nvPr>
            <p:ph type="subTitle" idx="1"/>
          </p:nvPr>
        </p:nvSpPr>
        <p:spPr>
          <a:xfrm>
            <a:off x="778054" y="1724100"/>
            <a:ext cx="4296000" cy="25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Venus tiene un </a:t>
            </a:r>
            <a:r>
              <a:rPr lang="es">
                <a:highlight>
                  <a:schemeClr val="lt1"/>
                </a:highlight>
              </a:rPr>
              <a:t>nombre precioso</a:t>
            </a:r>
            <a:r>
              <a:rPr lang="es"/>
              <a:t> y es el segundo planeta más cercano al Sol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El nombre del planeta Mercurio no tiene nada que ver con el </a:t>
            </a:r>
            <a:r>
              <a:rPr lang="es">
                <a:highlight>
                  <a:schemeClr val="dk2"/>
                </a:highlight>
              </a:rPr>
              <a:t>metal líquido</a:t>
            </a:r>
            <a:endParaRPr>
              <a:highlight>
                <a:schemeClr val="dk2"/>
              </a:highlight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La Tierra es el tercer planeta más cercano al Sol y el único que alberga vida en el </a:t>
            </a:r>
            <a:r>
              <a:rPr lang="es">
                <a:highlight>
                  <a:schemeClr val="accent1"/>
                </a:highlight>
              </a:rPr>
              <a:t>sistema solar</a:t>
            </a:r>
            <a:endParaRPr>
              <a:highlight>
                <a:schemeClr val="accent1"/>
              </a:highlight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A pesar de ser rojo, Marte es en realidad </a:t>
            </a:r>
            <a:r>
              <a:rPr lang="es">
                <a:highlight>
                  <a:schemeClr val="lt2"/>
                </a:highlight>
              </a:rPr>
              <a:t>un lugar frío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2227" name="Google Shape;2227;p54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Notas del mes</a:t>
            </a:r>
            <a:endParaRPr/>
          </a:p>
        </p:txBody>
      </p:sp>
      <p:pic>
        <p:nvPicPr>
          <p:cNvPr id="2228" name="Google Shape;2228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178" t="15153" r="12009"/>
          <a:stretch/>
        </p:blipFill>
        <p:spPr>
          <a:xfrm>
            <a:off x="5414896" y="1808000"/>
            <a:ext cx="2951100" cy="2356800"/>
          </a:xfrm>
          <a:prstGeom prst="ellipse">
            <a:avLst/>
          </a:prstGeom>
        </p:spPr>
      </p:pic>
      <p:sp>
        <p:nvSpPr>
          <p:cNvPr id="2229" name="Google Shape;2229;p54"/>
          <p:cNvSpPr/>
          <p:nvPr/>
        </p:nvSpPr>
        <p:spPr>
          <a:xfrm rot="9196425">
            <a:off x="3735378" y="42869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0" name="Google Shape;2230;p54"/>
          <p:cNvGrpSpPr/>
          <p:nvPr/>
        </p:nvGrpSpPr>
        <p:grpSpPr>
          <a:xfrm>
            <a:off x="981775" y="4360100"/>
            <a:ext cx="296850" cy="390925"/>
            <a:chOff x="-2421200" y="-205225"/>
            <a:chExt cx="296850" cy="390925"/>
          </a:xfrm>
        </p:grpSpPr>
        <p:sp>
          <p:nvSpPr>
            <p:cNvPr id="2231" name="Google Shape;2231;p54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54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54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54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54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54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54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54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54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54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1" name="Google Shape;2241;p54"/>
          <p:cNvGrpSpPr/>
          <p:nvPr/>
        </p:nvGrpSpPr>
        <p:grpSpPr>
          <a:xfrm>
            <a:off x="7693313" y="1770975"/>
            <a:ext cx="488825" cy="479950"/>
            <a:chOff x="-2539750" y="716850"/>
            <a:chExt cx="488825" cy="479950"/>
          </a:xfrm>
        </p:grpSpPr>
        <p:sp>
          <p:nvSpPr>
            <p:cNvPr id="2242" name="Google Shape;2242;p54"/>
            <p:cNvSpPr/>
            <p:nvPr/>
          </p:nvSpPr>
          <p:spPr>
            <a:xfrm>
              <a:off x="-2539750" y="716850"/>
              <a:ext cx="488825" cy="479950"/>
            </a:xfrm>
            <a:custGeom>
              <a:avLst/>
              <a:gdLst/>
              <a:ahLst/>
              <a:cxnLst/>
              <a:rect l="l" t="t" r="r" b="b"/>
              <a:pathLst>
                <a:path w="19553" h="19198" extrusionOk="0">
                  <a:moveTo>
                    <a:pt x="11099" y="690"/>
                  </a:moveTo>
                  <a:lnTo>
                    <a:pt x="11099" y="690"/>
                  </a:lnTo>
                  <a:cubicBezTo>
                    <a:pt x="12845" y="932"/>
                    <a:pt x="14522" y="1711"/>
                    <a:pt x="15845" y="2878"/>
                  </a:cubicBezTo>
                  <a:cubicBezTo>
                    <a:pt x="14226" y="3974"/>
                    <a:pt x="12937" y="5427"/>
                    <a:pt x="11711" y="6928"/>
                  </a:cubicBezTo>
                  <a:cubicBezTo>
                    <a:pt x="11678" y="6899"/>
                    <a:pt x="11646" y="6871"/>
                    <a:pt x="11617" y="6843"/>
                  </a:cubicBezTo>
                  <a:cubicBezTo>
                    <a:pt x="9942" y="5066"/>
                    <a:pt x="10112" y="2719"/>
                    <a:pt x="11099" y="690"/>
                  </a:cubicBezTo>
                  <a:close/>
                  <a:moveTo>
                    <a:pt x="9934" y="614"/>
                  </a:moveTo>
                  <a:cubicBezTo>
                    <a:pt x="10186" y="614"/>
                    <a:pt x="10439" y="626"/>
                    <a:pt x="10690" y="648"/>
                  </a:cubicBezTo>
                  <a:cubicBezTo>
                    <a:pt x="9280" y="2472"/>
                    <a:pt x="9643" y="5394"/>
                    <a:pt x="11102" y="7085"/>
                  </a:cubicBezTo>
                  <a:cubicBezTo>
                    <a:pt x="11184" y="7180"/>
                    <a:pt x="11272" y="7266"/>
                    <a:pt x="11362" y="7355"/>
                  </a:cubicBezTo>
                  <a:cubicBezTo>
                    <a:pt x="10953" y="7863"/>
                    <a:pt x="10547" y="8372"/>
                    <a:pt x="10134" y="8877"/>
                  </a:cubicBezTo>
                  <a:cubicBezTo>
                    <a:pt x="10109" y="8906"/>
                    <a:pt x="10083" y="8938"/>
                    <a:pt x="10059" y="8967"/>
                  </a:cubicBezTo>
                  <a:cubicBezTo>
                    <a:pt x="8145" y="6938"/>
                    <a:pt x="6201" y="4939"/>
                    <a:pt x="4231" y="2975"/>
                  </a:cubicBezTo>
                  <a:cubicBezTo>
                    <a:pt x="5209" y="2046"/>
                    <a:pt x="6390" y="1331"/>
                    <a:pt x="7703" y="937"/>
                  </a:cubicBezTo>
                  <a:cubicBezTo>
                    <a:pt x="8433" y="715"/>
                    <a:pt x="9184" y="614"/>
                    <a:pt x="9934" y="614"/>
                  </a:cubicBezTo>
                  <a:close/>
                  <a:moveTo>
                    <a:pt x="3961" y="3238"/>
                  </a:moveTo>
                  <a:cubicBezTo>
                    <a:pt x="5872" y="5294"/>
                    <a:pt x="7786" y="7344"/>
                    <a:pt x="9696" y="9397"/>
                  </a:cubicBezTo>
                  <a:cubicBezTo>
                    <a:pt x="9166" y="10027"/>
                    <a:pt x="8619" y="10638"/>
                    <a:pt x="8060" y="11240"/>
                  </a:cubicBezTo>
                  <a:cubicBezTo>
                    <a:pt x="7045" y="10569"/>
                    <a:pt x="5885" y="10311"/>
                    <a:pt x="4694" y="10311"/>
                  </a:cubicBezTo>
                  <a:cubicBezTo>
                    <a:pt x="3612" y="10311"/>
                    <a:pt x="2504" y="10524"/>
                    <a:pt x="1458" y="10834"/>
                  </a:cubicBezTo>
                  <a:cubicBezTo>
                    <a:pt x="986" y="8056"/>
                    <a:pt x="2033" y="5219"/>
                    <a:pt x="3961" y="3238"/>
                  </a:cubicBezTo>
                  <a:close/>
                  <a:moveTo>
                    <a:pt x="4533" y="10752"/>
                  </a:moveTo>
                  <a:cubicBezTo>
                    <a:pt x="5617" y="10752"/>
                    <a:pt x="6683" y="10973"/>
                    <a:pt x="7647" y="11574"/>
                  </a:cubicBezTo>
                  <a:cubicBezTo>
                    <a:pt x="7667" y="11590"/>
                    <a:pt x="7683" y="11603"/>
                    <a:pt x="7703" y="11614"/>
                  </a:cubicBezTo>
                  <a:cubicBezTo>
                    <a:pt x="6444" y="12952"/>
                    <a:pt x="5131" y="14233"/>
                    <a:pt x="3779" y="15489"/>
                  </a:cubicBezTo>
                  <a:cubicBezTo>
                    <a:pt x="2676" y="14279"/>
                    <a:pt x="1880" y="12791"/>
                    <a:pt x="1530" y="11194"/>
                  </a:cubicBezTo>
                  <a:cubicBezTo>
                    <a:pt x="2503" y="10942"/>
                    <a:pt x="3526" y="10752"/>
                    <a:pt x="4533" y="10752"/>
                  </a:cubicBezTo>
                  <a:close/>
                  <a:moveTo>
                    <a:pt x="16219" y="3227"/>
                  </a:moveTo>
                  <a:cubicBezTo>
                    <a:pt x="17058" y="4056"/>
                    <a:pt x="17731" y="5056"/>
                    <a:pt x="18147" y="6174"/>
                  </a:cubicBezTo>
                  <a:cubicBezTo>
                    <a:pt x="18326" y="6655"/>
                    <a:pt x="18485" y="7170"/>
                    <a:pt x="18609" y="7706"/>
                  </a:cubicBezTo>
                  <a:cubicBezTo>
                    <a:pt x="19146" y="9998"/>
                    <a:pt x="19126" y="12657"/>
                    <a:pt x="17859" y="14539"/>
                  </a:cubicBezTo>
                  <a:cubicBezTo>
                    <a:pt x="17488" y="15091"/>
                    <a:pt x="17048" y="15589"/>
                    <a:pt x="16561" y="16034"/>
                  </a:cubicBezTo>
                  <a:cubicBezTo>
                    <a:pt x="14536" y="13785"/>
                    <a:pt x="12490" y="11551"/>
                    <a:pt x="10414" y="9344"/>
                  </a:cubicBezTo>
                  <a:cubicBezTo>
                    <a:pt x="10871" y="8799"/>
                    <a:pt x="11318" y="8255"/>
                    <a:pt x="11770" y="7718"/>
                  </a:cubicBezTo>
                  <a:cubicBezTo>
                    <a:pt x="12771" y="8512"/>
                    <a:pt x="14069" y="8928"/>
                    <a:pt x="15358" y="8928"/>
                  </a:cubicBezTo>
                  <a:cubicBezTo>
                    <a:pt x="16473" y="8928"/>
                    <a:pt x="17581" y="8617"/>
                    <a:pt x="18485" y="7971"/>
                  </a:cubicBezTo>
                  <a:cubicBezTo>
                    <a:pt x="18584" y="7900"/>
                    <a:pt x="18613" y="7800"/>
                    <a:pt x="18599" y="7711"/>
                  </a:cubicBezTo>
                  <a:cubicBezTo>
                    <a:pt x="18577" y="7599"/>
                    <a:pt x="18483" y="7503"/>
                    <a:pt x="18360" y="7503"/>
                  </a:cubicBezTo>
                  <a:cubicBezTo>
                    <a:pt x="18320" y="7503"/>
                    <a:pt x="18277" y="7513"/>
                    <a:pt x="18232" y="7536"/>
                  </a:cubicBezTo>
                  <a:cubicBezTo>
                    <a:pt x="17267" y="8032"/>
                    <a:pt x="16199" y="8323"/>
                    <a:pt x="15152" y="8323"/>
                  </a:cubicBezTo>
                  <a:cubicBezTo>
                    <a:pt x="14073" y="8323"/>
                    <a:pt x="13017" y="8014"/>
                    <a:pt x="12123" y="7302"/>
                  </a:cubicBezTo>
                  <a:cubicBezTo>
                    <a:pt x="13346" y="5856"/>
                    <a:pt x="14617" y="4468"/>
                    <a:pt x="16158" y="3295"/>
                  </a:cubicBezTo>
                  <a:cubicBezTo>
                    <a:pt x="16183" y="3274"/>
                    <a:pt x="16200" y="3252"/>
                    <a:pt x="16219" y="3227"/>
                  </a:cubicBezTo>
                  <a:close/>
                  <a:moveTo>
                    <a:pt x="8119" y="11916"/>
                  </a:moveTo>
                  <a:cubicBezTo>
                    <a:pt x="10027" y="13457"/>
                    <a:pt x="10297" y="16136"/>
                    <a:pt x="9208" y="18285"/>
                  </a:cubicBezTo>
                  <a:cubicBezTo>
                    <a:pt x="9195" y="18314"/>
                    <a:pt x="9188" y="18342"/>
                    <a:pt x="9184" y="18371"/>
                  </a:cubicBezTo>
                  <a:cubicBezTo>
                    <a:pt x="7521" y="18054"/>
                    <a:pt x="5967" y="17488"/>
                    <a:pt x="4594" y="16295"/>
                  </a:cubicBezTo>
                  <a:cubicBezTo>
                    <a:pt x="4384" y="16115"/>
                    <a:pt x="4185" y="15923"/>
                    <a:pt x="3990" y="15723"/>
                  </a:cubicBezTo>
                  <a:cubicBezTo>
                    <a:pt x="5450" y="14556"/>
                    <a:pt x="6825" y="13272"/>
                    <a:pt x="8119" y="11916"/>
                  </a:cubicBezTo>
                  <a:close/>
                  <a:moveTo>
                    <a:pt x="10049" y="9777"/>
                  </a:moveTo>
                  <a:cubicBezTo>
                    <a:pt x="12094" y="11970"/>
                    <a:pt x="14133" y="14169"/>
                    <a:pt x="16158" y="16382"/>
                  </a:cubicBezTo>
                  <a:cubicBezTo>
                    <a:pt x="14855" y="17439"/>
                    <a:pt x="13268" y="18161"/>
                    <a:pt x="11671" y="18580"/>
                  </a:cubicBezTo>
                  <a:cubicBezTo>
                    <a:pt x="11604" y="18599"/>
                    <a:pt x="11558" y="18638"/>
                    <a:pt x="11529" y="18687"/>
                  </a:cubicBezTo>
                  <a:cubicBezTo>
                    <a:pt x="10924" y="18628"/>
                    <a:pt x="10326" y="18560"/>
                    <a:pt x="9742" y="18467"/>
                  </a:cubicBezTo>
                  <a:cubicBezTo>
                    <a:pt x="10931" y="16282"/>
                    <a:pt x="10639" y="13589"/>
                    <a:pt x="8804" y="11831"/>
                  </a:cubicBezTo>
                  <a:cubicBezTo>
                    <a:pt x="8697" y="11727"/>
                    <a:pt x="8583" y="11636"/>
                    <a:pt x="8473" y="11542"/>
                  </a:cubicBezTo>
                  <a:cubicBezTo>
                    <a:pt x="9013" y="10966"/>
                    <a:pt x="9539" y="10375"/>
                    <a:pt x="10049" y="9777"/>
                  </a:cubicBezTo>
                  <a:close/>
                  <a:moveTo>
                    <a:pt x="10184" y="1"/>
                  </a:moveTo>
                  <a:cubicBezTo>
                    <a:pt x="7792" y="1"/>
                    <a:pt x="5529" y="979"/>
                    <a:pt x="3815" y="2556"/>
                  </a:cubicBezTo>
                  <a:lnTo>
                    <a:pt x="3730" y="2469"/>
                  </a:lnTo>
                  <a:cubicBezTo>
                    <a:pt x="3692" y="2431"/>
                    <a:pt x="3650" y="2415"/>
                    <a:pt x="3609" y="2415"/>
                  </a:cubicBezTo>
                  <a:cubicBezTo>
                    <a:pt x="3475" y="2415"/>
                    <a:pt x="3359" y="2589"/>
                    <a:pt x="3476" y="2719"/>
                  </a:cubicBezTo>
                  <a:cubicBezTo>
                    <a:pt x="3505" y="2748"/>
                    <a:pt x="3531" y="2775"/>
                    <a:pt x="3558" y="2804"/>
                  </a:cubicBezTo>
                  <a:cubicBezTo>
                    <a:pt x="1203" y="5131"/>
                    <a:pt x="1" y="8622"/>
                    <a:pt x="1161" y="12198"/>
                  </a:cubicBezTo>
                  <a:cubicBezTo>
                    <a:pt x="2741" y="17080"/>
                    <a:pt x="7078" y="19054"/>
                    <a:pt x="11889" y="19197"/>
                  </a:cubicBezTo>
                  <a:cubicBezTo>
                    <a:pt x="11893" y="19197"/>
                    <a:pt x="11898" y="19197"/>
                    <a:pt x="11902" y="19197"/>
                  </a:cubicBezTo>
                  <a:cubicBezTo>
                    <a:pt x="12046" y="19197"/>
                    <a:pt x="12117" y="19087"/>
                    <a:pt x="12117" y="18973"/>
                  </a:cubicBezTo>
                  <a:cubicBezTo>
                    <a:pt x="15998" y="18072"/>
                    <a:pt x="19542" y="15076"/>
                    <a:pt x="19545" y="10875"/>
                  </a:cubicBezTo>
                  <a:cubicBezTo>
                    <a:pt x="19552" y="6544"/>
                    <a:pt x="17898" y="2552"/>
                    <a:pt x="13746" y="751"/>
                  </a:cubicBezTo>
                  <a:cubicBezTo>
                    <a:pt x="12561" y="236"/>
                    <a:pt x="11357" y="1"/>
                    <a:pt x="10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54"/>
            <p:cNvSpPr/>
            <p:nvPr/>
          </p:nvSpPr>
          <p:spPr>
            <a:xfrm>
              <a:off x="-2279400" y="909500"/>
              <a:ext cx="218325" cy="208200"/>
            </a:xfrm>
            <a:custGeom>
              <a:avLst/>
              <a:gdLst/>
              <a:ahLst/>
              <a:cxnLst/>
              <a:rect l="l" t="t" r="r" b="b"/>
              <a:pathLst>
                <a:path w="8733" h="8328" extrusionOk="0">
                  <a:moveTo>
                    <a:pt x="8195" y="0"/>
                  </a:moveTo>
                  <a:lnTo>
                    <a:pt x="8195" y="2"/>
                  </a:lnTo>
                  <a:lnTo>
                    <a:pt x="8185" y="5"/>
                  </a:lnTo>
                  <a:cubicBezTo>
                    <a:pt x="8199" y="94"/>
                    <a:pt x="8170" y="194"/>
                    <a:pt x="8071" y="265"/>
                  </a:cubicBezTo>
                  <a:cubicBezTo>
                    <a:pt x="7167" y="912"/>
                    <a:pt x="6060" y="1222"/>
                    <a:pt x="4945" y="1222"/>
                  </a:cubicBezTo>
                  <a:cubicBezTo>
                    <a:pt x="3655" y="1222"/>
                    <a:pt x="2357" y="806"/>
                    <a:pt x="1356" y="12"/>
                  </a:cubicBezTo>
                  <a:cubicBezTo>
                    <a:pt x="904" y="549"/>
                    <a:pt x="457" y="1094"/>
                    <a:pt x="0" y="1638"/>
                  </a:cubicBezTo>
                  <a:cubicBezTo>
                    <a:pt x="2076" y="3845"/>
                    <a:pt x="4122" y="6079"/>
                    <a:pt x="6147" y="8328"/>
                  </a:cubicBezTo>
                  <a:cubicBezTo>
                    <a:pt x="6634" y="7883"/>
                    <a:pt x="7074" y="7385"/>
                    <a:pt x="7445" y="6833"/>
                  </a:cubicBezTo>
                  <a:cubicBezTo>
                    <a:pt x="8712" y="4951"/>
                    <a:pt x="8732" y="2292"/>
                    <a:pt x="81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54"/>
            <p:cNvSpPr/>
            <p:nvPr/>
          </p:nvSpPr>
          <p:spPr>
            <a:xfrm>
              <a:off x="-2236675" y="797500"/>
              <a:ext cx="162175" cy="127425"/>
            </a:xfrm>
            <a:custGeom>
              <a:avLst/>
              <a:gdLst/>
              <a:ahLst/>
              <a:cxnLst/>
              <a:rect l="l" t="t" r="r" b="b"/>
              <a:pathLst>
                <a:path w="6487" h="5097" extrusionOk="0">
                  <a:moveTo>
                    <a:pt x="4096" y="1"/>
                  </a:moveTo>
                  <a:cubicBezTo>
                    <a:pt x="4077" y="26"/>
                    <a:pt x="4060" y="48"/>
                    <a:pt x="4035" y="69"/>
                  </a:cubicBezTo>
                  <a:cubicBezTo>
                    <a:pt x="2494" y="1242"/>
                    <a:pt x="1223" y="2630"/>
                    <a:pt x="0" y="4076"/>
                  </a:cubicBezTo>
                  <a:cubicBezTo>
                    <a:pt x="895" y="4788"/>
                    <a:pt x="1951" y="5097"/>
                    <a:pt x="3030" y="5097"/>
                  </a:cubicBezTo>
                  <a:cubicBezTo>
                    <a:pt x="4076" y="5097"/>
                    <a:pt x="5144" y="4806"/>
                    <a:pt x="6109" y="4310"/>
                  </a:cubicBezTo>
                  <a:cubicBezTo>
                    <a:pt x="6154" y="4287"/>
                    <a:pt x="6197" y="4277"/>
                    <a:pt x="6237" y="4277"/>
                  </a:cubicBezTo>
                  <a:cubicBezTo>
                    <a:pt x="6360" y="4277"/>
                    <a:pt x="6454" y="4373"/>
                    <a:pt x="6476" y="4485"/>
                  </a:cubicBezTo>
                  <a:lnTo>
                    <a:pt x="6486" y="4480"/>
                  </a:lnTo>
                  <a:cubicBezTo>
                    <a:pt x="6362" y="3944"/>
                    <a:pt x="6203" y="3427"/>
                    <a:pt x="6024" y="2948"/>
                  </a:cubicBezTo>
                  <a:cubicBezTo>
                    <a:pt x="5608" y="1830"/>
                    <a:pt x="4935" y="830"/>
                    <a:pt x="40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54"/>
            <p:cNvSpPr/>
            <p:nvPr/>
          </p:nvSpPr>
          <p:spPr>
            <a:xfrm>
              <a:off x="-2327950" y="961300"/>
              <a:ext cx="192150" cy="222750"/>
            </a:xfrm>
            <a:custGeom>
              <a:avLst/>
              <a:gdLst/>
              <a:ahLst/>
              <a:cxnLst/>
              <a:rect l="l" t="t" r="r" b="b"/>
              <a:pathLst>
                <a:path w="7686" h="8910" extrusionOk="0">
                  <a:moveTo>
                    <a:pt x="1577" y="1"/>
                  </a:moveTo>
                  <a:cubicBezTo>
                    <a:pt x="1067" y="599"/>
                    <a:pt x="541" y="1188"/>
                    <a:pt x="1" y="1766"/>
                  </a:cubicBezTo>
                  <a:cubicBezTo>
                    <a:pt x="111" y="1858"/>
                    <a:pt x="225" y="1949"/>
                    <a:pt x="332" y="2053"/>
                  </a:cubicBezTo>
                  <a:cubicBezTo>
                    <a:pt x="2167" y="3811"/>
                    <a:pt x="2459" y="6504"/>
                    <a:pt x="1271" y="8689"/>
                  </a:cubicBezTo>
                  <a:cubicBezTo>
                    <a:pt x="1854" y="8782"/>
                    <a:pt x="2452" y="8850"/>
                    <a:pt x="3057" y="8909"/>
                  </a:cubicBezTo>
                  <a:cubicBezTo>
                    <a:pt x="3086" y="8860"/>
                    <a:pt x="3132" y="8821"/>
                    <a:pt x="3199" y="8802"/>
                  </a:cubicBezTo>
                  <a:cubicBezTo>
                    <a:pt x="4796" y="8383"/>
                    <a:pt x="6383" y="7661"/>
                    <a:pt x="7686" y="6604"/>
                  </a:cubicBezTo>
                  <a:cubicBezTo>
                    <a:pt x="5661" y="4391"/>
                    <a:pt x="3622" y="2192"/>
                    <a:pt x="15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54"/>
            <p:cNvSpPr/>
            <p:nvPr/>
          </p:nvSpPr>
          <p:spPr>
            <a:xfrm>
              <a:off x="-2291200" y="734100"/>
              <a:ext cx="147600" cy="155975"/>
            </a:xfrm>
            <a:custGeom>
              <a:avLst/>
              <a:gdLst/>
              <a:ahLst/>
              <a:cxnLst/>
              <a:rect l="l" t="t" r="r" b="b"/>
              <a:pathLst>
                <a:path w="5904" h="6239" extrusionOk="0">
                  <a:moveTo>
                    <a:pt x="1157" y="0"/>
                  </a:moveTo>
                  <a:lnTo>
                    <a:pt x="1157" y="0"/>
                  </a:lnTo>
                  <a:cubicBezTo>
                    <a:pt x="170" y="2029"/>
                    <a:pt x="0" y="4376"/>
                    <a:pt x="1675" y="6153"/>
                  </a:cubicBezTo>
                  <a:cubicBezTo>
                    <a:pt x="1704" y="6181"/>
                    <a:pt x="1736" y="6209"/>
                    <a:pt x="1769" y="6238"/>
                  </a:cubicBezTo>
                  <a:cubicBezTo>
                    <a:pt x="2995" y="4737"/>
                    <a:pt x="4284" y="3284"/>
                    <a:pt x="5903" y="2188"/>
                  </a:cubicBezTo>
                  <a:cubicBezTo>
                    <a:pt x="4580" y="1021"/>
                    <a:pt x="2903" y="242"/>
                    <a:pt x="11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54"/>
            <p:cNvSpPr/>
            <p:nvPr/>
          </p:nvSpPr>
          <p:spPr>
            <a:xfrm>
              <a:off x="-2434000" y="732175"/>
              <a:ext cx="178325" cy="208850"/>
            </a:xfrm>
            <a:custGeom>
              <a:avLst/>
              <a:gdLst/>
              <a:ahLst/>
              <a:cxnLst/>
              <a:rect l="l" t="t" r="r" b="b"/>
              <a:pathLst>
                <a:path w="7133" h="8354" extrusionOk="0">
                  <a:moveTo>
                    <a:pt x="5701" y="0"/>
                  </a:moveTo>
                  <a:cubicBezTo>
                    <a:pt x="4952" y="0"/>
                    <a:pt x="4202" y="102"/>
                    <a:pt x="3473" y="322"/>
                  </a:cubicBezTo>
                  <a:cubicBezTo>
                    <a:pt x="2160" y="718"/>
                    <a:pt x="979" y="1433"/>
                    <a:pt x="1" y="2362"/>
                  </a:cubicBezTo>
                  <a:cubicBezTo>
                    <a:pt x="1971" y="4326"/>
                    <a:pt x="3915" y="6325"/>
                    <a:pt x="5829" y="8354"/>
                  </a:cubicBezTo>
                  <a:cubicBezTo>
                    <a:pt x="5855" y="8325"/>
                    <a:pt x="5879" y="8293"/>
                    <a:pt x="5904" y="8264"/>
                  </a:cubicBezTo>
                  <a:cubicBezTo>
                    <a:pt x="6317" y="7759"/>
                    <a:pt x="6723" y="7251"/>
                    <a:pt x="7132" y="6742"/>
                  </a:cubicBezTo>
                  <a:cubicBezTo>
                    <a:pt x="7042" y="6653"/>
                    <a:pt x="6954" y="6567"/>
                    <a:pt x="6872" y="6472"/>
                  </a:cubicBezTo>
                  <a:cubicBezTo>
                    <a:pt x="5413" y="4781"/>
                    <a:pt x="5050" y="1859"/>
                    <a:pt x="6460" y="35"/>
                  </a:cubicBezTo>
                  <a:cubicBezTo>
                    <a:pt x="6207" y="12"/>
                    <a:pt x="5954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54"/>
            <p:cNvSpPr/>
            <p:nvPr/>
          </p:nvSpPr>
          <p:spPr>
            <a:xfrm>
              <a:off x="-2440025" y="1014725"/>
              <a:ext cx="157725" cy="161425"/>
            </a:xfrm>
            <a:custGeom>
              <a:avLst/>
              <a:gdLst/>
              <a:ahLst/>
              <a:cxnLst/>
              <a:rect l="l" t="t" r="r" b="b"/>
              <a:pathLst>
                <a:path w="6309" h="6457" extrusionOk="0">
                  <a:moveTo>
                    <a:pt x="4130" y="1"/>
                  </a:moveTo>
                  <a:cubicBezTo>
                    <a:pt x="2836" y="1357"/>
                    <a:pt x="1461" y="2641"/>
                    <a:pt x="1" y="3808"/>
                  </a:cubicBezTo>
                  <a:cubicBezTo>
                    <a:pt x="196" y="4008"/>
                    <a:pt x="395" y="4200"/>
                    <a:pt x="605" y="4382"/>
                  </a:cubicBezTo>
                  <a:cubicBezTo>
                    <a:pt x="1978" y="5573"/>
                    <a:pt x="3534" y="6139"/>
                    <a:pt x="5195" y="6456"/>
                  </a:cubicBezTo>
                  <a:cubicBezTo>
                    <a:pt x="5199" y="6427"/>
                    <a:pt x="5206" y="6399"/>
                    <a:pt x="5219" y="6371"/>
                  </a:cubicBezTo>
                  <a:cubicBezTo>
                    <a:pt x="6308" y="4221"/>
                    <a:pt x="6038" y="1542"/>
                    <a:pt x="41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54"/>
            <p:cNvSpPr/>
            <p:nvPr/>
          </p:nvSpPr>
          <p:spPr>
            <a:xfrm>
              <a:off x="-2515100" y="797800"/>
              <a:ext cx="217750" cy="200050"/>
            </a:xfrm>
            <a:custGeom>
              <a:avLst/>
              <a:gdLst/>
              <a:ahLst/>
              <a:cxnLst/>
              <a:rect l="l" t="t" r="r" b="b"/>
              <a:pathLst>
                <a:path w="8710" h="8002" extrusionOk="0">
                  <a:moveTo>
                    <a:pt x="2975" y="0"/>
                  </a:moveTo>
                  <a:cubicBezTo>
                    <a:pt x="1047" y="1983"/>
                    <a:pt x="0" y="4818"/>
                    <a:pt x="472" y="7598"/>
                  </a:cubicBezTo>
                  <a:cubicBezTo>
                    <a:pt x="1519" y="7287"/>
                    <a:pt x="2627" y="7073"/>
                    <a:pt x="3710" y="7073"/>
                  </a:cubicBezTo>
                  <a:cubicBezTo>
                    <a:pt x="4900" y="7073"/>
                    <a:pt x="6060" y="7331"/>
                    <a:pt x="7074" y="8002"/>
                  </a:cubicBezTo>
                  <a:cubicBezTo>
                    <a:pt x="7633" y="7400"/>
                    <a:pt x="8180" y="6789"/>
                    <a:pt x="8710" y="6159"/>
                  </a:cubicBezTo>
                  <a:cubicBezTo>
                    <a:pt x="6800" y="4106"/>
                    <a:pt x="4886" y="2056"/>
                    <a:pt x="29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54"/>
            <p:cNvSpPr/>
            <p:nvPr/>
          </p:nvSpPr>
          <p:spPr>
            <a:xfrm>
              <a:off x="-2501525" y="985650"/>
              <a:ext cx="154375" cy="118425"/>
            </a:xfrm>
            <a:custGeom>
              <a:avLst/>
              <a:gdLst/>
              <a:ahLst/>
              <a:cxnLst/>
              <a:rect l="l" t="t" r="r" b="b"/>
              <a:pathLst>
                <a:path w="6175" h="4737" extrusionOk="0">
                  <a:moveTo>
                    <a:pt x="3004" y="0"/>
                  </a:moveTo>
                  <a:cubicBezTo>
                    <a:pt x="1997" y="0"/>
                    <a:pt x="974" y="190"/>
                    <a:pt x="1" y="442"/>
                  </a:cubicBezTo>
                  <a:cubicBezTo>
                    <a:pt x="351" y="2041"/>
                    <a:pt x="1147" y="3527"/>
                    <a:pt x="2250" y="4737"/>
                  </a:cubicBezTo>
                  <a:cubicBezTo>
                    <a:pt x="3602" y="3481"/>
                    <a:pt x="4915" y="2200"/>
                    <a:pt x="6174" y="862"/>
                  </a:cubicBezTo>
                  <a:cubicBezTo>
                    <a:pt x="6154" y="851"/>
                    <a:pt x="6140" y="838"/>
                    <a:pt x="6118" y="822"/>
                  </a:cubicBezTo>
                  <a:cubicBezTo>
                    <a:pt x="5155" y="221"/>
                    <a:pt x="4089" y="0"/>
                    <a:pt x="3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1" name="Google Shape;2251;p54"/>
          <p:cNvSpPr/>
          <p:nvPr/>
        </p:nvSpPr>
        <p:spPr>
          <a:xfrm>
            <a:off x="5145343" y="2250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54"/>
          <p:cNvSpPr/>
          <p:nvPr/>
        </p:nvSpPr>
        <p:spPr>
          <a:xfrm>
            <a:off x="293581" y="1456896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3" name="Google Shape;2253;p54"/>
          <p:cNvSpPr/>
          <p:nvPr/>
        </p:nvSpPr>
        <p:spPr>
          <a:xfrm rot="9196425">
            <a:off x="6877440" y="44514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4" name="Google Shape;2254;p54"/>
          <p:cNvSpPr/>
          <p:nvPr/>
        </p:nvSpPr>
        <p:spPr>
          <a:xfrm>
            <a:off x="8182143" y="9898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54"/>
          <p:cNvSpPr/>
          <p:nvPr/>
        </p:nvSpPr>
        <p:spPr>
          <a:xfrm rot="9196425">
            <a:off x="829240" y="12102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6" name="Google Shape;2256;p54">
            <a:hlinkClick r:id="rId4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57" name="Google Shape;2257;p54">
            <a:hlinkClick r:id="rId5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58" name="Google Shape;2258;p54">
            <a:hlinkClick r:id="rId6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59" name="Google Shape;2259;p54">
            <a:hlinkClick r:id="rId7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0" name="Google Shape;2260;p54">
            <a:hlinkClick r:id="rId8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1" name="Google Shape;2261;p54">
            <a:hlinkClick r:id="rId9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2" name="Google Shape;2262;p54">
            <a:hlinkClick r:id="rId10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3" name="Google Shape;2263;p54">
            <a:hlinkClick r:id="rId11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4" name="Google Shape;2264;p54">
            <a:hlinkClick r:id="rId12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5" name="Google Shape;2265;p54">
            <a:hlinkClick r:id="rId13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6" name="Google Shape;2266;p54">
            <a:hlinkClick r:id="rId14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267" name="Google Shape;2267;p54">
            <a:hlinkClick r:id="rId15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55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Planner de metas</a:t>
            </a:r>
            <a:endParaRPr/>
          </a:p>
        </p:txBody>
      </p:sp>
      <p:graphicFrame>
        <p:nvGraphicFramePr>
          <p:cNvPr id="2273" name="Google Shape;2273;p55"/>
          <p:cNvGraphicFramePr/>
          <p:nvPr/>
        </p:nvGraphicFramePr>
        <p:xfrm>
          <a:off x="798025" y="1445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1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 meta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4" name="Google Shape;2274;p55"/>
          <p:cNvGraphicFramePr/>
          <p:nvPr/>
        </p:nvGraphicFramePr>
        <p:xfrm>
          <a:off x="798025" y="2369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39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Comienza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5" name="Google Shape;2275;p55"/>
          <p:cNvGraphicFramePr/>
          <p:nvPr/>
        </p:nvGraphicFramePr>
        <p:xfrm>
          <a:off x="2735450" y="2369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39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Termina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6" name="Google Shape;2276;p55"/>
          <p:cNvGraphicFramePr/>
          <p:nvPr/>
        </p:nvGraphicFramePr>
        <p:xfrm>
          <a:off x="4882750" y="1445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75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1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Mi motivación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8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77" name="Google Shape;2277;p55"/>
          <p:cNvGraphicFramePr/>
          <p:nvPr/>
        </p:nvGraphicFramePr>
        <p:xfrm>
          <a:off x="1135125" y="32718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34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Cosas que hacer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Deadline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Introduce algo qué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XX-XX-2XXX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5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78" name="Google Shape;2278;p55"/>
          <p:cNvSpPr/>
          <p:nvPr/>
        </p:nvSpPr>
        <p:spPr>
          <a:xfrm>
            <a:off x="798025" y="3546224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9" name="Google Shape;2279;p55"/>
          <p:cNvSpPr/>
          <p:nvPr/>
        </p:nvSpPr>
        <p:spPr>
          <a:xfrm>
            <a:off x="798025" y="3812972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p55"/>
          <p:cNvSpPr/>
          <p:nvPr/>
        </p:nvSpPr>
        <p:spPr>
          <a:xfrm>
            <a:off x="798025" y="4079720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p55"/>
          <p:cNvSpPr/>
          <p:nvPr/>
        </p:nvSpPr>
        <p:spPr>
          <a:xfrm>
            <a:off x="798025" y="4346468"/>
            <a:ext cx="210300" cy="21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p55"/>
          <p:cNvSpPr/>
          <p:nvPr/>
        </p:nvSpPr>
        <p:spPr>
          <a:xfrm>
            <a:off x="8594981" y="4570171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3" name="Google Shape;2283;p55"/>
          <p:cNvGrpSpPr/>
          <p:nvPr/>
        </p:nvGrpSpPr>
        <p:grpSpPr>
          <a:xfrm>
            <a:off x="437618" y="867674"/>
            <a:ext cx="484102" cy="514274"/>
            <a:chOff x="-765675" y="35575"/>
            <a:chExt cx="609700" cy="647700"/>
          </a:xfrm>
        </p:grpSpPr>
        <p:sp>
          <p:nvSpPr>
            <p:cNvPr id="2284" name="Google Shape;2284;p55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55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55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55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55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55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55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55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55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55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55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55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55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55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55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9" name="Google Shape;2299;p55"/>
          <p:cNvGrpSpPr/>
          <p:nvPr/>
        </p:nvGrpSpPr>
        <p:grpSpPr>
          <a:xfrm>
            <a:off x="8523663" y="2299063"/>
            <a:ext cx="296850" cy="390925"/>
            <a:chOff x="-2421200" y="-205225"/>
            <a:chExt cx="296850" cy="390925"/>
          </a:xfrm>
        </p:grpSpPr>
        <p:sp>
          <p:nvSpPr>
            <p:cNvPr id="2300" name="Google Shape;2300;p55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55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55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55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55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55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55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55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55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55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0" name="Google Shape;2310;p55"/>
          <p:cNvSpPr/>
          <p:nvPr/>
        </p:nvSpPr>
        <p:spPr>
          <a:xfrm>
            <a:off x="8523681" y="12564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1" name="Google Shape;2311;p55"/>
          <p:cNvSpPr/>
          <p:nvPr/>
        </p:nvSpPr>
        <p:spPr>
          <a:xfrm>
            <a:off x="867531" y="48475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2" name="Google Shape;2312;p55"/>
          <p:cNvGrpSpPr/>
          <p:nvPr/>
        </p:nvGrpSpPr>
        <p:grpSpPr>
          <a:xfrm>
            <a:off x="770318" y="3530096"/>
            <a:ext cx="265936" cy="196196"/>
            <a:chOff x="5223609" y="3731112"/>
            <a:chExt cx="371782" cy="274285"/>
          </a:xfrm>
        </p:grpSpPr>
        <p:sp>
          <p:nvSpPr>
            <p:cNvPr id="2313" name="Google Shape;2313;p55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55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5" name="Google Shape;2315;p55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16" name="Google Shape;2316;p55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17" name="Google Shape;2317;p55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18" name="Google Shape;2318;p55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19" name="Google Shape;2319;p55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0" name="Google Shape;2320;p55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1" name="Google Shape;2321;p55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2" name="Google Shape;2322;p55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3" name="Google Shape;2323;p55">
            <a:hlinkClick r:id="rId11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4" name="Google Shape;2324;p55">
            <a:hlinkClick r:id="rId12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5" name="Google Shape;2325;p55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326" name="Google Shape;2326;p55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56"/>
          <p:cNvSpPr txBox="1">
            <a:spLocks noGrp="1"/>
          </p:cNvSpPr>
          <p:nvPr>
            <p:ph type="title"/>
          </p:nvPr>
        </p:nvSpPr>
        <p:spPr>
          <a:xfrm>
            <a:off x="1393750" y="1880225"/>
            <a:ext cx="6356700" cy="13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imagen vale más que mil palabras</a:t>
            </a:r>
            <a:endParaRPr/>
          </a:p>
        </p:txBody>
      </p:sp>
      <p:grpSp>
        <p:nvGrpSpPr>
          <p:cNvPr id="2332" name="Google Shape;2332;p56"/>
          <p:cNvGrpSpPr/>
          <p:nvPr/>
        </p:nvGrpSpPr>
        <p:grpSpPr>
          <a:xfrm rot="3460693">
            <a:off x="8187630" y="405019"/>
            <a:ext cx="472748" cy="433321"/>
            <a:chOff x="1149725" y="1443925"/>
            <a:chExt cx="472725" cy="433300"/>
          </a:xfrm>
        </p:grpSpPr>
        <p:sp>
          <p:nvSpPr>
            <p:cNvPr id="2333" name="Google Shape;2333;p56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6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6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6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6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8" name="Google Shape;2338;p56"/>
          <p:cNvGrpSpPr/>
          <p:nvPr/>
        </p:nvGrpSpPr>
        <p:grpSpPr>
          <a:xfrm>
            <a:off x="7567944" y="3064879"/>
            <a:ext cx="290179" cy="294694"/>
            <a:chOff x="5015625" y="2751225"/>
            <a:chExt cx="404825" cy="411125"/>
          </a:xfrm>
        </p:grpSpPr>
        <p:sp>
          <p:nvSpPr>
            <p:cNvPr id="2339" name="Google Shape;2339;p56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6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6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56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56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56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56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56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56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56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56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6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6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2" name="Google Shape;2352;p56"/>
          <p:cNvSpPr/>
          <p:nvPr/>
        </p:nvSpPr>
        <p:spPr>
          <a:xfrm>
            <a:off x="3254431" y="46593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3" name="Google Shape;2353;p56"/>
          <p:cNvGrpSpPr/>
          <p:nvPr/>
        </p:nvGrpSpPr>
        <p:grpSpPr>
          <a:xfrm>
            <a:off x="5758195" y="3821936"/>
            <a:ext cx="472898" cy="294855"/>
            <a:chOff x="-1725525" y="2389300"/>
            <a:chExt cx="658174" cy="410319"/>
          </a:xfrm>
        </p:grpSpPr>
        <p:sp>
          <p:nvSpPr>
            <p:cNvPr id="2354" name="Google Shape;2354;p56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6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6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6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56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9" name="Google Shape;2359;p56"/>
          <p:cNvGrpSpPr/>
          <p:nvPr/>
        </p:nvGrpSpPr>
        <p:grpSpPr>
          <a:xfrm>
            <a:off x="1250775" y="2969375"/>
            <a:ext cx="296850" cy="390925"/>
            <a:chOff x="-2421200" y="-205225"/>
            <a:chExt cx="296850" cy="390925"/>
          </a:xfrm>
        </p:grpSpPr>
        <p:sp>
          <p:nvSpPr>
            <p:cNvPr id="2360" name="Google Shape;2360;p56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56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56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56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56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56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56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56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56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56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0" name="Google Shape;2370;p56"/>
          <p:cNvSpPr/>
          <p:nvPr/>
        </p:nvSpPr>
        <p:spPr>
          <a:xfrm>
            <a:off x="763681" y="2902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56"/>
          <p:cNvSpPr/>
          <p:nvPr/>
        </p:nvSpPr>
        <p:spPr>
          <a:xfrm>
            <a:off x="6932881" y="47807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2" name="Google Shape;2372;p56"/>
          <p:cNvSpPr/>
          <p:nvPr/>
        </p:nvSpPr>
        <p:spPr>
          <a:xfrm>
            <a:off x="4942368" y="11476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3" name="Google Shape;2373;p56"/>
          <p:cNvGrpSpPr/>
          <p:nvPr/>
        </p:nvGrpSpPr>
        <p:grpSpPr>
          <a:xfrm>
            <a:off x="720000" y="749163"/>
            <a:ext cx="609700" cy="647700"/>
            <a:chOff x="-765675" y="35575"/>
            <a:chExt cx="609700" cy="647700"/>
          </a:xfrm>
        </p:grpSpPr>
        <p:sp>
          <p:nvSpPr>
            <p:cNvPr id="2374" name="Google Shape;2374;p56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56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56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56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56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56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56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56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56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56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56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56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56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56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56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57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¡Organízate!</a:t>
            </a:r>
            <a:endParaRPr/>
          </a:p>
        </p:txBody>
      </p:sp>
      <p:graphicFrame>
        <p:nvGraphicFramePr>
          <p:cNvPr id="2394" name="Google Shape;2394;p57"/>
          <p:cNvGraphicFramePr/>
          <p:nvPr/>
        </p:nvGraphicFramePr>
        <p:xfrm>
          <a:off x="5830900" y="1401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60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2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Top prioridades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95" name="Google Shape;2395;p57"/>
          <p:cNvGraphicFramePr/>
          <p:nvPr/>
        </p:nvGraphicFramePr>
        <p:xfrm>
          <a:off x="1153550" y="14018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60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2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Cosas que hacer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96" name="Google Shape;2396;p57"/>
          <p:cNvGraphicFramePr/>
          <p:nvPr/>
        </p:nvGraphicFramePr>
        <p:xfrm>
          <a:off x="3815025" y="1385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4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3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Notas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16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8227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97" name="Google Shape;2397;p57"/>
          <p:cNvSpPr txBox="1">
            <a:spLocks noGrp="1"/>
          </p:cNvSpPr>
          <p:nvPr>
            <p:ph type="title" idx="4294967295"/>
          </p:nvPr>
        </p:nvSpPr>
        <p:spPr>
          <a:xfrm>
            <a:off x="5830900" y="3097774"/>
            <a:ext cx="2593200" cy="3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Productividad</a:t>
            </a:r>
            <a:endParaRPr sz="1600"/>
          </a:p>
        </p:txBody>
      </p:sp>
      <p:sp>
        <p:nvSpPr>
          <p:cNvPr id="2398" name="Google Shape;2398;p57"/>
          <p:cNvSpPr/>
          <p:nvPr/>
        </p:nvSpPr>
        <p:spPr>
          <a:xfrm>
            <a:off x="6040560" y="3625474"/>
            <a:ext cx="268790" cy="256561"/>
          </a:xfrm>
          <a:custGeom>
            <a:avLst/>
            <a:gdLst/>
            <a:ahLst/>
            <a:cxnLst/>
            <a:rect l="l" t="t" r="r" b="b"/>
            <a:pathLst>
              <a:path w="10266" h="9798" extrusionOk="0">
                <a:moveTo>
                  <a:pt x="5502" y="1"/>
                </a:moveTo>
                <a:cubicBezTo>
                  <a:pt x="4888" y="1093"/>
                  <a:pt x="4267" y="2182"/>
                  <a:pt x="3633" y="3264"/>
                </a:cubicBezTo>
                <a:cubicBezTo>
                  <a:pt x="3594" y="3332"/>
                  <a:pt x="3538" y="3358"/>
                  <a:pt x="3477" y="3358"/>
                </a:cubicBezTo>
                <a:cubicBezTo>
                  <a:pt x="3523" y="3485"/>
                  <a:pt x="3438" y="3674"/>
                  <a:pt x="3269" y="3680"/>
                </a:cubicBezTo>
                <a:cubicBezTo>
                  <a:pt x="2150" y="3730"/>
                  <a:pt x="1088" y="3762"/>
                  <a:pt x="1" y="4015"/>
                </a:cubicBezTo>
                <a:cubicBezTo>
                  <a:pt x="787" y="4948"/>
                  <a:pt x="1718" y="5649"/>
                  <a:pt x="2751" y="6314"/>
                </a:cubicBezTo>
                <a:cubicBezTo>
                  <a:pt x="2794" y="6342"/>
                  <a:pt x="2814" y="6388"/>
                  <a:pt x="2818" y="6434"/>
                </a:cubicBezTo>
                <a:cubicBezTo>
                  <a:pt x="2819" y="6434"/>
                  <a:pt x="2821" y="6434"/>
                  <a:pt x="2823" y="6434"/>
                </a:cubicBezTo>
                <a:cubicBezTo>
                  <a:pt x="2932" y="6434"/>
                  <a:pt x="3053" y="6536"/>
                  <a:pt x="3018" y="6662"/>
                </a:cubicBezTo>
                <a:cubicBezTo>
                  <a:pt x="2853" y="7221"/>
                  <a:pt x="2665" y="7769"/>
                  <a:pt x="2479" y="8316"/>
                </a:cubicBezTo>
                <a:cubicBezTo>
                  <a:pt x="2395" y="8570"/>
                  <a:pt x="2225" y="8872"/>
                  <a:pt x="2196" y="9139"/>
                </a:cubicBezTo>
                <a:cubicBezTo>
                  <a:pt x="2031" y="9385"/>
                  <a:pt x="2079" y="9602"/>
                  <a:pt x="2342" y="9798"/>
                </a:cubicBezTo>
                <a:cubicBezTo>
                  <a:pt x="2466" y="9740"/>
                  <a:pt x="2586" y="9687"/>
                  <a:pt x="2712" y="9630"/>
                </a:cubicBezTo>
                <a:cubicBezTo>
                  <a:pt x="3658" y="9181"/>
                  <a:pt x="4523" y="8609"/>
                  <a:pt x="5423" y="8079"/>
                </a:cubicBezTo>
                <a:cubicBezTo>
                  <a:pt x="5467" y="8052"/>
                  <a:pt x="5508" y="8041"/>
                  <a:pt x="5547" y="8041"/>
                </a:cubicBezTo>
                <a:cubicBezTo>
                  <a:pt x="5633" y="8041"/>
                  <a:pt x="5702" y="8099"/>
                  <a:pt x="5736" y="8175"/>
                </a:cubicBezTo>
                <a:cubicBezTo>
                  <a:pt x="5756" y="8179"/>
                  <a:pt x="5782" y="8182"/>
                  <a:pt x="5807" y="8192"/>
                </a:cubicBezTo>
                <a:cubicBezTo>
                  <a:pt x="6767" y="8631"/>
                  <a:pt x="7725" y="9071"/>
                  <a:pt x="8682" y="9512"/>
                </a:cubicBezTo>
                <a:cubicBezTo>
                  <a:pt x="8497" y="8520"/>
                  <a:pt x="8308" y="7526"/>
                  <a:pt x="8152" y="6528"/>
                </a:cubicBezTo>
                <a:cubicBezTo>
                  <a:pt x="8145" y="6477"/>
                  <a:pt x="8152" y="6434"/>
                  <a:pt x="8165" y="6392"/>
                </a:cubicBezTo>
                <a:lnTo>
                  <a:pt x="8165" y="6392"/>
                </a:lnTo>
                <a:cubicBezTo>
                  <a:pt x="8149" y="6395"/>
                  <a:pt x="8133" y="6397"/>
                  <a:pt x="8117" y="6397"/>
                </a:cubicBezTo>
                <a:cubicBezTo>
                  <a:pt x="7938" y="6397"/>
                  <a:pt x="7792" y="6188"/>
                  <a:pt x="7953" y="6018"/>
                </a:cubicBezTo>
                <a:cubicBezTo>
                  <a:pt x="8729" y="5169"/>
                  <a:pt x="9533" y="4368"/>
                  <a:pt x="10265" y="3485"/>
                </a:cubicBezTo>
                <a:cubicBezTo>
                  <a:pt x="9241" y="3414"/>
                  <a:pt x="8213" y="3342"/>
                  <a:pt x="7189" y="3261"/>
                </a:cubicBezTo>
                <a:cubicBezTo>
                  <a:pt x="7085" y="3254"/>
                  <a:pt x="7027" y="3183"/>
                  <a:pt x="7014" y="3105"/>
                </a:cubicBezTo>
                <a:cubicBezTo>
                  <a:pt x="6977" y="3169"/>
                  <a:pt x="6899" y="3206"/>
                  <a:pt x="6824" y="3206"/>
                </a:cubicBezTo>
                <a:cubicBezTo>
                  <a:pt x="6757" y="3206"/>
                  <a:pt x="6693" y="3177"/>
                  <a:pt x="6662" y="3111"/>
                </a:cubicBezTo>
                <a:cubicBezTo>
                  <a:pt x="6185" y="2133"/>
                  <a:pt x="5896" y="1034"/>
                  <a:pt x="5502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9" name="Google Shape;2399;p57"/>
          <p:cNvGrpSpPr/>
          <p:nvPr/>
        </p:nvGrpSpPr>
        <p:grpSpPr>
          <a:xfrm rot="1800044">
            <a:off x="8384272" y="638804"/>
            <a:ext cx="162395" cy="594983"/>
            <a:chOff x="-1233634" y="2866165"/>
            <a:chExt cx="162398" cy="594996"/>
          </a:xfrm>
        </p:grpSpPr>
        <p:sp>
          <p:nvSpPr>
            <p:cNvPr id="2400" name="Google Shape;2400;p57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57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2" name="Google Shape;2402;p57"/>
          <p:cNvSpPr/>
          <p:nvPr/>
        </p:nvSpPr>
        <p:spPr>
          <a:xfrm rot="9196425">
            <a:off x="7858915" y="8948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3" name="Google Shape;2403;p57"/>
          <p:cNvGrpSpPr/>
          <p:nvPr/>
        </p:nvGrpSpPr>
        <p:grpSpPr>
          <a:xfrm>
            <a:off x="5240619" y="4388079"/>
            <a:ext cx="290179" cy="294694"/>
            <a:chOff x="5015625" y="2751225"/>
            <a:chExt cx="404825" cy="411125"/>
          </a:xfrm>
        </p:grpSpPr>
        <p:sp>
          <p:nvSpPr>
            <p:cNvPr id="2404" name="Google Shape;2404;p57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57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57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57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57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57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57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57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57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57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57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57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57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57"/>
          <p:cNvSpPr/>
          <p:nvPr/>
        </p:nvSpPr>
        <p:spPr>
          <a:xfrm>
            <a:off x="277606" y="19505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57"/>
          <p:cNvSpPr/>
          <p:nvPr/>
        </p:nvSpPr>
        <p:spPr>
          <a:xfrm rot="5400000">
            <a:off x="790802" y="1776650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57"/>
          <p:cNvSpPr/>
          <p:nvPr/>
        </p:nvSpPr>
        <p:spPr>
          <a:xfrm rot="5400000">
            <a:off x="790802" y="2054946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57"/>
          <p:cNvSpPr/>
          <p:nvPr/>
        </p:nvSpPr>
        <p:spPr>
          <a:xfrm rot="5400000">
            <a:off x="790802" y="2333241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57"/>
          <p:cNvSpPr/>
          <p:nvPr/>
        </p:nvSpPr>
        <p:spPr>
          <a:xfrm rot="5400000">
            <a:off x="790802" y="2611537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2" name="Google Shape;2422;p57"/>
          <p:cNvSpPr/>
          <p:nvPr/>
        </p:nvSpPr>
        <p:spPr>
          <a:xfrm rot="5400000">
            <a:off x="790802" y="2889833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3" name="Google Shape;2423;p57"/>
          <p:cNvSpPr/>
          <p:nvPr/>
        </p:nvSpPr>
        <p:spPr>
          <a:xfrm rot="5400000">
            <a:off x="790802" y="3168128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p57"/>
          <p:cNvSpPr/>
          <p:nvPr/>
        </p:nvSpPr>
        <p:spPr>
          <a:xfrm rot="5400000">
            <a:off x="790802" y="3446424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57"/>
          <p:cNvSpPr/>
          <p:nvPr/>
        </p:nvSpPr>
        <p:spPr>
          <a:xfrm rot="5400000">
            <a:off x="790802" y="3724720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57"/>
          <p:cNvSpPr/>
          <p:nvPr/>
        </p:nvSpPr>
        <p:spPr>
          <a:xfrm rot="5400000">
            <a:off x="790802" y="4003015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7" name="Google Shape;2427;p57"/>
          <p:cNvSpPr/>
          <p:nvPr/>
        </p:nvSpPr>
        <p:spPr>
          <a:xfrm rot="5400000">
            <a:off x="790802" y="4281311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8" name="Google Shape;2428;p57"/>
          <p:cNvSpPr/>
          <p:nvPr/>
        </p:nvSpPr>
        <p:spPr>
          <a:xfrm rot="5400000">
            <a:off x="5527127" y="1776650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9" name="Google Shape;2429;p57"/>
          <p:cNvSpPr/>
          <p:nvPr/>
        </p:nvSpPr>
        <p:spPr>
          <a:xfrm rot="5400000">
            <a:off x="5527127" y="2054946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0" name="Google Shape;2430;p57"/>
          <p:cNvSpPr/>
          <p:nvPr/>
        </p:nvSpPr>
        <p:spPr>
          <a:xfrm rot="5400000">
            <a:off x="5527127" y="2333241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1" name="Google Shape;2431;p57"/>
          <p:cNvSpPr/>
          <p:nvPr/>
        </p:nvSpPr>
        <p:spPr>
          <a:xfrm rot="5400000">
            <a:off x="5527127" y="2611537"/>
            <a:ext cx="206100" cy="2061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2" name="Google Shape;2432;p57"/>
          <p:cNvSpPr/>
          <p:nvPr/>
        </p:nvSpPr>
        <p:spPr>
          <a:xfrm>
            <a:off x="6516810" y="3625474"/>
            <a:ext cx="268790" cy="256561"/>
          </a:xfrm>
          <a:custGeom>
            <a:avLst/>
            <a:gdLst/>
            <a:ahLst/>
            <a:cxnLst/>
            <a:rect l="l" t="t" r="r" b="b"/>
            <a:pathLst>
              <a:path w="10266" h="9798" extrusionOk="0">
                <a:moveTo>
                  <a:pt x="5502" y="1"/>
                </a:moveTo>
                <a:cubicBezTo>
                  <a:pt x="4888" y="1093"/>
                  <a:pt x="4267" y="2182"/>
                  <a:pt x="3633" y="3264"/>
                </a:cubicBezTo>
                <a:cubicBezTo>
                  <a:pt x="3594" y="3332"/>
                  <a:pt x="3538" y="3358"/>
                  <a:pt x="3477" y="3358"/>
                </a:cubicBezTo>
                <a:cubicBezTo>
                  <a:pt x="3523" y="3485"/>
                  <a:pt x="3438" y="3674"/>
                  <a:pt x="3269" y="3680"/>
                </a:cubicBezTo>
                <a:cubicBezTo>
                  <a:pt x="2150" y="3730"/>
                  <a:pt x="1088" y="3762"/>
                  <a:pt x="1" y="4015"/>
                </a:cubicBezTo>
                <a:cubicBezTo>
                  <a:pt x="787" y="4948"/>
                  <a:pt x="1718" y="5649"/>
                  <a:pt x="2751" y="6314"/>
                </a:cubicBezTo>
                <a:cubicBezTo>
                  <a:pt x="2794" y="6342"/>
                  <a:pt x="2814" y="6388"/>
                  <a:pt x="2818" y="6434"/>
                </a:cubicBezTo>
                <a:cubicBezTo>
                  <a:pt x="2819" y="6434"/>
                  <a:pt x="2821" y="6434"/>
                  <a:pt x="2823" y="6434"/>
                </a:cubicBezTo>
                <a:cubicBezTo>
                  <a:pt x="2932" y="6434"/>
                  <a:pt x="3053" y="6536"/>
                  <a:pt x="3018" y="6662"/>
                </a:cubicBezTo>
                <a:cubicBezTo>
                  <a:pt x="2853" y="7221"/>
                  <a:pt x="2665" y="7769"/>
                  <a:pt x="2479" y="8316"/>
                </a:cubicBezTo>
                <a:cubicBezTo>
                  <a:pt x="2395" y="8570"/>
                  <a:pt x="2225" y="8872"/>
                  <a:pt x="2196" y="9139"/>
                </a:cubicBezTo>
                <a:cubicBezTo>
                  <a:pt x="2031" y="9385"/>
                  <a:pt x="2079" y="9602"/>
                  <a:pt x="2342" y="9798"/>
                </a:cubicBezTo>
                <a:cubicBezTo>
                  <a:pt x="2466" y="9740"/>
                  <a:pt x="2586" y="9687"/>
                  <a:pt x="2712" y="9630"/>
                </a:cubicBezTo>
                <a:cubicBezTo>
                  <a:pt x="3658" y="9181"/>
                  <a:pt x="4523" y="8609"/>
                  <a:pt x="5423" y="8079"/>
                </a:cubicBezTo>
                <a:cubicBezTo>
                  <a:pt x="5467" y="8052"/>
                  <a:pt x="5508" y="8041"/>
                  <a:pt x="5547" y="8041"/>
                </a:cubicBezTo>
                <a:cubicBezTo>
                  <a:pt x="5633" y="8041"/>
                  <a:pt x="5702" y="8099"/>
                  <a:pt x="5736" y="8175"/>
                </a:cubicBezTo>
                <a:cubicBezTo>
                  <a:pt x="5756" y="8179"/>
                  <a:pt x="5782" y="8182"/>
                  <a:pt x="5807" y="8192"/>
                </a:cubicBezTo>
                <a:cubicBezTo>
                  <a:pt x="6767" y="8631"/>
                  <a:pt x="7725" y="9071"/>
                  <a:pt x="8682" y="9512"/>
                </a:cubicBezTo>
                <a:cubicBezTo>
                  <a:pt x="8497" y="8520"/>
                  <a:pt x="8308" y="7526"/>
                  <a:pt x="8152" y="6528"/>
                </a:cubicBezTo>
                <a:cubicBezTo>
                  <a:pt x="8145" y="6477"/>
                  <a:pt x="8152" y="6434"/>
                  <a:pt x="8165" y="6392"/>
                </a:cubicBezTo>
                <a:lnTo>
                  <a:pt x="8165" y="6392"/>
                </a:lnTo>
                <a:cubicBezTo>
                  <a:pt x="8149" y="6395"/>
                  <a:pt x="8133" y="6397"/>
                  <a:pt x="8117" y="6397"/>
                </a:cubicBezTo>
                <a:cubicBezTo>
                  <a:pt x="7938" y="6397"/>
                  <a:pt x="7792" y="6188"/>
                  <a:pt x="7953" y="6018"/>
                </a:cubicBezTo>
                <a:cubicBezTo>
                  <a:pt x="8729" y="5169"/>
                  <a:pt x="9533" y="4368"/>
                  <a:pt x="10265" y="3485"/>
                </a:cubicBezTo>
                <a:cubicBezTo>
                  <a:pt x="9241" y="3414"/>
                  <a:pt x="8213" y="3342"/>
                  <a:pt x="7189" y="3261"/>
                </a:cubicBezTo>
                <a:cubicBezTo>
                  <a:pt x="7085" y="3254"/>
                  <a:pt x="7027" y="3183"/>
                  <a:pt x="7014" y="3105"/>
                </a:cubicBezTo>
                <a:cubicBezTo>
                  <a:pt x="6977" y="3169"/>
                  <a:pt x="6899" y="3206"/>
                  <a:pt x="6824" y="3206"/>
                </a:cubicBezTo>
                <a:cubicBezTo>
                  <a:pt x="6757" y="3206"/>
                  <a:pt x="6693" y="3177"/>
                  <a:pt x="6662" y="3111"/>
                </a:cubicBezTo>
                <a:cubicBezTo>
                  <a:pt x="6185" y="2133"/>
                  <a:pt x="5896" y="1034"/>
                  <a:pt x="5502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57"/>
          <p:cNvSpPr/>
          <p:nvPr/>
        </p:nvSpPr>
        <p:spPr>
          <a:xfrm>
            <a:off x="6993105" y="3625474"/>
            <a:ext cx="268790" cy="256561"/>
          </a:xfrm>
          <a:custGeom>
            <a:avLst/>
            <a:gdLst/>
            <a:ahLst/>
            <a:cxnLst/>
            <a:rect l="l" t="t" r="r" b="b"/>
            <a:pathLst>
              <a:path w="10266" h="9798" extrusionOk="0">
                <a:moveTo>
                  <a:pt x="5502" y="1"/>
                </a:moveTo>
                <a:cubicBezTo>
                  <a:pt x="4888" y="1093"/>
                  <a:pt x="4267" y="2182"/>
                  <a:pt x="3633" y="3264"/>
                </a:cubicBezTo>
                <a:cubicBezTo>
                  <a:pt x="3594" y="3332"/>
                  <a:pt x="3538" y="3358"/>
                  <a:pt x="3477" y="3358"/>
                </a:cubicBezTo>
                <a:cubicBezTo>
                  <a:pt x="3523" y="3485"/>
                  <a:pt x="3438" y="3674"/>
                  <a:pt x="3269" y="3680"/>
                </a:cubicBezTo>
                <a:cubicBezTo>
                  <a:pt x="2150" y="3730"/>
                  <a:pt x="1088" y="3762"/>
                  <a:pt x="1" y="4015"/>
                </a:cubicBezTo>
                <a:cubicBezTo>
                  <a:pt x="787" y="4948"/>
                  <a:pt x="1718" y="5649"/>
                  <a:pt x="2751" y="6314"/>
                </a:cubicBezTo>
                <a:cubicBezTo>
                  <a:pt x="2794" y="6342"/>
                  <a:pt x="2814" y="6388"/>
                  <a:pt x="2818" y="6434"/>
                </a:cubicBezTo>
                <a:cubicBezTo>
                  <a:pt x="2819" y="6434"/>
                  <a:pt x="2821" y="6434"/>
                  <a:pt x="2823" y="6434"/>
                </a:cubicBezTo>
                <a:cubicBezTo>
                  <a:pt x="2932" y="6434"/>
                  <a:pt x="3053" y="6536"/>
                  <a:pt x="3018" y="6662"/>
                </a:cubicBezTo>
                <a:cubicBezTo>
                  <a:pt x="2853" y="7221"/>
                  <a:pt x="2665" y="7769"/>
                  <a:pt x="2479" y="8316"/>
                </a:cubicBezTo>
                <a:cubicBezTo>
                  <a:pt x="2395" y="8570"/>
                  <a:pt x="2225" y="8872"/>
                  <a:pt x="2196" y="9139"/>
                </a:cubicBezTo>
                <a:cubicBezTo>
                  <a:pt x="2031" y="9385"/>
                  <a:pt x="2079" y="9602"/>
                  <a:pt x="2342" y="9798"/>
                </a:cubicBezTo>
                <a:cubicBezTo>
                  <a:pt x="2466" y="9740"/>
                  <a:pt x="2586" y="9687"/>
                  <a:pt x="2712" y="9630"/>
                </a:cubicBezTo>
                <a:cubicBezTo>
                  <a:pt x="3658" y="9181"/>
                  <a:pt x="4523" y="8609"/>
                  <a:pt x="5423" y="8079"/>
                </a:cubicBezTo>
                <a:cubicBezTo>
                  <a:pt x="5467" y="8052"/>
                  <a:pt x="5508" y="8041"/>
                  <a:pt x="5547" y="8041"/>
                </a:cubicBezTo>
                <a:cubicBezTo>
                  <a:pt x="5633" y="8041"/>
                  <a:pt x="5702" y="8099"/>
                  <a:pt x="5736" y="8175"/>
                </a:cubicBezTo>
                <a:cubicBezTo>
                  <a:pt x="5756" y="8179"/>
                  <a:pt x="5782" y="8182"/>
                  <a:pt x="5807" y="8192"/>
                </a:cubicBezTo>
                <a:cubicBezTo>
                  <a:pt x="6767" y="8631"/>
                  <a:pt x="7725" y="9071"/>
                  <a:pt x="8682" y="9512"/>
                </a:cubicBezTo>
                <a:cubicBezTo>
                  <a:pt x="8497" y="8520"/>
                  <a:pt x="8308" y="7526"/>
                  <a:pt x="8152" y="6528"/>
                </a:cubicBezTo>
                <a:cubicBezTo>
                  <a:pt x="8145" y="6477"/>
                  <a:pt x="8152" y="6434"/>
                  <a:pt x="8165" y="6392"/>
                </a:cubicBezTo>
                <a:lnTo>
                  <a:pt x="8165" y="6392"/>
                </a:lnTo>
                <a:cubicBezTo>
                  <a:pt x="8149" y="6395"/>
                  <a:pt x="8133" y="6397"/>
                  <a:pt x="8117" y="6397"/>
                </a:cubicBezTo>
                <a:cubicBezTo>
                  <a:pt x="7938" y="6397"/>
                  <a:pt x="7792" y="6188"/>
                  <a:pt x="7953" y="6018"/>
                </a:cubicBezTo>
                <a:cubicBezTo>
                  <a:pt x="8729" y="5169"/>
                  <a:pt x="9533" y="4368"/>
                  <a:pt x="10265" y="3485"/>
                </a:cubicBezTo>
                <a:cubicBezTo>
                  <a:pt x="9241" y="3414"/>
                  <a:pt x="8213" y="3342"/>
                  <a:pt x="7189" y="3261"/>
                </a:cubicBezTo>
                <a:cubicBezTo>
                  <a:pt x="7085" y="3254"/>
                  <a:pt x="7027" y="3183"/>
                  <a:pt x="7014" y="3105"/>
                </a:cubicBezTo>
                <a:cubicBezTo>
                  <a:pt x="6977" y="3169"/>
                  <a:pt x="6899" y="3206"/>
                  <a:pt x="6824" y="3206"/>
                </a:cubicBezTo>
                <a:cubicBezTo>
                  <a:pt x="6757" y="3206"/>
                  <a:pt x="6693" y="3177"/>
                  <a:pt x="6662" y="3111"/>
                </a:cubicBezTo>
                <a:cubicBezTo>
                  <a:pt x="6185" y="2133"/>
                  <a:pt x="5896" y="1034"/>
                  <a:pt x="5502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57"/>
          <p:cNvSpPr/>
          <p:nvPr/>
        </p:nvSpPr>
        <p:spPr>
          <a:xfrm>
            <a:off x="7469310" y="3625474"/>
            <a:ext cx="268790" cy="256561"/>
          </a:xfrm>
          <a:custGeom>
            <a:avLst/>
            <a:gdLst/>
            <a:ahLst/>
            <a:cxnLst/>
            <a:rect l="l" t="t" r="r" b="b"/>
            <a:pathLst>
              <a:path w="10266" h="9798" extrusionOk="0">
                <a:moveTo>
                  <a:pt x="5502" y="1"/>
                </a:moveTo>
                <a:cubicBezTo>
                  <a:pt x="4888" y="1093"/>
                  <a:pt x="4267" y="2182"/>
                  <a:pt x="3633" y="3264"/>
                </a:cubicBezTo>
                <a:cubicBezTo>
                  <a:pt x="3594" y="3332"/>
                  <a:pt x="3538" y="3358"/>
                  <a:pt x="3477" y="3358"/>
                </a:cubicBezTo>
                <a:cubicBezTo>
                  <a:pt x="3523" y="3485"/>
                  <a:pt x="3438" y="3674"/>
                  <a:pt x="3269" y="3680"/>
                </a:cubicBezTo>
                <a:cubicBezTo>
                  <a:pt x="2150" y="3730"/>
                  <a:pt x="1088" y="3762"/>
                  <a:pt x="1" y="4015"/>
                </a:cubicBezTo>
                <a:cubicBezTo>
                  <a:pt x="787" y="4948"/>
                  <a:pt x="1718" y="5649"/>
                  <a:pt x="2751" y="6314"/>
                </a:cubicBezTo>
                <a:cubicBezTo>
                  <a:pt x="2794" y="6342"/>
                  <a:pt x="2814" y="6388"/>
                  <a:pt x="2818" y="6434"/>
                </a:cubicBezTo>
                <a:cubicBezTo>
                  <a:pt x="2819" y="6434"/>
                  <a:pt x="2821" y="6434"/>
                  <a:pt x="2823" y="6434"/>
                </a:cubicBezTo>
                <a:cubicBezTo>
                  <a:pt x="2932" y="6434"/>
                  <a:pt x="3053" y="6536"/>
                  <a:pt x="3018" y="6662"/>
                </a:cubicBezTo>
                <a:cubicBezTo>
                  <a:pt x="2853" y="7221"/>
                  <a:pt x="2665" y="7769"/>
                  <a:pt x="2479" y="8316"/>
                </a:cubicBezTo>
                <a:cubicBezTo>
                  <a:pt x="2395" y="8570"/>
                  <a:pt x="2225" y="8872"/>
                  <a:pt x="2196" y="9139"/>
                </a:cubicBezTo>
                <a:cubicBezTo>
                  <a:pt x="2031" y="9385"/>
                  <a:pt x="2079" y="9602"/>
                  <a:pt x="2342" y="9798"/>
                </a:cubicBezTo>
                <a:cubicBezTo>
                  <a:pt x="2466" y="9740"/>
                  <a:pt x="2586" y="9687"/>
                  <a:pt x="2712" y="9630"/>
                </a:cubicBezTo>
                <a:cubicBezTo>
                  <a:pt x="3658" y="9181"/>
                  <a:pt x="4523" y="8609"/>
                  <a:pt x="5423" y="8079"/>
                </a:cubicBezTo>
                <a:cubicBezTo>
                  <a:pt x="5467" y="8052"/>
                  <a:pt x="5508" y="8041"/>
                  <a:pt x="5547" y="8041"/>
                </a:cubicBezTo>
                <a:cubicBezTo>
                  <a:pt x="5633" y="8041"/>
                  <a:pt x="5702" y="8099"/>
                  <a:pt x="5736" y="8175"/>
                </a:cubicBezTo>
                <a:cubicBezTo>
                  <a:pt x="5756" y="8179"/>
                  <a:pt x="5782" y="8182"/>
                  <a:pt x="5807" y="8192"/>
                </a:cubicBezTo>
                <a:cubicBezTo>
                  <a:pt x="6767" y="8631"/>
                  <a:pt x="7725" y="9071"/>
                  <a:pt x="8682" y="9512"/>
                </a:cubicBezTo>
                <a:cubicBezTo>
                  <a:pt x="8497" y="8520"/>
                  <a:pt x="8308" y="7526"/>
                  <a:pt x="8152" y="6528"/>
                </a:cubicBezTo>
                <a:cubicBezTo>
                  <a:pt x="8145" y="6477"/>
                  <a:pt x="8152" y="6434"/>
                  <a:pt x="8165" y="6392"/>
                </a:cubicBezTo>
                <a:lnTo>
                  <a:pt x="8165" y="6392"/>
                </a:lnTo>
                <a:cubicBezTo>
                  <a:pt x="8149" y="6395"/>
                  <a:pt x="8133" y="6397"/>
                  <a:pt x="8117" y="6397"/>
                </a:cubicBezTo>
                <a:cubicBezTo>
                  <a:pt x="7938" y="6397"/>
                  <a:pt x="7792" y="6188"/>
                  <a:pt x="7953" y="6018"/>
                </a:cubicBezTo>
                <a:cubicBezTo>
                  <a:pt x="8729" y="5169"/>
                  <a:pt x="9533" y="4368"/>
                  <a:pt x="10265" y="3485"/>
                </a:cubicBezTo>
                <a:cubicBezTo>
                  <a:pt x="9241" y="3414"/>
                  <a:pt x="8213" y="3342"/>
                  <a:pt x="7189" y="3261"/>
                </a:cubicBezTo>
                <a:cubicBezTo>
                  <a:pt x="7085" y="3254"/>
                  <a:pt x="7027" y="3183"/>
                  <a:pt x="7014" y="3105"/>
                </a:cubicBezTo>
                <a:cubicBezTo>
                  <a:pt x="6977" y="3169"/>
                  <a:pt x="6899" y="3206"/>
                  <a:pt x="6824" y="3206"/>
                </a:cubicBezTo>
                <a:cubicBezTo>
                  <a:pt x="6757" y="3206"/>
                  <a:pt x="6693" y="3177"/>
                  <a:pt x="6662" y="3111"/>
                </a:cubicBezTo>
                <a:cubicBezTo>
                  <a:pt x="6185" y="2133"/>
                  <a:pt x="5896" y="1034"/>
                  <a:pt x="550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57"/>
          <p:cNvSpPr/>
          <p:nvPr/>
        </p:nvSpPr>
        <p:spPr>
          <a:xfrm>
            <a:off x="7945560" y="3625474"/>
            <a:ext cx="268790" cy="256561"/>
          </a:xfrm>
          <a:custGeom>
            <a:avLst/>
            <a:gdLst/>
            <a:ahLst/>
            <a:cxnLst/>
            <a:rect l="l" t="t" r="r" b="b"/>
            <a:pathLst>
              <a:path w="10266" h="9798" extrusionOk="0">
                <a:moveTo>
                  <a:pt x="5502" y="1"/>
                </a:moveTo>
                <a:cubicBezTo>
                  <a:pt x="4888" y="1093"/>
                  <a:pt x="4267" y="2182"/>
                  <a:pt x="3633" y="3264"/>
                </a:cubicBezTo>
                <a:cubicBezTo>
                  <a:pt x="3594" y="3332"/>
                  <a:pt x="3538" y="3358"/>
                  <a:pt x="3477" y="3358"/>
                </a:cubicBezTo>
                <a:cubicBezTo>
                  <a:pt x="3523" y="3485"/>
                  <a:pt x="3438" y="3674"/>
                  <a:pt x="3269" y="3680"/>
                </a:cubicBezTo>
                <a:cubicBezTo>
                  <a:pt x="2150" y="3730"/>
                  <a:pt x="1088" y="3762"/>
                  <a:pt x="1" y="4015"/>
                </a:cubicBezTo>
                <a:cubicBezTo>
                  <a:pt x="787" y="4948"/>
                  <a:pt x="1718" y="5649"/>
                  <a:pt x="2751" y="6314"/>
                </a:cubicBezTo>
                <a:cubicBezTo>
                  <a:pt x="2794" y="6342"/>
                  <a:pt x="2814" y="6388"/>
                  <a:pt x="2818" y="6434"/>
                </a:cubicBezTo>
                <a:cubicBezTo>
                  <a:pt x="2819" y="6434"/>
                  <a:pt x="2821" y="6434"/>
                  <a:pt x="2823" y="6434"/>
                </a:cubicBezTo>
                <a:cubicBezTo>
                  <a:pt x="2932" y="6434"/>
                  <a:pt x="3053" y="6536"/>
                  <a:pt x="3018" y="6662"/>
                </a:cubicBezTo>
                <a:cubicBezTo>
                  <a:pt x="2853" y="7221"/>
                  <a:pt x="2665" y="7769"/>
                  <a:pt x="2479" y="8316"/>
                </a:cubicBezTo>
                <a:cubicBezTo>
                  <a:pt x="2395" y="8570"/>
                  <a:pt x="2225" y="8872"/>
                  <a:pt x="2196" y="9139"/>
                </a:cubicBezTo>
                <a:cubicBezTo>
                  <a:pt x="2031" y="9385"/>
                  <a:pt x="2079" y="9602"/>
                  <a:pt x="2342" y="9798"/>
                </a:cubicBezTo>
                <a:cubicBezTo>
                  <a:pt x="2466" y="9740"/>
                  <a:pt x="2586" y="9687"/>
                  <a:pt x="2712" y="9630"/>
                </a:cubicBezTo>
                <a:cubicBezTo>
                  <a:pt x="3658" y="9181"/>
                  <a:pt x="4523" y="8609"/>
                  <a:pt x="5423" y="8079"/>
                </a:cubicBezTo>
                <a:cubicBezTo>
                  <a:pt x="5467" y="8052"/>
                  <a:pt x="5508" y="8041"/>
                  <a:pt x="5547" y="8041"/>
                </a:cubicBezTo>
                <a:cubicBezTo>
                  <a:pt x="5633" y="8041"/>
                  <a:pt x="5702" y="8099"/>
                  <a:pt x="5736" y="8175"/>
                </a:cubicBezTo>
                <a:cubicBezTo>
                  <a:pt x="5756" y="8179"/>
                  <a:pt x="5782" y="8182"/>
                  <a:pt x="5807" y="8192"/>
                </a:cubicBezTo>
                <a:cubicBezTo>
                  <a:pt x="6767" y="8631"/>
                  <a:pt x="7725" y="9071"/>
                  <a:pt x="8682" y="9512"/>
                </a:cubicBezTo>
                <a:cubicBezTo>
                  <a:pt x="8497" y="8520"/>
                  <a:pt x="8308" y="7526"/>
                  <a:pt x="8152" y="6528"/>
                </a:cubicBezTo>
                <a:cubicBezTo>
                  <a:pt x="8145" y="6477"/>
                  <a:pt x="8152" y="6434"/>
                  <a:pt x="8165" y="6392"/>
                </a:cubicBezTo>
                <a:lnTo>
                  <a:pt x="8165" y="6392"/>
                </a:lnTo>
                <a:cubicBezTo>
                  <a:pt x="8149" y="6395"/>
                  <a:pt x="8133" y="6397"/>
                  <a:pt x="8117" y="6397"/>
                </a:cubicBezTo>
                <a:cubicBezTo>
                  <a:pt x="7938" y="6397"/>
                  <a:pt x="7792" y="6188"/>
                  <a:pt x="7953" y="6018"/>
                </a:cubicBezTo>
                <a:cubicBezTo>
                  <a:pt x="8729" y="5169"/>
                  <a:pt x="9533" y="4368"/>
                  <a:pt x="10265" y="3485"/>
                </a:cubicBezTo>
                <a:cubicBezTo>
                  <a:pt x="9241" y="3414"/>
                  <a:pt x="8213" y="3342"/>
                  <a:pt x="7189" y="3261"/>
                </a:cubicBezTo>
                <a:cubicBezTo>
                  <a:pt x="7085" y="3254"/>
                  <a:pt x="7027" y="3183"/>
                  <a:pt x="7014" y="3105"/>
                </a:cubicBezTo>
                <a:cubicBezTo>
                  <a:pt x="6977" y="3169"/>
                  <a:pt x="6899" y="3206"/>
                  <a:pt x="6824" y="3206"/>
                </a:cubicBezTo>
                <a:cubicBezTo>
                  <a:pt x="6757" y="3206"/>
                  <a:pt x="6693" y="3177"/>
                  <a:pt x="6662" y="3111"/>
                </a:cubicBezTo>
                <a:cubicBezTo>
                  <a:pt x="6185" y="2133"/>
                  <a:pt x="5896" y="1034"/>
                  <a:pt x="550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6" name="Google Shape;2436;p57"/>
          <p:cNvGrpSpPr/>
          <p:nvPr/>
        </p:nvGrpSpPr>
        <p:grpSpPr>
          <a:xfrm>
            <a:off x="719991" y="1698060"/>
            <a:ext cx="347728" cy="256539"/>
            <a:chOff x="5223609" y="3731112"/>
            <a:chExt cx="371782" cy="274285"/>
          </a:xfrm>
        </p:grpSpPr>
        <p:sp>
          <p:nvSpPr>
            <p:cNvPr id="2437" name="Google Shape;2437;p57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57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57"/>
          <p:cNvGrpSpPr/>
          <p:nvPr/>
        </p:nvGrpSpPr>
        <p:grpSpPr>
          <a:xfrm>
            <a:off x="5456303" y="1684560"/>
            <a:ext cx="347728" cy="256539"/>
            <a:chOff x="5223609" y="3731112"/>
            <a:chExt cx="371782" cy="274285"/>
          </a:xfrm>
        </p:grpSpPr>
        <p:sp>
          <p:nvSpPr>
            <p:cNvPr id="2440" name="Google Shape;2440;p57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57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2" name="Google Shape;2442;p57"/>
          <p:cNvSpPr txBox="1">
            <a:spLocks noGrp="1"/>
          </p:cNvSpPr>
          <p:nvPr>
            <p:ph type="title" idx="4294967295"/>
          </p:nvPr>
        </p:nvSpPr>
        <p:spPr>
          <a:xfrm>
            <a:off x="5830900" y="4127642"/>
            <a:ext cx="2593200" cy="3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3/5</a:t>
            </a:r>
            <a:endParaRPr sz="4000"/>
          </a:p>
        </p:txBody>
      </p:sp>
      <p:sp>
        <p:nvSpPr>
          <p:cNvPr id="2443" name="Google Shape;2443;p57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4" name="Google Shape;2444;p57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5" name="Google Shape;2445;p57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6" name="Google Shape;2446;p57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7" name="Google Shape;2447;p57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8" name="Google Shape;2448;p57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49" name="Google Shape;2449;p57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50" name="Google Shape;2450;p57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51" name="Google Shape;2451;p57">
            <a:hlinkClick r:id="rId11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52" name="Google Shape;2452;p57">
            <a:hlinkClick r:id="rId12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53" name="Google Shape;2453;p57">
            <a:hlinkClick r:id="rId13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54" name="Google Shape;2454;p57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58"/>
          <p:cNvSpPr txBox="1">
            <a:spLocks noGrp="1"/>
          </p:cNvSpPr>
          <p:nvPr>
            <p:ph type="subTitle" idx="1"/>
          </p:nvPr>
        </p:nvSpPr>
        <p:spPr>
          <a:xfrm>
            <a:off x="973075" y="1655350"/>
            <a:ext cx="30861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hoy</a:t>
            </a:r>
            <a:endParaRPr/>
          </a:p>
        </p:txBody>
      </p:sp>
      <p:sp>
        <p:nvSpPr>
          <p:cNvPr id="2460" name="Google Shape;2460;p58"/>
          <p:cNvSpPr txBox="1">
            <a:spLocks noGrp="1"/>
          </p:cNvSpPr>
          <p:nvPr>
            <p:ph type="subTitle" idx="2"/>
          </p:nvPr>
        </p:nvSpPr>
        <p:spPr>
          <a:xfrm>
            <a:off x="5084829" y="1655350"/>
            <a:ext cx="30861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mañana</a:t>
            </a:r>
            <a:endParaRPr/>
          </a:p>
        </p:txBody>
      </p:sp>
      <p:sp>
        <p:nvSpPr>
          <p:cNvPr id="2461" name="Google Shape;2461;p58"/>
          <p:cNvSpPr txBox="1">
            <a:spLocks noGrp="1"/>
          </p:cNvSpPr>
          <p:nvPr>
            <p:ph type="subTitle" idx="3"/>
          </p:nvPr>
        </p:nvSpPr>
        <p:spPr>
          <a:xfrm>
            <a:off x="973050" y="2123048"/>
            <a:ext cx="3086100" cy="24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6764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hoy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hoy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hoy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hoy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hoy</a:t>
            </a:r>
            <a:endParaRPr/>
          </a:p>
        </p:txBody>
      </p:sp>
      <p:sp>
        <p:nvSpPr>
          <p:cNvPr id="2462" name="Google Shape;2462;p58"/>
          <p:cNvSpPr txBox="1">
            <a:spLocks noGrp="1"/>
          </p:cNvSpPr>
          <p:nvPr>
            <p:ph type="subTitle" idx="4"/>
          </p:nvPr>
        </p:nvSpPr>
        <p:spPr>
          <a:xfrm>
            <a:off x="5084825" y="2123048"/>
            <a:ext cx="3086100" cy="24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6764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mañana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mañana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mañana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mañana</a:t>
            </a:r>
            <a:endParaRPr/>
          </a:p>
          <a:p>
            <a:pPr marL="182880" lvl="0" indent="-16764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"/>
              <a:t>Escribe aquí las cosas que tengas que hacer mañana</a:t>
            </a:r>
            <a:endParaRPr/>
          </a:p>
        </p:txBody>
      </p:sp>
      <p:sp>
        <p:nvSpPr>
          <p:cNvPr id="2463" name="Google Shape;2463;p58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Lista de cosas por hacer</a:t>
            </a:r>
            <a:endParaRPr/>
          </a:p>
        </p:txBody>
      </p:sp>
      <p:grpSp>
        <p:nvGrpSpPr>
          <p:cNvPr id="2464" name="Google Shape;2464;p58"/>
          <p:cNvGrpSpPr/>
          <p:nvPr/>
        </p:nvGrpSpPr>
        <p:grpSpPr>
          <a:xfrm>
            <a:off x="4290908" y="4456074"/>
            <a:ext cx="472898" cy="294855"/>
            <a:chOff x="-1725525" y="2389300"/>
            <a:chExt cx="658174" cy="410319"/>
          </a:xfrm>
        </p:grpSpPr>
        <p:sp>
          <p:nvSpPr>
            <p:cNvPr id="2465" name="Google Shape;2465;p58"/>
            <p:cNvSpPr/>
            <p:nvPr/>
          </p:nvSpPr>
          <p:spPr>
            <a:xfrm>
              <a:off x="-1725525" y="2389300"/>
              <a:ext cx="658174" cy="410319"/>
            </a:xfrm>
            <a:custGeom>
              <a:avLst/>
              <a:gdLst/>
              <a:ahLst/>
              <a:cxnLst/>
              <a:rect l="l" t="t" r="r" b="b"/>
              <a:pathLst>
                <a:path w="20325" h="12671" extrusionOk="0">
                  <a:moveTo>
                    <a:pt x="19001" y="738"/>
                  </a:moveTo>
                  <a:cubicBezTo>
                    <a:pt x="19304" y="738"/>
                    <a:pt x="19509" y="820"/>
                    <a:pt x="19582" y="1009"/>
                  </a:cubicBezTo>
                  <a:cubicBezTo>
                    <a:pt x="19615" y="3737"/>
                    <a:pt x="13502" y="4887"/>
                    <a:pt x="11654" y="5376"/>
                  </a:cubicBezTo>
                  <a:cubicBezTo>
                    <a:pt x="11555" y="5082"/>
                    <a:pt x="11437" y="4797"/>
                    <a:pt x="11285" y="4520"/>
                  </a:cubicBezTo>
                  <a:cubicBezTo>
                    <a:pt x="11258" y="4470"/>
                    <a:pt x="11213" y="4449"/>
                    <a:pt x="11169" y="4449"/>
                  </a:cubicBezTo>
                  <a:cubicBezTo>
                    <a:pt x="11137" y="4449"/>
                    <a:pt x="11106" y="4460"/>
                    <a:pt x="11083" y="4481"/>
                  </a:cubicBezTo>
                  <a:cubicBezTo>
                    <a:pt x="11034" y="4352"/>
                    <a:pt x="10974" y="4230"/>
                    <a:pt x="10913" y="4109"/>
                  </a:cubicBezTo>
                  <a:lnTo>
                    <a:pt x="10913" y="4109"/>
                  </a:lnTo>
                  <a:cubicBezTo>
                    <a:pt x="10931" y="4115"/>
                    <a:pt x="10949" y="4118"/>
                    <a:pt x="10969" y="4118"/>
                  </a:cubicBezTo>
                  <a:cubicBezTo>
                    <a:pt x="10996" y="4118"/>
                    <a:pt x="11025" y="4112"/>
                    <a:pt x="11054" y="4097"/>
                  </a:cubicBezTo>
                  <a:cubicBezTo>
                    <a:pt x="11838" y="3724"/>
                    <a:pt x="17176" y="738"/>
                    <a:pt x="19001" y="738"/>
                  </a:cubicBezTo>
                  <a:close/>
                  <a:moveTo>
                    <a:pt x="6675" y="2324"/>
                  </a:moveTo>
                  <a:cubicBezTo>
                    <a:pt x="8497" y="2324"/>
                    <a:pt x="10263" y="3174"/>
                    <a:pt x="10871" y="5079"/>
                  </a:cubicBezTo>
                  <a:cubicBezTo>
                    <a:pt x="10895" y="5158"/>
                    <a:pt x="10961" y="5193"/>
                    <a:pt x="11031" y="5193"/>
                  </a:cubicBezTo>
                  <a:cubicBezTo>
                    <a:pt x="11106" y="5193"/>
                    <a:pt x="11184" y="5153"/>
                    <a:pt x="11216" y="5086"/>
                  </a:cubicBezTo>
                  <a:lnTo>
                    <a:pt x="11216" y="5086"/>
                  </a:lnTo>
                  <a:cubicBezTo>
                    <a:pt x="11860" y="7184"/>
                    <a:pt x="11455" y="9623"/>
                    <a:pt x="9651" y="11064"/>
                  </a:cubicBezTo>
                  <a:cubicBezTo>
                    <a:pt x="8739" y="11791"/>
                    <a:pt x="7579" y="12157"/>
                    <a:pt x="6424" y="12157"/>
                  </a:cubicBezTo>
                  <a:cubicBezTo>
                    <a:pt x="5077" y="12157"/>
                    <a:pt x="3734" y="11660"/>
                    <a:pt x="2791" y="10663"/>
                  </a:cubicBezTo>
                  <a:cubicBezTo>
                    <a:pt x="828" y="8592"/>
                    <a:pt x="887" y="5169"/>
                    <a:pt x="3264" y="3407"/>
                  </a:cubicBezTo>
                  <a:cubicBezTo>
                    <a:pt x="4206" y="2706"/>
                    <a:pt x="5453" y="2324"/>
                    <a:pt x="6675" y="2324"/>
                  </a:cubicBezTo>
                  <a:close/>
                  <a:moveTo>
                    <a:pt x="18811" y="1"/>
                  </a:moveTo>
                  <a:cubicBezTo>
                    <a:pt x="18544" y="1"/>
                    <a:pt x="18247" y="66"/>
                    <a:pt x="17938" y="171"/>
                  </a:cubicBezTo>
                  <a:cubicBezTo>
                    <a:pt x="15520" y="995"/>
                    <a:pt x="13156" y="2526"/>
                    <a:pt x="10883" y="3683"/>
                  </a:cubicBezTo>
                  <a:cubicBezTo>
                    <a:pt x="10810" y="3722"/>
                    <a:pt x="10774" y="3786"/>
                    <a:pt x="10764" y="3853"/>
                  </a:cubicBezTo>
                  <a:cubicBezTo>
                    <a:pt x="9910" y="2494"/>
                    <a:pt x="8202" y="1856"/>
                    <a:pt x="6519" y="1856"/>
                  </a:cubicBezTo>
                  <a:cubicBezTo>
                    <a:pt x="5600" y="1856"/>
                    <a:pt x="4689" y="2046"/>
                    <a:pt x="3928" y="2412"/>
                  </a:cubicBezTo>
                  <a:cubicBezTo>
                    <a:pt x="1014" y="3819"/>
                    <a:pt x="0" y="7406"/>
                    <a:pt x="1718" y="10143"/>
                  </a:cubicBezTo>
                  <a:cubicBezTo>
                    <a:pt x="2746" y="11786"/>
                    <a:pt x="4594" y="12671"/>
                    <a:pt x="6462" y="12671"/>
                  </a:cubicBezTo>
                  <a:cubicBezTo>
                    <a:pt x="7363" y="12671"/>
                    <a:pt x="8268" y="12465"/>
                    <a:pt x="9087" y="12039"/>
                  </a:cubicBezTo>
                  <a:cubicBezTo>
                    <a:pt x="11389" y="10846"/>
                    <a:pt x="12398" y="8110"/>
                    <a:pt x="11753" y="5706"/>
                  </a:cubicBezTo>
                  <a:cubicBezTo>
                    <a:pt x="13976" y="5259"/>
                    <a:pt x="16307" y="4661"/>
                    <a:pt x="18327" y="3610"/>
                  </a:cubicBezTo>
                  <a:cubicBezTo>
                    <a:pt x="19521" y="2988"/>
                    <a:pt x="20325" y="2067"/>
                    <a:pt x="20085" y="671"/>
                  </a:cubicBezTo>
                  <a:cubicBezTo>
                    <a:pt x="20058" y="520"/>
                    <a:pt x="19940" y="453"/>
                    <a:pt x="19821" y="453"/>
                  </a:cubicBezTo>
                  <a:cubicBezTo>
                    <a:pt x="19784" y="453"/>
                    <a:pt x="19747" y="459"/>
                    <a:pt x="19713" y="472"/>
                  </a:cubicBezTo>
                  <a:cubicBezTo>
                    <a:pt x="19508" y="132"/>
                    <a:pt x="19190" y="1"/>
                    <a:pt x="18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8"/>
            <p:cNvSpPr/>
            <p:nvPr/>
          </p:nvSpPr>
          <p:spPr>
            <a:xfrm>
              <a:off x="-1372134" y="2413166"/>
              <a:ext cx="281728" cy="150255"/>
            </a:xfrm>
            <a:custGeom>
              <a:avLst/>
              <a:gdLst/>
              <a:ahLst/>
              <a:cxnLst/>
              <a:rect l="l" t="t" r="r" b="b"/>
              <a:pathLst>
                <a:path w="8700" h="4640" extrusionOk="0">
                  <a:moveTo>
                    <a:pt x="8088" y="1"/>
                  </a:moveTo>
                  <a:cubicBezTo>
                    <a:pt x="6263" y="1"/>
                    <a:pt x="925" y="2987"/>
                    <a:pt x="141" y="3360"/>
                  </a:cubicBezTo>
                  <a:cubicBezTo>
                    <a:pt x="112" y="3375"/>
                    <a:pt x="83" y="3381"/>
                    <a:pt x="56" y="3381"/>
                  </a:cubicBezTo>
                  <a:cubicBezTo>
                    <a:pt x="36" y="3381"/>
                    <a:pt x="18" y="3378"/>
                    <a:pt x="0" y="3372"/>
                  </a:cubicBezTo>
                  <a:lnTo>
                    <a:pt x="0" y="3372"/>
                  </a:lnTo>
                  <a:cubicBezTo>
                    <a:pt x="61" y="3493"/>
                    <a:pt x="121" y="3615"/>
                    <a:pt x="170" y="3744"/>
                  </a:cubicBezTo>
                  <a:cubicBezTo>
                    <a:pt x="192" y="3723"/>
                    <a:pt x="224" y="3712"/>
                    <a:pt x="256" y="3712"/>
                  </a:cubicBezTo>
                  <a:cubicBezTo>
                    <a:pt x="299" y="3712"/>
                    <a:pt x="345" y="3733"/>
                    <a:pt x="372" y="3783"/>
                  </a:cubicBezTo>
                  <a:cubicBezTo>
                    <a:pt x="522" y="4060"/>
                    <a:pt x="641" y="4345"/>
                    <a:pt x="741" y="4639"/>
                  </a:cubicBezTo>
                  <a:cubicBezTo>
                    <a:pt x="2588" y="4150"/>
                    <a:pt x="8700" y="3000"/>
                    <a:pt x="8669" y="272"/>
                  </a:cubicBezTo>
                  <a:cubicBezTo>
                    <a:pt x="8596" y="83"/>
                    <a:pt x="8391" y="1"/>
                    <a:pt x="80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58"/>
            <p:cNvSpPr/>
            <p:nvPr/>
          </p:nvSpPr>
          <p:spPr>
            <a:xfrm>
              <a:off x="-1698745" y="2464557"/>
              <a:ext cx="357341" cy="318417"/>
            </a:xfrm>
            <a:custGeom>
              <a:avLst/>
              <a:gdLst/>
              <a:ahLst/>
              <a:cxnLst/>
              <a:rect l="l" t="t" r="r" b="b"/>
              <a:pathLst>
                <a:path w="11035" h="9833" extrusionOk="0">
                  <a:moveTo>
                    <a:pt x="5775" y="1044"/>
                  </a:moveTo>
                  <a:cubicBezTo>
                    <a:pt x="7477" y="1044"/>
                    <a:pt x="9129" y="1999"/>
                    <a:pt x="9680" y="3744"/>
                  </a:cubicBezTo>
                  <a:cubicBezTo>
                    <a:pt x="10395" y="6001"/>
                    <a:pt x="8906" y="8188"/>
                    <a:pt x="6646" y="8611"/>
                  </a:cubicBezTo>
                  <a:cubicBezTo>
                    <a:pt x="6639" y="8612"/>
                    <a:pt x="6633" y="8612"/>
                    <a:pt x="6627" y="8612"/>
                  </a:cubicBezTo>
                  <a:cubicBezTo>
                    <a:pt x="6610" y="8612"/>
                    <a:pt x="6594" y="8609"/>
                    <a:pt x="6578" y="8604"/>
                  </a:cubicBezTo>
                  <a:cubicBezTo>
                    <a:pt x="6183" y="8731"/>
                    <a:pt x="5772" y="8794"/>
                    <a:pt x="5363" y="8794"/>
                  </a:cubicBezTo>
                  <a:cubicBezTo>
                    <a:pt x="4010" y="8794"/>
                    <a:pt x="2681" y="8109"/>
                    <a:pt x="2022" y="6808"/>
                  </a:cubicBezTo>
                  <a:cubicBezTo>
                    <a:pt x="1028" y="4840"/>
                    <a:pt x="1895" y="2409"/>
                    <a:pt x="3867" y="1469"/>
                  </a:cubicBezTo>
                  <a:cubicBezTo>
                    <a:pt x="4471" y="1183"/>
                    <a:pt x="5127" y="1044"/>
                    <a:pt x="5775" y="1044"/>
                  </a:cubicBezTo>
                  <a:close/>
                  <a:moveTo>
                    <a:pt x="5847" y="1"/>
                  </a:moveTo>
                  <a:cubicBezTo>
                    <a:pt x="4625" y="1"/>
                    <a:pt x="3378" y="382"/>
                    <a:pt x="2437" y="1083"/>
                  </a:cubicBezTo>
                  <a:cubicBezTo>
                    <a:pt x="60" y="2845"/>
                    <a:pt x="1" y="6268"/>
                    <a:pt x="1964" y="8341"/>
                  </a:cubicBezTo>
                  <a:cubicBezTo>
                    <a:pt x="2907" y="9337"/>
                    <a:pt x="4249" y="9833"/>
                    <a:pt x="5596" y="9833"/>
                  </a:cubicBezTo>
                  <a:cubicBezTo>
                    <a:pt x="6752" y="9833"/>
                    <a:pt x="7911" y="9467"/>
                    <a:pt x="8824" y="8740"/>
                  </a:cubicBezTo>
                  <a:cubicBezTo>
                    <a:pt x="10628" y="7299"/>
                    <a:pt x="11034" y="4860"/>
                    <a:pt x="10389" y="2762"/>
                  </a:cubicBezTo>
                  <a:lnTo>
                    <a:pt x="10389" y="2762"/>
                  </a:lnTo>
                  <a:cubicBezTo>
                    <a:pt x="10357" y="2829"/>
                    <a:pt x="10279" y="2869"/>
                    <a:pt x="10204" y="2869"/>
                  </a:cubicBezTo>
                  <a:cubicBezTo>
                    <a:pt x="10134" y="2869"/>
                    <a:pt x="10068" y="2834"/>
                    <a:pt x="10044" y="2755"/>
                  </a:cubicBezTo>
                  <a:cubicBezTo>
                    <a:pt x="9435" y="851"/>
                    <a:pt x="7670" y="1"/>
                    <a:pt x="58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58"/>
            <p:cNvSpPr/>
            <p:nvPr/>
          </p:nvSpPr>
          <p:spPr>
            <a:xfrm>
              <a:off x="-1665455" y="2498364"/>
              <a:ext cx="303359" cy="250997"/>
            </a:xfrm>
            <a:custGeom>
              <a:avLst/>
              <a:gdLst/>
              <a:ahLst/>
              <a:cxnLst/>
              <a:rect l="l" t="t" r="r" b="b"/>
              <a:pathLst>
                <a:path w="9368" h="7751" extrusionOk="0">
                  <a:moveTo>
                    <a:pt x="4821" y="487"/>
                  </a:moveTo>
                  <a:cubicBezTo>
                    <a:pt x="6160" y="487"/>
                    <a:pt x="7471" y="1138"/>
                    <a:pt x="8063" y="2476"/>
                  </a:cubicBezTo>
                  <a:cubicBezTo>
                    <a:pt x="8866" y="4292"/>
                    <a:pt x="7917" y="6109"/>
                    <a:pt x="6308" y="6937"/>
                  </a:cubicBezTo>
                  <a:cubicBezTo>
                    <a:pt x="6296" y="6937"/>
                    <a:pt x="6288" y="6937"/>
                    <a:pt x="6279" y="6943"/>
                  </a:cubicBezTo>
                  <a:cubicBezTo>
                    <a:pt x="5721" y="7191"/>
                    <a:pt x="5119" y="7318"/>
                    <a:pt x="4527" y="7318"/>
                  </a:cubicBezTo>
                  <a:cubicBezTo>
                    <a:pt x="3340" y="7318"/>
                    <a:pt x="2193" y="6805"/>
                    <a:pt x="1529" y="5707"/>
                  </a:cubicBezTo>
                  <a:cubicBezTo>
                    <a:pt x="542" y="4071"/>
                    <a:pt x="1213" y="1871"/>
                    <a:pt x="2861" y="979"/>
                  </a:cubicBezTo>
                  <a:cubicBezTo>
                    <a:pt x="3463" y="653"/>
                    <a:pt x="4146" y="487"/>
                    <a:pt x="4821" y="487"/>
                  </a:cubicBezTo>
                  <a:close/>
                  <a:moveTo>
                    <a:pt x="4747" y="0"/>
                  </a:moveTo>
                  <a:cubicBezTo>
                    <a:pt x="4099" y="0"/>
                    <a:pt x="3443" y="139"/>
                    <a:pt x="2839" y="425"/>
                  </a:cubicBezTo>
                  <a:cubicBezTo>
                    <a:pt x="867" y="1365"/>
                    <a:pt x="0" y="3796"/>
                    <a:pt x="994" y="5764"/>
                  </a:cubicBezTo>
                  <a:cubicBezTo>
                    <a:pt x="1653" y="7065"/>
                    <a:pt x="2981" y="7750"/>
                    <a:pt x="4334" y="7750"/>
                  </a:cubicBezTo>
                  <a:cubicBezTo>
                    <a:pt x="4743" y="7750"/>
                    <a:pt x="5155" y="7687"/>
                    <a:pt x="5550" y="7560"/>
                  </a:cubicBezTo>
                  <a:cubicBezTo>
                    <a:pt x="5565" y="7565"/>
                    <a:pt x="5581" y="7568"/>
                    <a:pt x="5598" y="7568"/>
                  </a:cubicBezTo>
                  <a:cubicBezTo>
                    <a:pt x="5605" y="7568"/>
                    <a:pt x="5611" y="7568"/>
                    <a:pt x="5618" y="7567"/>
                  </a:cubicBezTo>
                  <a:cubicBezTo>
                    <a:pt x="7878" y="7144"/>
                    <a:pt x="9367" y="4957"/>
                    <a:pt x="8652" y="2700"/>
                  </a:cubicBezTo>
                  <a:cubicBezTo>
                    <a:pt x="8101" y="955"/>
                    <a:pt x="6449" y="0"/>
                    <a:pt x="4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58"/>
            <p:cNvSpPr/>
            <p:nvPr/>
          </p:nvSpPr>
          <p:spPr>
            <a:xfrm>
              <a:off x="-1647904" y="2514135"/>
              <a:ext cx="269584" cy="221237"/>
            </a:xfrm>
            <a:custGeom>
              <a:avLst/>
              <a:gdLst/>
              <a:ahLst/>
              <a:cxnLst/>
              <a:rect l="l" t="t" r="r" b="b"/>
              <a:pathLst>
                <a:path w="8325" h="6832" extrusionOk="0">
                  <a:moveTo>
                    <a:pt x="4279" y="0"/>
                  </a:moveTo>
                  <a:cubicBezTo>
                    <a:pt x="3604" y="0"/>
                    <a:pt x="2921" y="166"/>
                    <a:pt x="2319" y="492"/>
                  </a:cubicBezTo>
                  <a:cubicBezTo>
                    <a:pt x="671" y="1384"/>
                    <a:pt x="0" y="3584"/>
                    <a:pt x="987" y="5220"/>
                  </a:cubicBezTo>
                  <a:cubicBezTo>
                    <a:pt x="1652" y="6318"/>
                    <a:pt x="2798" y="6831"/>
                    <a:pt x="3985" y="6831"/>
                  </a:cubicBezTo>
                  <a:cubicBezTo>
                    <a:pt x="4577" y="6831"/>
                    <a:pt x="5179" y="6704"/>
                    <a:pt x="5737" y="6456"/>
                  </a:cubicBezTo>
                  <a:cubicBezTo>
                    <a:pt x="5746" y="6450"/>
                    <a:pt x="5754" y="6450"/>
                    <a:pt x="5766" y="6450"/>
                  </a:cubicBezTo>
                  <a:cubicBezTo>
                    <a:pt x="7375" y="5622"/>
                    <a:pt x="8324" y="3805"/>
                    <a:pt x="7521" y="1989"/>
                  </a:cubicBezTo>
                  <a:cubicBezTo>
                    <a:pt x="6929" y="651"/>
                    <a:pt x="5618" y="0"/>
                    <a:pt x="4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0" name="Google Shape;2470;p58"/>
          <p:cNvSpPr/>
          <p:nvPr/>
        </p:nvSpPr>
        <p:spPr>
          <a:xfrm rot="9196425">
            <a:off x="8506740" y="11267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1" name="Google Shape;2471;p58"/>
          <p:cNvGrpSpPr/>
          <p:nvPr/>
        </p:nvGrpSpPr>
        <p:grpSpPr>
          <a:xfrm>
            <a:off x="315725" y="1088413"/>
            <a:ext cx="609700" cy="647700"/>
            <a:chOff x="-765675" y="35575"/>
            <a:chExt cx="609700" cy="647700"/>
          </a:xfrm>
        </p:grpSpPr>
        <p:sp>
          <p:nvSpPr>
            <p:cNvPr id="2472" name="Google Shape;2472;p58"/>
            <p:cNvSpPr/>
            <p:nvPr/>
          </p:nvSpPr>
          <p:spPr>
            <a:xfrm>
              <a:off x="-468350" y="49650"/>
              <a:ext cx="75350" cy="70825"/>
            </a:xfrm>
            <a:custGeom>
              <a:avLst/>
              <a:gdLst/>
              <a:ahLst/>
              <a:cxnLst/>
              <a:rect l="l" t="t" r="r" b="b"/>
              <a:pathLst>
                <a:path w="3014" h="2833" extrusionOk="0">
                  <a:moveTo>
                    <a:pt x="2213" y="1"/>
                  </a:moveTo>
                  <a:cubicBezTo>
                    <a:pt x="1499" y="1"/>
                    <a:pt x="398" y="1615"/>
                    <a:pt x="0" y="2141"/>
                  </a:cubicBezTo>
                  <a:cubicBezTo>
                    <a:pt x="45" y="2524"/>
                    <a:pt x="371" y="2832"/>
                    <a:pt x="743" y="2832"/>
                  </a:cubicBezTo>
                  <a:cubicBezTo>
                    <a:pt x="833" y="2832"/>
                    <a:pt x="926" y="2814"/>
                    <a:pt x="1018" y="2775"/>
                  </a:cubicBezTo>
                  <a:cubicBezTo>
                    <a:pt x="1040" y="2764"/>
                    <a:pt x="1062" y="2760"/>
                    <a:pt x="1083" y="2760"/>
                  </a:cubicBezTo>
                  <a:cubicBezTo>
                    <a:pt x="1093" y="2760"/>
                    <a:pt x="1102" y="2761"/>
                    <a:pt x="1111" y="2763"/>
                  </a:cubicBezTo>
                  <a:cubicBezTo>
                    <a:pt x="1364" y="2360"/>
                    <a:pt x="1668" y="1983"/>
                    <a:pt x="1957" y="1604"/>
                  </a:cubicBezTo>
                  <a:cubicBezTo>
                    <a:pt x="2178" y="1319"/>
                    <a:pt x="3014" y="541"/>
                    <a:pt x="2644" y="106"/>
                  </a:cubicBezTo>
                  <a:lnTo>
                    <a:pt x="2644" y="106"/>
                  </a:lnTo>
                  <a:cubicBezTo>
                    <a:pt x="2620" y="115"/>
                    <a:pt x="2596" y="120"/>
                    <a:pt x="2572" y="120"/>
                  </a:cubicBezTo>
                  <a:cubicBezTo>
                    <a:pt x="2536" y="120"/>
                    <a:pt x="2500" y="109"/>
                    <a:pt x="2463" y="84"/>
                  </a:cubicBezTo>
                  <a:cubicBezTo>
                    <a:pt x="2388" y="27"/>
                    <a:pt x="2304" y="1"/>
                    <a:pt x="2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58"/>
            <p:cNvSpPr/>
            <p:nvPr/>
          </p:nvSpPr>
          <p:spPr>
            <a:xfrm>
              <a:off x="-407125" y="100000"/>
              <a:ext cx="72575" cy="77300"/>
            </a:xfrm>
            <a:custGeom>
              <a:avLst/>
              <a:gdLst/>
              <a:ahLst/>
              <a:cxnLst/>
              <a:rect l="l" t="t" r="r" b="b"/>
              <a:pathLst>
                <a:path w="2903" h="3092" extrusionOk="0">
                  <a:moveTo>
                    <a:pt x="2269" y="0"/>
                  </a:moveTo>
                  <a:cubicBezTo>
                    <a:pt x="1412" y="0"/>
                    <a:pt x="363" y="1744"/>
                    <a:pt x="1" y="2368"/>
                  </a:cubicBezTo>
                  <a:cubicBezTo>
                    <a:pt x="16" y="2383"/>
                    <a:pt x="30" y="2407"/>
                    <a:pt x="37" y="2439"/>
                  </a:cubicBezTo>
                  <a:cubicBezTo>
                    <a:pt x="103" y="2832"/>
                    <a:pt x="438" y="3092"/>
                    <a:pt x="818" y="3092"/>
                  </a:cubicBezTo>
                  <a:cubicBezTo>
                    <a:pt x="845" y="3092"/>
                    <a:pt x="871" y="3090"/>
                    <a:pt x="898" y="3088"/>
                  </a:cubicBezTo>
                  <a:cubicBezTo>
                    <a:pt x="852" y="3020"/>
                    <a:pt x="838" y="2933"/>
                    <a:pt x="901" y="2869"/>
                  </a:cubicBezTo>
                  <a:cubicBezTo>
                    <a:pt x="1684" y="2081"/>
                    <a:pt x="2371" y="1398"/>
                    <a:pt x="2902" y="436"/>
                  </a:cubicBezTo>
                  <a:cubicBezTo>
                    <a:pt x="2717" y="127"/>
                    <a:pt x="2500" y="0"/>
                    <a:pt x="2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58"/>
            <p:cNvSpPr/>
            <p:nvPr/>
          </p:nvSpPr>
          <p:spPr>
            <a:xfrm>
              <a:off x="-339600" y="157425"/>
              <a:ext cx="71200" cy="72225"/>
            </a:xfrm>
            <a:custGeom>
              <a:avLst/>
              <a:gdLst/>
              <a:ahLst/>
              <a:cxnLst/>
              <a:rect l="l" t="t" r="r" b="b"/>
              <a:pathLst>
                <a:path w="2848" h="2889" extrusionOk="0">
                  <a:moveTo>
                    <a:pt x="2271" y="0"/>
                  </a:moveTo>
                  <a:cubicBezTo>
                    <a:pt x="2059" y="0"/>
                    <a:pt x="1829" y="71"/>
                    <a:pt x="1667" y="176"/>
                  </a:cubicBezTo>
                  <a:cubicBezTo>
                    <a:pt x="1419" y="339"/>
                    <a:pt x="1207" y="567"/>
                    <a:pt x="1002" y="781"/>
                  </a:cubicBezTo>
                  <a:cubicBezTo>
                    <a:pt x="641" y="1160"/>
                    <a:pt x="312" y="1562"/>
                    <a:pt x="1" y="1982"/>
                  </a:cubicBezTo>
                  <a:cubicBezTo>
                    <a:pt x="13" y="2001"/>
                    <a:pt x="26" y="2019"/>
                    <a:pt x="28" y="2053"/>
                  </a:cubicBezTo>
                  <a:cubicBezTo>
                    <a:pt x="77" y="2560"/>
                    <a:pt x="507" y="2888"/>
                    <a:pt x="984" y="2888"/>
                  </a:cubicBezTo>
                  <a:cubicBezTo>
                    <a:pt x="1051" y="2888"/>
                    <a:pt x="1119" y="2882"/>
                    <a:pt x="1187" y="2869"/>
                  </a:cubicBezTo>
                  <a:cubicBezTo>
                    <a:pt x="1192" y="2868"/>
                    <a:pt x="1196" y="2868"/>
                    <a:pt x="1201" y="2868"/>
                  </a:cubicBezTo>
                  <a:cubicBezTo>
                    <a:pt x="1206" y="2868"/>
                    <a:pt x="1210" y="2868"/>
                    <a:pt x="1216" y="2867"/>
                  </a:cubicBezTo>
                  <a:cubicBezTo>
                    <a:pt x="1866" y="2182"/>
                    <a:pt x="2412" y="1530"/>
                    <a:pt x="2818" y="684"/>
                  </a:cubicBezTo>
                  <a:cubicBezTo>
                    <a:pt x="2801" y="653"/>
                    <a:pt x="2790" y="618"/>
                    <a:pt x="2795" y="577"/>
                  </a:cubicBezTo>
                  <a:cubicBezTo>
                    <a:pt x="2848" y="153"/>
                    <a:pt x="2580" y="0"/>
                    <a:pt x="2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8"/>
            <p:cNvSpPr/>
            <p:nvPr/>
          </p:nvSpPr>
          <p:spPr>
            <a:xfrm>
              <a:off x="-274900" y="216200"/>
              <a:ext cx="72525" cy="66625"/>
            </a:xfrm>
            <a:custGeom>
              <a:avLst/>
              <a:gdLst/>
              <a:ahLst/>
              <a:cxnLst/>
              <a:rect l="l" t="t" r="r" b="b"/>
              <a:pathLst>
                <a:path w="2901" h="2665" extrusionOk="0">
                  <a:moveTo>
                    <a:pt x="2639" y="0"/>
                  </a:moveTo>
                  <a:cubicBezTo>
                    <a:pt x="2217" y="0"/>
                    <a:pt x="1465" y="538"/>
                    <a:pt x="1278" y="694"/>
                  </a:cubicBezTo>
                  <a:cubicBezTo>
                    <a:pt x="812" y="1082"/>
                    <a:pt x="433" y="1552"/>
                    <a:pt x="119" y="2065"/>
                  </a:cubicBezTo>
                  <a:cubicBezTo>
                    <a:pt x="89" y="2109"/>
                    <a:pt x="46" y="2125"/>
                    <a:pt x="0" y="2126"/>
                  </a:cubicBezTo>
                  <a:cubicBezTo>
                    <a:pt x="211" y="2393"/>
                    <a:pt x="506" y="2594"/>
                    <a:pt x="848" y="2651"/>
                  </a:cubicBezTo>
                  <a:cubicBezTo>
                    <a:pt x="861" y="2653"/>
                    <a:pt x="872" y="2661"/>
                    <a:pt x="884" y="2665"/>
                  </a:cubicBezTo>
                  <a:cubicBezTo>
                    <a:pt x="1679" y="1904"/>
                    <a:pt x="2288" y="1061"/>
                    <a:pt x="2900" y="154"/>
                  </a:cubicBezTo>
                  <a:cubicBezTo>
                    <a:pt x="2854" y="44"/>
                    <a:pt x="2760" y="0"/>
                    <a:pt x="2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58"/>
            <p:cNvSpPr/>
            <p:nvPr/>
          </p:nvSpPr>
          <p:spPr>
            <a:xfrm>
              <a:off x="-765675" y="35575"/>
              <a:ext cx="609700" cy="647700"/>
            </a:xfrm>
            <a:custGeom>
              <a:avLst/>
              <a:gdLst/>
              <a:ahLst/>
              <a:cxnLst/>
              <a:rect l="l" t="t" r="r" b="b"/>
              <a:pathLst>
                <a:path w="24388" h="25908" extrusionOk="0">
                  <a:moveTo>
                    <a:pt x="16611" y="2577"/>
                  </a:moveTo>
                  <a:cubicBezTo>
                    <a:pt x="16842" y="2577"/>
                    <a:pt x="17059" y="2704"/>
                    <a:pt x="17244" y="3013"/>
                  </a:cubicBezTo>
                  <a:cubicBezTo>
                    <a:pt x="16713" y="3975"/>
                    <a:pt x="16026" y="4658"/>
                    <a:pt x="15242" y="5446"/>
                  </a:cubicBezTo>
                  <a:cubicBezTo>
                    <a:pt x="15179" y="5510"/>
                    <a:pt x="15192" y="5597"/>
                    <a:pt x="15240" y="5665"/>
                  </a:cubicBezTo>
                  <a:cubicBezTo>
                    <a:pt x="15213" y="5667"/>
                    <a:pt x="15187" y="5669"/>
                    <a:pt x="15160" y="5669"/>
                  </a:cubicBezTo>
                  <a:cubicBezTo>
                    <a:pt x="14780" y="5669"/>
                    <a:pt x="14445" y="5409"/>
                    <a:pt x="14379" y="5016"/>
                  </a:cubicBezTo>
                  <a:cubicBezTo>
                    <a:pt x="14372" y="4984"/>
                    <a:pt x="14358" y="4960"/>
                    <a:pt x="14343" y="4945"/>
                  </a:cubicBezTo>
                  <a:cubicBezTo>
                    <a:pt x="14705" y="4321"/>
                    <a:pt x="15754" y="2577"/>
                    <a:pt x="16611" y="2577"/>
                  </a:cubicBezTo>
                  <a:close/>
                  <a:moveTo>
                    <a:pt x="19314" y="4874"/>
                  </a:moveTo>
                  <a:cubicBezTo>
                    <a:pt x="19624" y="4874"/>
                    <a:pt x="19892" y="5027"/>
                    <a:pt x="19838" y="5451"/>
                  </a:cubicBezTo>
                  <a:cubicBezTo>
                    <a:pt x="19835" y="5492"/>
                    <a:pt x="19844" y="5527"/>
                    <a:pt x="19861" y="5558"/>
                  </a:cubicBezTo>
                  <a:cubicBezTo>
                    <a:pt x="19455" y="6404"/>
                    <a:pt x="18908" y="7056"/>
                    <a:pt x="18259" y="7741"/>
                  </a:cubicBezTo>
                  <a:cubicBezTo>
                    <a:pt x="18253" y="7742"/>
                    <a:pt x="18249" y="7742"/>
                    <a:pt x="18244" y="7742"/>
                  </a:cubicBezTo>
                  <a:cubicBezTo>
                    <a:pt x="18239" y="7742"/>
                    <a:pt x="18235" y="7742"/>
                    <a:pt x="18230" y="7743"/>
                  </a:cubicBezTo>
                  <a:cubicBezTo>
                    <a:pt x="18162" y="7756"/>
                    <a:pt x="18094" y="7762"/>
                    <a:pt x="18027" y="7762"/>
                  </a:cubicBezTo>
                  <a:cubicBezTo>
                    <a:pt x="17551" y="7762"/>
                    <a:pt x="17120" y="7434"/>
                    <a:pt x="17071" y="6927"/>
                  </a:cubicBezTo>
                  <a:cubicBezTo>
                    <a:pt x="17069" y="6893"/>
                    <a:pt x="17056" y="6875"/>
                    <a:pt x="17044" y="6856"/>
                  </a:cubicBezTo>
                  <a:cubicBezTo>
                    <a:pt x="17355" y="6436"/>
                    <a:pt x="17684" y="6034"/>
                    <a:pt x="18045" y="5656"/>
                  </a:cubicBezTo>
                  <a:cubicBezTo>
                    <a:pt x="18250" y="5441"/>
                    <a:pt x="18462" y="5215"/>
                    <a:pt x="18710" y="5050"/>
                  </a:cubicBezTo>
                  <a:cubicBezTo>
                    <a:pt x="18872" y="4945"/>
                    <a:pt x="19103" y="4874"/>
                    <a:pt x="19314" y="4874"/>
                  </a:cubicBezTo>
                  <a:close/>
                  <a:moveTo>
                    <a:pt x="22270" y="7225"/>
                  </a:moveTo>
                  <a:cubicBezTo>
                    <a:pt x="22391" y="7225"/>
                    <a:pt x="22485" y="7269"/>
                    <a:pt x="22531" y="7379"/>
                  </a:cubicBezTo>
                  <a:cubicBezTo>
                    <a:pt x="21919" y="8286"/>
                    <a:pt x="21310" y="9129"/>
                    <a:pt x="20515" y="9890"/>
                  </a:cubicBezTo>
                  <a:cubicBezTo>
                    <a:pt x="20503" y="9886"/>
                    <a:pt x="20492" y="9878"/>
                    <a:pt x="20479" y="9876"/>
                  </a:cubicBezTo>
                  <a:cubicBezTo>
                    <a:pt x="20137" y="9819"/>
                    <a:pt x="19842" y="9618"/>
                    <a:pt x="19631" y="9351"/>
                  </a:cubicBezTo>
                  <a:cubicBezTo>
                    <a:pt x="19677" y="9350"/>
                    <a:pt x="19720" y="9334"/>
                    <a:pt x="19750" y="9290"/>
                  </a:cubicBezTo>
                  <a:cubicBezTo>
                    <a:pt x="20064" y="8777"/>
                    <a:pt x="20443" y="8307"/>
                    <a:pt x="20909" y="7919"/>
                  </a:cubicBezTo>
                  <a:cubicBezTo>
                    <a:pt x="21096" y="7763"/>
                    <a:pt x="21848" y="7225"/>
                    <a:pt x="22270" y="7225"/>
                  </a:cubicBezTo>
                  <a:close/>
                  <a:moveTo>
                    <a:pt x="572" y="14952"/>
                  </a:moveTo>
                  <a:lnTo>
                    <a:pt x="572" y="14952"/>
                  </a:lnTo>
                  <a:cubicBezTo>
                    <a:pt x="3783" y="18333"/>
                    <a:pt x="7633" y="21183"/>
                    <a:pt x="11496" y="23772"/>
                  </a:cubicBezTo>
                  <a:cubicBezTo>
                    <a:pt x="11404" y="23823"/>
                    <a:pt x="11334" y="23924"/>
                    <a:pt x="11372" y="24049"/>
                  </a:cubicBezTo>
                  <a:cubicBezTo>
                    <a:pt x="11270" y="24386"/>
                    <a:pt x="11171" y="24717"/>
                    <a:pt x="11069" y="25053"/>
                  </a:cubicBezTo>
                  <a:cubicBezTo>
                    <a:pt x="10789" y="24844"/>
                    <a:pt x="10509" y="24637"/>
                    <a:pt x="10225" y="24428"/>
                  </a:cubicBezTo>
                  <a:cubicBezTo>
                    <a:pt x="9850" y="24151"/>
                    <a:pt x="9476" y="23871"/>
                    <a:pt x="9104" y="23592"/>
                  </a:cubicBezTo>
                  <a:cubicBezTo>
                    <a:pt x="8169" y="22892"/>
                    <a:pt x="7242" y="22184"/>
                    <a:pt x="6316" y="21474"/>
                  </a:cubicBezTo>
                  <a:cubicBezTo>
                    <a:pt x="4619" y="20171"/>
                    <a:pt x="2934" y="18854"/>
                    <a:pt x="1245" y="17550"/>
                  </a:cubicBezTo>
                  <a:cubicBezTo>
                    <a:pt x="1254" y="17533"/>
                    <a:pt x="1260" y="17511"/>
                    <a:pt x="1264" y="17490"/>
                  </a:cubicBezTo>
                  <a:cubicBezTo>
                    <a:pt x="1356" y="16671"/>
                    <a:pt x="984" y="15724"/>
                    <a:pt x="572" y="14952"/>
                  </a:cubicBezTo>
                  <a:close/>
                  <a:moveTo>
                    <a:pt x="23282" y="9790"/>
                  </a:moveTo>
                  <a:cubicBezTo>
                    <a:pt x="23380" y="10330"/>
                    <a:pt x="23489" y="10882"/>
                    <a:pt x="23662" y="11397"/>
                  </a:cubicBezTo>
                  <a:cubicBezTo>
                    <a:pt x="23678" y="11446"/>
                    <a:pt x="23710" y="11475"/>
                    <a:pt x="23746" y="11492"/>
                  </a:cubicBezTo>
                  <a:cubicBezTo>
                    <a:pt x="22303" y="14259"/>
                    <a:pt x="20464" y="16714"/>
                    <a:pt x="18389" y="19038"/>
                  </a:cubicBezTo>
                  <a:lnTo>
                    <a:pt x="18389" y="19036"/>
                  </a:lnTo>
                  <a:cubicBezTo>
                    <a:pt x="16465" y="21197"/>
                    <a:pt x="14380" y="23893"/>
                    <a:pt x="11839" y="25359"/>
                  </a:cubicBezTo>
                  <a:cubicBezTo>
                    <a:pt x="11965" y="24882"/>
                    <a:pt x="11953" y="24472"/>
                    <a:pt x="11801" y="23937"/>
                  </a:cubicBezTo>
                  <a:lnTo>
                    <a:pt x="11801" y="23937"/>
                  </a:lnTo>
                  <a:cubicBezTo>
                    <a:pt x="11811" y="23938"/>
                    <a:pt x="11821" y="23939"/>
                    <a:pt x="11830" y="23939"/>
                  </a:cubicBezTo>
                  <a:cubicBezTo>
                    <a:pt x="11947" y="23939"/>
                    <a:pt x="12054" y="23865"/>
                    <a:pt x="12109" y="23766"/>
                  </a:cubicBezTo>
                  <a:cubicBezTo>
                    <a:pt x="12114" y="23766"/>
                    <a:pt x="12118" y="23766"/>
                    <a:pt x="12123" y="23766"/>
                  </a:cubicBezTo>
                  <a:cubicBezTo>
                    <a:pt x="12153" y="23766"/>
                    <a:pt x="12183" y="23757"/>
                    <a:pt x="12211" y="23737"/>
                  </a:cubicBezTo>
                  <a:cubicBezTo>
                    <a:pt x="15107" y="21567"/>
                    <a:pt x="17555" y="18685"/>
                    <a:pt x="19657" y="15758"/>
                  </a:cubicBezTo>
                  <a:cubicBezTo>
                    <a:pt x="20594" y="14444"/>
                    <a:pt x="21468" y="13084"/>
                    <a:pt x="22266" y="11684"/>
                  </a:cubicBezTo>
                  <a:cubicBezTo>
                    <a:pt x="22557" y="11167"/>
                    <a:pt x="23170" y="10450"/>
                    <a:pt x="23282" y="9790"/>
                  </a:cubicBezTo>
                  <a:close/>
                  <a:moveTo>
                    <a:pt x="11356" y="1"/>
                  </a:moveTo>
                  <a:cubicBezTo>
                    <a:pt x="11253" y="1"/>
                    <a:pt x="11178" y="118"/>
                    <a:pt x="11239" y="215"/>
                  </a:cubicBezTo>
                  <a:cubicBezTo>
                    <a:pt x="11209" y="192"/>
                    <a:pt x="11172" y="178"/>
                    <a:pt x="11138" y="178"/>
                  </a:cubicBezTo>
                  <a:cubicBezTo>
                    <a:pt x="11098" y="178"/>
                    <a:pt x="11061" y="196"/>
                    <a:pt x="11037" y="239"/>
                  </a:cubicBezTo>
                  <a:cubicBezTo>
                    <a:pt x="9613" y="2658"/>
                    <a:pt x="7728" y="4812"/>
                    <a:pt x="6007" y="7021"/>
                  </a:cubicBezTo>
                  <a:cubicBezTo>
                    <a:pt x="4119" y="9445"/>
                    <a:pt x="2222" y="11859"/>
                    <a:pt x="360" y="14297"/>
                  </a:cubicBezTo>
                  <a:cubicBezTo>
                    <a:pt x="314" y="14356"/>
                    <a:pt x="301" y="14412"/>
                    <a:pt x="304" y="14468"/>
                  </a:cubicBezTo>
                  <a:cubicBezTo>
                    <a:pt x="278" y="14434"/>
                    <a:pt x="241" y="14420"/>
                    <a:pt x="204" y="14420"/>
                  </a:cubicBezTo>
                  <a:cubicBezTo>
                    <a:pt x="106" y="14420"/>
                    <a:pt x="0" y="14519"/>
                    <a:pt x="54" y="14628"/>
                  </a:cubicBezTo>
                  <a:cubicBezTo>
                    <a:pt x="287" y="15100"/>
                    <a:pt x="482" y="15588"/>
                    <a:pt x="613" y="16097"/>
                  </a:cubicBezTo>
                  <a:cubicBezTo>
                    <a:pt x="725" y="16522"/>
                    <a:pt x="747" y="16970"/>
                    <a:pt x="851" y="17397"/>
                  </a:cubicBezTo>
                  <a:cubicBezTo>
                    <a:pt x="763" y="17458"/>
                    <a:pt x="722" y="17599"/>
                    <a:pt x="832" y="17687"/>
                  </a:cubicBezTo>
                  <a:cubicBezTo>
                    <a:pt x="4221" y="20546"/>
                    <a:pt x="7755" y="23242"/>
                    <a:pt x="11333" y="25859"/>
                  </a:cubicBezTo>
                  <a:cubicBezTo>
                    <a:pt x="11378" y="25891"/>
                    <a:pt x="11432" y="25907"/>
                    <a:pt x="11485" y="25907"/>
                  </a:cubicBezTo>
                  <a:cubicBezTo>
                    <a:pt x="11543" y="25907"/>
                    <a:pt x="11601" y="25888"/>
                    <a:pt x="11645" y="25848"/>
                  </a:cubicBezTo>
                  <a:cubicBezTo>
                    <a:pt x="11655" y="25847"/>
                    <a:pt x="11667" y="25848"/>
                    <a:pt x="11677" y="25842"/>
                  </a:cubicBezTo>
                  <a:cubicBezTo>
                    <a:pt x="14314" y="24705"/>
                    <a:pt x="16412" y="21875"/>
                    <a:pt x="18296" y="19806"/>
                  </a:cubicBezTo>
                  <a:cubicBezTo>
                    <a:pt x="20620" y="17252"/>
                    <a:pt x="22735" y="14521"/>
                    <a:pt x="24298" y="11429"/>
                  </a:cubicBezTo>
                  <a:cubicBezTo>
                    <a:pt x="24387" y="11257"/>
                    <a:pt x="24236" y="11125"/>
                    <a:pt x="24084" y="11125"/>
                  </a:cubicBezTo>
                  <a:cubicBezTo>
                    <a:pt x="24060" y="11125"/>
                    <a:pt x="24036" y="11128"/>
                    <a:pt x="24012" y="11135"/>
                  </a:cubicBezTo>
                  <a:cubicBezTo>
                    <a:pt x="23895" y="10479"/>
                    <a:pt x="23681" y="9819"/>
                    <a:pt x="23491" y="9181"/>
                  </a:cubicBezTo>
                  <a:cubicBezTo>
                    <a:pt x="23472" y="9114"/>
                    <a:pt x="23418" y="9085"/>
                    <a:pt x="23359" y="9085"/>
                  </a:cubicBezTo>
                  <a:cubicBezTo>
                    <a:pt x="23339" y="9085"/>
                    <a:pt x="23317" y="9088"/>
                    <a:pt x="23297" y="9095"/>
                  </a:cubicBezTo>
                  <a:cubicBezTo>
                    <a:pt x="23175" y="8995"/>
                    <a:pt x="23047" y="8905"/>
                    <a:pt x="22922" y="8818"/>
                  </a:cubicBezTo>
                  <a:cubicBezTo>
                    <a:pt x="22862" y="8772"/>
                    <a:pt x="22801" y="8730"/>
                    <a:pt x="22738" y="8689"/>
                  </a:cubicBezTo>
                  <a:cubicBezTo>
                    <a:pt x="22874" y="8687"/>
                    <a:pt x="22920" y="8505"/>
                    <a:pt x="22791" y="8446"/>
                  </a:cubicBezTo>
                  <a:cubicBezTo>
                    <a:pt x="22699" y="8402"/>
                    <a:pt x="22604" y="8375"/>
                    <a:pt x="22506" y="8344"/>
                  </a:cubicBezTo>
                  <a:cubicBezTo>
                    <a:pt x="22482" y="8334"/>
                    <a:pt x="22455" y="8327"/>
                    <a:pt x="22426" y="8318"/>
                  </a:cubicBezTo>
                  <a:cubicBezTo>
                    <a:pt x="22419" y="8303"/>
                    <a:pt x="22407" y="8290"/>
                    <a:pt x="22393" y="8279"/>
                  </a:cubicBezTo>
                  <a:cubicBezTo>
                    <a:pt x="22494" y="8110"/>
                    <a:pt x="22587" y="7935"/>
                    <a:pt x="22669" y="7754"/>
                  </a:cubicBezTo>
                  <a:cubicBezTo>
                    <a:pt x="22698" y="7771"/>
                    <a:pt x="22731" y="7780"/>
                    <a:pt x="22764" y="7780"/>
                  </a:cubicBezTo>
                  <a:cubicBezTo>
                    <a:pt x="22823" y="7780"/>
                    <a:pt x="22881" y="7748"/>
                    <a:pt x="22908" y="7670"/>
                  </a:cubicBezTo>
                  <a:cubicBezTo>
                    <a:pt x="23109" y="7115"/>
                    <a:pt x="22635" y="6788"/>
                    <a:pt x="22151" y="6788"/>
                  </a:cubicBezTo>
                  <a:cubicBezTo>
                    <a:pt x="22046" y="6788"/>
                    <a:pt x="21940" y="6804"/>
                    <a:pt x="21841" y="6835"/>
                  </a:cubicBezTo>
                  <a:cubicBezTo>
                    <a:pt x="21517" y="6941"/>
                    <a:pt x="21216" y="7112"/>
                    <a:pt x="20938" y="7328"/>
                  </a:cubicBezTo>
                  <a:cubicBezTo>
                    <a:pt x="20827" y="7240"/>
                    <a:pt x="20710" y="7158"/>
                    <a:pt x="20591" y="7083"/>
                  </a:cubicBezTo>
                  <a:cubicBezTo>
                    <a:pt x="20579" y="7053"/>
                    <a:pt x="20566" y="7019"/>
                    <a:pt x="20532" y="6988"/>
                  </a:cubicBezTo>
                  <a:cubicBezTo>
                    <a:pt x="20340" y="6822"/>
                    <a:pt x="20132" y="6684"/>
                    <a:pt x="19920" y="6552"/>
                  </a:cubicBezTo>
                  <a:cubicBezTo>
                    <a:pt x="19888" y="6531"/>
                    <a:pt x="19855" y="6524"/>
                    <a:pt x="19826" y="6524"/>
                  </a:cubicBezTo>
                  <a:cubicBezTo>
                    <a:pt x="19822" y="6524"/>
                    <a:pt x="19818" y="6524"/>
                    <a:pt x="19815" y="6525"/>
                  </a:cubicBezTo>
                  <a:cubicBezTo>
                    <a:pt x="20005" y="6163"/>
                    <a:pt x="20151" y="5775"/>
                    <a:pt x="20248" y="5388"/>
                  </a:cubicBezTo>
                  <a:cubicBezTo>
                    <a:pt x="20256" y="5359"/>
                    <a:pt x="20253" y="5334"/>
                    <a:pt x="20243" y="5313"/>
                  </a:cubicBezTo>
                  <a:cubicBezTo>
                    <a:pt x="20301" y="4791"/>
                    <a:pt x="19775" y="4389"/>
                    <a:pt x="19249" y="4389"/>
                  </a:cubicBezTo>
                  <a:cubicBezTo>
                    <a:pt x="19187" y="4389"/>
                    <a:pt x="19125" y="4395"/>
                    <a:pt x="19064" y="4406"/>
                  </a:cubicBezTo>
                  <a:cubicBezTo>
                    <a:pt x="18656" y="4486"/>
                    <a:pt x="18276" y="4741"/>
                    <a:pt x="17934" y="5075"/>
                  </a:cubicBezTo>
                  <a:cubicBezTo>
                    <a:pt x="17666" y="4754"/>
                    <a:pt x="17336" y="4494"/>
                    <a:pt x="16974" y="4287"/>
                  </a:cubicBezTo>
                  <a:cubicBezTo>
                    <a:pt x="17234" y="3881"/>
                    <a:pt x="17441" y="3445"/>
                    <a:pt x="17586" y="3006"/>
                  </a:cubicBezTo>
                  <a:cubicBezTo>
                    <a:pt x="17610" y="2971"/>
                    <a:pt x="17622" y="2932"/>
                    <a:pt x="17625" y="2887"/>
                  </a:cubicBezTo>
                  <a:cubicBezTo>
                    <a:pt x="17630" y="2876"/>
                    <a:pt x="17633" y="2864"/>
                    <a:pt x="17640" y="2850"/>
                  </a:cubicBezTo>
                  <a:cubicBezTo>
                    <a:pt x="17664" y="2762"/>
                    <a:pt x="17615" y="2697"/>
                    <a:pt x="17552" y="2675"/>
                  </a:cubicBezTo>
                  <a:cubicBezTo>
                    <a:pt x="17365" y="2298"/>
                    <a:pt x="16985" y="2121"/>
                    <a:pt x="16586" y="2121"/>
                  </a:cubicBezTo>
                  <a:cubicBezTo>
                    <a:pt x="16376" y="2121"/>
                    <a:pt x="16160" y="2170"/>
                    <a:pt x="15965" y="2266"/>
                  </a:cubicBezTo>
                  <a:cubicBezTo>
                    <a:pt x="15666" y="2413"/>
                    <a:pt x="15401" y="2636"/>
                    <a:pt x="15168" y="2901"/>
                  </a:cubicBezTo>
                  <a:cubicBezTo>
                    <a:pt x="14652" y="3482"/>
                    <a:pt x="14288" y="4272"/>
                    <a:pt x="14040" y="4917"/>
                  </a:cubicBezTo>
                  <a:cubicBezTo>
                    <a:pt x="14008" y="5001"/>
                    <a:pt x="14052" y="5060"/>
                    <a:pt x="14108" y="5086"/>
                  </a:cubicBezTo>
                  <a:cubicBezTo>
                    <a:pt x="14136" y="5616"/>
                    <a:pt x="14628" y="6056"/>
                    <a:pt x="15149" y="6056"/>
                  </a:cubicBezTo>
                  <a:cubicBezTo>
                    <a:pt x="15209" y="6056"/>
                    <a:pt x="15269" y="6051"/>
                    <a:pt x="15328" y="6039"/>
                  </a:cubicBezTo>
                  <a:cubicBezTo>
                    <a:pt x="15488" y="6008"/>
                    <a:pt x="15520" y="5837"/>
                    <a:pt x="15456" y="5736"/>
                  </a:cubicBezTo>
                  <a:cubicBezTo>
                    <a:pt x="15457" y="5733"/>
                    <a:pt x="15461" y="5735"/>
                    <a:pt x="15462" y="5733"/>
                  </a:cubicBezTo>
                  <a:cubicBezTo>
                    <a:pt x="15986" y="5463"/>
                    <a:pt x="16432" y="5043"/>
                    <a:pt x="16793" y="4552"/>
                  </a:cubicBezTo>
                  <a:cubicBezTo>
                    <a:pt x="17134" y="4780"/>
                    <a:pt x="17407" y="5055"/>
                    <a:pt x="17656" y="5373"/>
                  </a:cubicBezTo>
                  <a:cubicBezTo>
                    <a:pt x="17229" y="5867"/>
                    <a:pt x="16883" y="6448"/>
                    <a:pt x="16626" y="6885"/>
                  </a:cubicBezTo>
                  <a:cubicBezTo>
                    <a:pt x="16554" y="7009"/>
                    <a:pt x="16655" y="7144"/>
                    <a:pt x="16763" y="7144"/>
                  </a:cubicBezTo>
                  <a:cubicBezTo>
                    <a:pt x="16781" y="7144"/>
                    <a:pt x="16800" y="7140"/>
                    <a:pt x="16818" y="7131"/>
                  </a:cubicBezTo>
                  <a:cubicBezTo>
                    <a:pt x="16927" y="7689"/>
                    <a:pt x="17451" y="8149"/>
                    <a:pt x="18021" y="8149"/>
                  </a:cubicBezTo>
                  <a:cubicBezTo>
                    <a:pt x="18106" y="8149"/>
                    <a:pt x="18193" y="8138"/>
                    <a:pt x="18279" y="8116"/>
                  </a:cubicBezTo>
                  <a:cubicBezTo>
                    <a:pt x="18323" y="8106"/>
                    <a:pt x="18350" y="8082"/>
                    <a:pt x="18377" y="8053"/>
                  </a:cubicBezTo>
                  <a:cubicBezTo>
                    <a:pt x="18387" y="8055"/>
                    <a:pt x="18396" y="8055"/>
                    <a:pt x="18405" y="8055"/>
                  </a:cubicBezTo>
                  <a:cubicBezTo>
                    <a:pt x="18436" y="8055"/>
                    <a:pt x="18467" y="8048"/>
                    <a:pt x="18500" y="8028"/>
                  </a:cubicBezTo>
                  <a:cubicBezTo>
                    <a:pt x="18987" y="7707"/>
                    <a:pt x="19375" y="7264"/>
                    <a:pt x="19675" y="6764"/>
                  </a:cubicBezTo>
                  <a:cubicBezTo>
                    <a:pt x="19686" y="6779"/>
                    <a:pt x="19697" y="6798"/>
                    <a:pt x="19714" y="6817"/>
                  </a:cubicBezTo>
                  <a:cubicBezTo>
                    <a:pt x="19896" y="6988"/>
                    <a:pt x="20083" y="7155"/>
                    <a:pt x="20294" y="7296"/>
                  </a:cubicBezTo>
                  <a:cubicBezTo>
                    <a:pt x="20333" y="7321"/>
                    <a:pt x="20367" y="7330"/>
                    <a:pt x="20401" y="7333"/>
                  </a:cubicBezTo>
                  <a:cubicBezTo>
                    <a:pt x="20484" y="7411"/>
                    <a:pt x="20574" y="7486"/>
                    <a:pt x="20662" y="7557"/>
                  </a:cubicBezTo>
                  <a:cubicBezTo>
                    <a:pt x="20168" y="8011"/>
                    <a:pt x="19764" y="8585"/>
                    <a:pt x="19480" y="9134"/>
                  </a:cubicBezTo>
                  <a:cubicBezTo>
                    <a:pt x="19480" y="9134"/>
                    <a:pt x="19482" y="9137"/>
                    <a:pt x="19480" y="9139"/>
                  </a:cubicBezTo>
                  <a:cubicBezTo>
                    <a:pt x="19455" y="9113"/>
                    <a:pt x="19423" y="9101"/>
                    <a:pt x="19392" y="9101"/>
                  </a:cubicBezTo>
                  <a:cubicBezTo>
                    <a:pt x="19325" y="9101"/>
                    <a:pt x="19263" y="9158"/>
                    <a:pt x="19295" y="9244"/>
                  </a:cubicBezTo>
                  <a:cubicBezTo>
                    <a:pt x="19490" y="9742"/>
                    <a:pt x="19874" y="10084"/>
                    <a:pt x="20379" y="10257"/>
                  </a:cubicBezTo>
                  <a:cubicBezTo>
                    <a:pt x="20401" y="10265"/>
                    <a:pt x="20421" y="10268"/>
                    <a:pt x="20441" y="10268"/>
                  </a:cubicBezTo>
                  <a:cubicBezTo>
                    <a:pt x="20459" y="10268"/>
                    <a:pt x="20477" y="10265"/>
                    <a:pt x="20494" y="10260"/>
                  </a:cubicBezTo>
                  <a:cubicBezTo>
                    <a:pt x="20514" y="10270"/>
                    <a:pt x="20537" y="10276"/>
                    <a:pt x="20560" y="10276"/>
                  </a:cubicBezTo>
                  <a:cubicBezTo>
                    <a:pt x="20592" y="10276"/>
                    <a:pt x="20626" y="10265"/>
                    <a:pt x="20659" y="10240"/>
                  </a:cubicBezTo>
                  <a:cubicBezTo>
                    <a:pt x="21238" y="9774"/>
                    <a:pt x="21772" y="9224"/>
                    <a:pt x="22190" y="8602"/>
                  </a:cubicBezTo>
                  <a:cubicBezTo>
                    <a:pt x="22237" y="8616"/>
                    <a:pt x="22283" y="8626"/>
                    <a:pt x="22322" y="8633"/>
                  </a:cubicBezTo>
                  <a:cubicBezTo>
                    <a:pt x="22327" y="8633"/>
                    <a:pt x="22331" y="8634"/>
                    <a:pt x="22336" y="8634"/>
                  </a:cubicBezTo>
                  <a:cubicBezTo>
                    <a:pt x="22303" y="8682"/>
                    <a:pt x="22290" y="8743"/>
                    <a:pt x="22334" y="8786"/>
                  </a:cubicBezTo>
                  <a:cubicBezTo>
                    <a:pt x="22387" y="8840"/>
                    <a:pt x="22400" y="8905"/>
                    <a:pt x="22450" y="8962"/>
                  </a:cubicBezTo>
                  <a:cubicBezTo>
                    <a:pt x="22495" y="9015"/>
                    <a:pt x="22551" y="9057"/>
                    <a:pt x="22606" y="9105"/>
                  </a:cubicBezTo>
                  <a:cubicBezTo>
                    <a:pt x="22577" y="9181"/>
                    <a:pt x="22580" y="9270"/>
                    <a:pt x="22645" y="9355"/>
                  </a:cubicBezTo>
                  <a:cubicBezTo>
                    <a:pt x="23083" y="9965"/>
                    <a:pt x="20724" y="13133"/>
                    <a:pt x="20346" y="13714"/>
                  </a:cubicBezTo>
                  <a:cubicBezTo>
                    <a:pt x="19545" y="14951"/>
                    <a:pt x="18678" y="16147"/>
                    <a:pt x="17759" y="17298"/>
                  </a:cubicBezTo>
                  <a:cubicBezTo>
                    <a:pt x="16008" y="19502"/>
                    <a:pt x="14006" y="21421"/>
                    <a:pt x="12041" y="23429"/>
                  </a:cubicBezTo>
                  <a:cubicBezTo>
                    <a:pt x="12036" y="23424"/>
                    <a:pt x="12034" y="23419"/>
                    <a:pt x="12029" y="23416"/>
                  </a:cubicBezTo>
                  <a:cubicBezTo>
                    <a:pt x="8052" y="20769"/>
                    <a:pt x="4481" y="17716"/>
                    <a:pt x="798" y="14694"/>
                  </a:cubicBezTo>
                  <a:cubicBezTo>
                    <a:pt x="809" y="14682"/>
                    <a:pt x="822" y="14675"/>
                    <a:pt x="832" y="14662"/>
                  </a:cubicBezTo>
                  <a:cubicBezTo>
                    <a:pt x="2798" y="12151"/>
                    <a:pt x="4728" y="9613"/>
                    <a:pt x="6666" y="7082"/>
                  </a:cubicBezTo>
                  <a:cubicBezTo>
                    <a:pt x="8302" y="4946"/>
                    <a:pt x="10203" y="2867"/>
                    <a:pt x="11292" y="387"/>
                  </a:cubicBezTo>
                  <a:cubicBezTo>
                    <a:pt x="11310" y="346"/>
                    <a:pt x="11302" y="304"/>
                    <a:pt x="11285" y="268"/>
                  </a:cubicBezTo>
                  <a:lnTo>
                    <a:pt x="11285" y="268"/>
                  </a:lnTo>
                  <a:cubicBezTo>
                    <a:pt x="11601" y="562"/>
                    <a:pt x="11953" y="883"/>
                    <a:pt x="12314" y="1112"/>
                  </a:cubicBezTo>
                  <a:cubicBezTo>
                    <a:pt x="12352" y="1135"/>
                    <a:pt x="12389" y="1145"/>
                    <a:pt x="12424" y="1145"/>
                  </a:cubicBezTo>
                  <a:cubicBezTo>
                    <a:pt x="12480" y="1145"/>
                    <a:pt x="12530" y="1118"/>
                    <a:pt x="12563" y="1077"/>
                  </a:cubicBezTo>
                  <a:cubicBezTo>
                    <a:pt x="12615" y="1009"/>
                    <a:pt x="12622" y="907"/>
                    <a:pt x="12535" y="825"/>
                  </a:cubicBezTo>
                  <a:cubicBezTo>
                    <a:pt x="12218" y="526"/>
                    <a:pt x="11810" y="264"/>
                    <a:pt x="11440" y="27"/>
                  </a:cubicBezTo>
                  <a:cubicBezTo>
                    <a:pt x="11411" y="8"/>
                    <a:pt x="11382" y="1"/>
                    <a:pt x="1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58"/>
            <p:cNvSpPr/>
            <p:nvPr/>
          </p:nvSpPr>
          <p:spPr>
            <a:xfrm>
              <a:off x="-470650" y="280300"/>
              <a:ext cx="298625" cy="389300"/>
            </a:xfrm>
            <a:custGeom>
              <a:avLst/>
              <a:gdLst/>
              <a:ahLst/>
              <a:cxnLst/>
              <a:rect l="l" t="t" r="r" b="b"/>
              <a:pathLst>
                <a:path w="11945" h="15572" extrusionOk="0">
                  <a:moveTo>
                    <a:pt x="11481" y="1"/>
                  </a:moveTo>
                  <a:cubicBezTo>
                    <a:pt x="11370" y="661"/>
                    <a:pt x="10757" y="1378"/>
                    <a:pt x="10465" y="1895"/>
                  </a:cubicBezTo>
                  <a:cubicBezTo>
                    <a:pt x="9667" y="3295"/>
                    <a:pt x="8793" y="4655"/>
                    <a:pt x="7856" y="5969"/>
                  </a:cubicBezTo>
                  <a:cubicBezTo>
                    <a:pt x="5756" y="8896"/>
                    <a:pt x="3306" y="11778"/>
                    <a:pt x="412" y="13948"/>
                  </a:cubicBezTo>
                  <a:cubicBezTo>
                    <a:pt x="382" y="13968"/>
                    <a:pt x="352" y="13977"/>
                    <a:pt x="322" y="13977"/>
                  </a:cubicBezTo>
                  <a:cubicBezTo>
                    <a:pt x="317" y="13977"/>
                    <a:pt x="313" y="13977"/>
                    <a:pt x="308" y="13977"/>
                  </a:cubicBezTo>
                  <a:cubicBezTo>
                    <a:pt x="253" y="14076"/>
                    <a:pt x="146" y="14150"/>
                    <a:pt x="29" y="14150"/>
                  </a:cubicBezTo>
                  <a:cubicBezTo>
                    <a:pt x="20" y="14150"/>
                    <a:pt x="10" y="14149"/>
                    <a:pt x="0" y="14148"/>
                  </a:cubicBezTo>
                  <a:lnTo>
                    <a:pt x="0" y="14148"/>
                  </a:lnTo>
                  <a:cubicBezTo>
                    <a:pt x="152" y="14683"/>
                    <a:pt x="164" y="15093"/>
                    <a:pt x="38" y="15572"/>
                  </a:cubicBezTo>
                  <a:cubicBezTo>
                    <a:pt x="2579" y="14104"/>
                    <a:pt x="4664" y="11408"/>
                    <a:pt x="6588" y="9249"/>
                  </a:cubicBezTo>
                  <a:cubicBezTo>
                    <a:pt x="8664" y="6925"/>
                    <a:pt x="10502" y="4470"/>
                    <a:pt x="11945" y="1703"/>
                  </a:cubicBezTo>
                  <a:cubicBezTo>
                    <a:pt x="11909" y="1686"/>
                    <a:pt x="11878" y="1657"/>
                    <a:pt x="11861" y="1608"/>
                  </a:cubicBezTo>
                  <a:cubicBezTo>
                    <a:pt x="11688" y="1091"/>
                    <a:pt x="11579" y="541"/>
                    <a:pt x="11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8"/>
            <p:cNvSpPr/>
            <p:nvPr/>
          </p:nvSpPr>
          <p:spPr>
            <a:xfrm>
              <a:off x="-745725" y="42250"/>
              <a:ext cx="557150" cy="579075"/>
            </a:xfrm>
            <a:custGeom>
              <a:avLst/>
              <a:gdLst/>
              <a:ahLst/>
              <a:cxnLst/>
              <a:rect l="l" t="t" r="r" b="b"/>
              <a:pathLst>
                <a:path w="22286" h="23163" extrusionOk="0">
                  <a:moveTo>
                    <a:pt x="10841" y="5985"/>
                  </a:moveTo>
                  <a:cubicBezTo>
                    <a:pt x="10875" y="5985"/>
                    <a:pt x="10911" y="5996"/>
                    <a:pt x="10946" y="6023"/>
                  </a:cubicBezTo>
                  <a:cubicBezTo>
                    <a:pt x="13423" y="7902"/>
                    <a:pt x="15835" y="9879"/>
                    <a:pt x="18284" y="11799"/>
                  </a:cubicBezTo>
                  <a:cubicBezTo>
                    <a:pt x="18504" y="11972"/>
                    <a:pt x="18329" y="12286"/>
                    <a:pt x="18114" y="12286"/>
                  </a:cubicBezTo>
                  <a:cubicBezTo>
                    <a:pt x="18062" y="12286"/>
                    <a:pt x="18008" y="12268"/>
                    <a:pt x="17957" y="12225"/>
                  </a:cubicBezTo>
                  <a:cubicBezTo>
                    <a:pt x="15555" y="10241"/>
                    <a:pt x="13105" y="8313"/>
                    <a:pt x="10737" y="6293"/>
                  </a:cubicBezTo>
                  <a:cubicBezTo>
                    <a:pt x="10602" y="6177"/>
                    <a:pt x="10703" y="5985"/>
                    <a:pt x="10841" y="5985"/>
                  </a:cubicBezTo>
                  <a:close/>
                  <a:moveTo>
                    <a:pt x="8387" y="7702"/>
                  </a:moveTo>
                  <a:cubicBezTo>
                    <a:pt x="8417" y="7702"/>
                    <a:pt x="8449" y="7712"/>
                    <a:pt x="8479" y="7736"/>
                  </a:cubicBezTo>
                  <a:cubicBezTo>
                    <a:pt x="11099" y="9762"/>
                    <a:pt x="13681" y="11838"/>
                    <a:pt x="16316" y="13853"/>
                  </a:cubicBezTo>
                  <a:cubicBezTo>
                    <a:pt x="16517" y="14005"/>
                    <a:pt x="16356" y="14294"/>
                    <a:pt x="16160" y="14294"/>
                  </a:cubicBezTo>
                  <a:cubicBezTo>
                    <a:pt x="16113" y="14294"/>
                    <a:pt x="16064" y="14277"/>
                    <a:pt x="16018" y="14239"/>
                  </a:cubicBezTo>
                  <a:cubicBezTo>
                    <a:pt x="13460" y="12125"/>
                    <a:pt x="10854" y="10080"/>
                    <a:pt x="8289" y="7980"/>
                  </a:cubicBezTo>
                  <a:cubicBezTo>
                    <a:pt x="8165" y="7877"/>
                    <a:pt x="8262" y="7702"/>
                    <a:pt x="8387" y="7702"/>
                  </a:cubicBezTo>
                  <a:close/>
                  <a:moveTo>
                    <a:pt x="6299" y="9161"/>
                  </a:moveTo>
                  <a:cubicBezTo>
                    <a:pt x="6330" y="9161"/>
                    <a:pt x="6363" y="9172"/>
                    <a:pt x="6395" y="9198"/>
                  </a:cubicBezTo>
                  <a:cubicBezTo>
                    <a:pt x="9147" y="11468"/>
                    <a:pt x="11919" y="13710"/>
                    <a:pt x="14712" y="15927"/>
                  </a:cubicBezTo>
                  <a:cubicBezTo>
                    <a:pt x="14917" y="16091"/>
                    <a:pt x="14755" y="16383"/>
                    <a:pt x="14551" y="16383"/>
                  </a:cubicBezTo>
                  <a:cubicBezTo>
                    <a:pt x="14502" y="16383"/>
                    <a:pt x="14452" y="16366"/>
                    <a:pt x="14403" y="16328"/>
                  </a:cubicBezTo>
                  <a:cubicBezTo>
                    <a:pt x="11612" y="14108"/>
                    <a:pt x="8873" y="11809"/>
                    <a:pt x="6201" y="9448"/>
                  </a:cubicBezTo>
                  <a:cubicBezTo>
                    <a:pt x="6079" y="9342"/>
                    <a:pt x="6175" y="9161"/>
                    <a:pt x="6299" y="9161"/>
                  </a:cubicBezTo>
                  <a:close/>
                  <a:moveTo>
                    <a:pt x="4629" y="11332"/>
                  </a:moveTo>
                  <a:cubicBezTo>
                    <a:pt x="4658" y="11332"/>
                    <a:pt x="4689" y="11342"/>
                    <a:pt x="4720" y="11366"/>
                  </a:cubicBezTo>
                  <a:cubicBezTo>
                    <a:pt x="7485" y="13530"/>
                    <a:pt x="10210" y="15757"/>
                    <a:pt x="12926" y="17993"/>
                  </a:cubicBezTo>
                  <a:cubicBezTo>
                    <a:pt x="13118" y="18148"/>
                    <a:pt x="12966" y="18427"/>
                    <a:pt x="12774" y="18427"/>
                  </a:cubicBezTo>
                  <a:cubicBezTo>
                    <a:pt x="12727" y="18427"/>
                    <a:pt x="12679" y="18411"/>
                    <a:pt x="12633" y="18373"/>
                  </a:cubicBezTo>
                  <a:cubicBezTo>
                    <a:pt x="9915" y="16141"/>
                    <a:pt x="7198" y="13897"/>
                    <a:pt x="4534" y="11604"/>
                  </a:cubicBezTo>
                  <a:cubicBezTo>
                    <a:pt x="4417" y="11503"/>
                    <a:pt x="4508" y="11332"/>
                    <a:pt x="4629" y="11332"/>
                  </a:cubicBezTo>
                  <a:close/>
                  <a:moveTo>
                    <a:pt x="2951" y="13235"/>
                  </a:moveTo>
                  <a:cubicBezTo>
                    <a:pt x="2984" y="13235"/>
                    <a:pt x="3019" y="13246"/>
                    <a:pt x="3053" y="13270"/>
                  </a:cubicBezTo>
                  <a:cubicBezTo>
                    <a:pt x="5696" y="15156"/>
                    <a:pt x="8431" y="17018"/>
                    <a:pt x="10934" y="19092"/>
                  </a:cubicBezTo>
                  <a:cubicBezTo>
                    <a:pt x="11116" y="19240"/>
                    <a:pt x="10978" y="19484"/>
                    <a:pt x="10794" y="19484"/>
                  </a:cubicBezTo>
                  <a:cubicBezTo>
                    <a:pt x="10752" y="19484"/>
                    <a:pt x="10707" y="19471"/>
                    <a:pt x="10664" y="19442"/>
                  </a:cubicBezTo>
                  <a:lnTo>
                    <a:pt x="10665" y="19442"/>
                  </a:lnTo>
                  <a:cubicBezTo>
                    <a:pt x="7964" y="17633"/>
                    <a:pt x="5403" y="15545"/>
                    <a:pt x="2841" y="13545"/>
                  </a:cubicBezTo>
                  <a:cubicBezTo>
                    <a:pt x="2696" y="13435"/>
                    <a:pt x="2807" y="13235"/>
                    <a:pt x="2951" y="13235"/>
                  </a:cubicBezTo>
                  <a:close/>
                  <a:moveTo>
                    <a:pt x="10487" y="1"/>
                  </a:moveTo>
                  <a:cubicBezTo>
                    <a:pt x="10504" y="37"/>
                    <a:pt x="10512" y="79"/>
                    <a:pt x="10494" y="120"/>
                  </a:cubicBezTo>
                  <a:cubicBezTo>
                    <a:pt x="9403" y="2600"/>
                    <a:pt x="7504" y="4679"/>
                    <a:pt x="5868" y="6815"/>
                  </a:cubicBezTo>
                  <a:cubicBezTo>
                    <a:pt x="3928" y="9346"/>
                    <a:pt x="1998" y="11884"/>
                    <a:pt x="34" y="14395"/>
                  </a:cubicBezTo>
                  <a:cubicBezTo>
                    <a:pt x="24" y="14408"/>
                    <a:pt x="9" y="14415"/>
                    <a:pt x="0" y="14427"/>
                  </a:cubicBezTo>
                  <a:cubicBezTo>
                    <a:pt x="3683" y="17449"/>
                    <a:pt x="7254" y="20502"/>
                    <a:pt x="11231" y="23149"/>
                  </a:cubicBezTo>
                  <a:cubicBezTo>
                    <a:pt x="11236" y="23152"/>
                    <a:pt x="11236" y="23157"/>
                    <a:pt x="11243" y="23162"/>
                  </a:cubicBezTo>
                  <a:cubicBezTo>
                    <a:pt x="13207" y="21156"/>
                    <a:pt x="15210" y="19235"/>
                    <a:pt x="16961" y="17031"/>
                  </a:cubicBezTo>
                  <a:cubicBezTo>
                    <a:pt x="17878" y="15880"/>
                    <a:pt x="18745" y="14684"/>
                    <a:pt x="19548" y="13447"/>
                  </a:cubicBezTo>
                  <a:lnTo>
                    <a:pt x="19548" y="13445"/>
                  </a:lnTo>
                  <a:cubicBezTo>
                    <a:pt x="19926" y="12864"/>
                    <a:pt x="22285" y="9696"/>
                    <a:pt x="21847" y="9088"/>
                  </a:cubicBezTo>
                  <a:cubicBezTo>
                    <a:pt x="21782" y="9003"/>
                    <a:pt x="21779" y="8914"/>
                    <a:pt x="21808" y="8836"/>
                  </a:cubicBezTo>
                  <a:cubicBezTo>
                    <a:pt x="21753" y="8790"/>
                    <a:pt x="21697" y="8746"/>
                    <a:pt x="21652" y="8694"/>
                  </a:cubicBezTo>
                  <a:cubicBezTo>
                    <a:pt x="21601" y="8638"/>
                    <a:pt x="21589" y="8573"/>
                    <a:pt x="21536" y="8519"/>
                  </a:cubicBezTo>
                  <a:cubicBezTo>
                    <a:pt x="21492" y="8476"/>
                    <a:pt x="21504" y="8413"/>
                    <a:pt x="21536" y="8367"/>
                  </a:cubicBezTo>
                  <a:cubicBezTo>
                    <a:pt x="21531" y="8367"/>
                    <a:pt x="21529" y="8366"/>
                    <a:pt x="21524" y="8366"/>
                  </a:cubicBezTo>
                  <a:cubicBezTo>
                    <a:pt x="21485" y="8357"/>
                    <a:pt x="21437" y="8349"/>
                    <a:pt x="21390" y="8335"/>
                  </a:cubicBezTo>
                  <a:cubicBezTo>
                    <a:pt x="20972" y="8957"/>
                    <a:pt x="20439" y="9507"/>
                    <a:pt x="19859" y="9971"/>
                  </a:cubicBezTo>
                  <a:cubicBezTo>
                    <a:pt x="19826" y="9998"/>
                    <a:pt x="19792" y="10009"/>
                    <a:pt x="19760" y="10009"/>
                  </a:cubicBezTo>
                  <a:cubicBezTo>
                    <a:pt x="19737" y="10009"/>
                    <a:pt x="19715" y="10003"/>
                    <a:pt x="19694" y="9993"/>
                  </a:cubicBezTo>
                  <a:cubicBezTo>
                    <a:pt x="19678" y="9997"/>
                    <a:pt x="19660" y="10000"/>
                    <a:pt x="19641" y="10000"/>
                  </a:cubicBezTo>
                  <a:cubicBezTo>
                    <a:pt x="19622" y="10000"/>
                    <a:pt x="19602" y="9997"/>
                    <a:pt x="19581" y="9990"/>
                  </a:cubicBezTo>
                  <a:cubicBezTo>
                    <a:pt x="19076" y="9815"/>
                    <a:pt x="18692" y="9473"/>
                    <a:pt x="18497" y="8977"/>
                  </a:cubicBezTo>
                  <a:cubicBezTo>
                    <a:pt x="18465" y="8890"/>
                    <a:pt x="18526" y="8834"/>
                    <a:pt x="18594" y="8834"/>
                  </a:cubicBezTo>
                  <a:cubicBezTo>
                    <a:pt x="18625" y="8834"/>
                    <a:pt x="18657" y="8846"/>
                    <a:pt x="18682" y="8872"/>
                  </a:cubicBezTo>
                  <a:cubicBezTo>
                    <a:pt x="18684" y="8869"/>
                    <a:pt x="18680" y="8867"/>
                    <a:pt x="18680" y="8867"/>
                  </a:cubicBezTo>
                  <a:cubicBezTo>
                    <a:pt x="18966" y="8318"/>
                    <a:pt x="19368" y="7744"/>
                    <a:pt x="19864" y="7290"/>
                  </a:cubicBezTo>
                  <a:cubicBezTo>
                    <a:pt x="19776" y="7217"/>
                    <a:pt x="19684" y="7143"/>
                    <a:pt x="19601" y="7064"/>
                  </a:cubicBezTo>
                  <a:cubicBezTo>
                    <a:pt x="19569" y="7061"/>
                    <a:pt x="19535" y="7053"/>
                    <a:pt x="19496" y="7027"/>
                  </a:cubicBezTo>
                  <a:cubicBezTo>
                    <a:pt x="19285" y="6888"/>
                    <a:pt x="19098" y="6721"/>
                    <a:pt x="18916" y="6550"/>
                  </a:cubicBezTo>
                  <a:cubicBezTo>
                    <a:pt x="18899" y="6531"/>
                    <a:pt x="18886" y="6512"/>
                    <a:pt x="18877" y="6495"/>
                  </a:cubicBezTo>
                  <a:cubicBezTo>
                    <a:pt x="18575" y="6997"/>
                    <a:pt x="18188" y="7438"/>
                    <a:pt x="17702" y="7759"/>
                  </a:cubicBezTo>
                  <a:cubicBezTo>
                    <a:pt x="17669" y="7779"/>
                    <a:pt x="17638" y="7787"/>
                    <a:pt x="17606" y="7787"/>
                  </a:cubicBezTo>
                  <a:cubicBezTo>
                    <a:pt x="17597" y="7787"/>
                    <a:pt x="17587" y="7786"/>
                    <a:pt x="17578" y="7785"/>
                  </a:cubicBezTo>
                  <a:cubicBezTo>
                    <a:pt x="17552" y="7814"/>
                    <a:pt x="17525" y="7837"/>
                    <a:pt x="17479" y="7849"/>
                  </a:cubicBezTo>
                  <a:cubicBezTo>
                    <a:pt x="17393" y="7871"/>
                    <a:pt x="17307" y="7882"/>
                    <a:pt x="17221" y="7882"/>
                  </a:cubicBezTo>
                  <a:cubicBezTo>
                    <a:pt x="16652" y="7882"/>
                    <a:pt x="16128" y="7421"/>
                    <a:pt x="16020" y="6864"/>
                  </a:cubicBezTo>
                  <a:cubicBezTo>
                    <a:pt x="16002" y="6872"/>
                    <a:pt x="15984" y="6876"/>
                    <a:pt x="15966" y="6876"/>
                  </a:cubicBezTo>
                  <a:cubicBezTo>
                    <a:pt x="15858" y="6876"/>
                    <a:pt x="15755" y="6741"/>
                    <a:pt x="15828" y="6618"/>
                  </a:cubicBezTo>
                  <a:cubicBezTo>
                    <a:pt x="16085" y="6181"/>
                    <a:pt x="16431" y="5598"/>
                    <a:pt x="16858" y="5106"/>
                  </a:cubicBezTo>
                  <a:cubicBezTo>
                    <a:pt x="16609" y="4786"/>
                    <a:pt x="16336" y="4513"/>
                    <a:pt x="15995" y="4285"/>
                  </a:cubicBezTo>
                  <a:cubicBezTo>
                    <a:pt x="15633" y="4775"/>
                    <a:pt x="15188" y="5194"/>
                    <a:pt x="14664" y="5464"/>
                  </a:cubicBezTo>
                  <a:cubicBezTo>
                    <a:pt x="14661" y="5468"/>
                    <a:pt x="14659" y="5466"/>
                    <a:pt x="14656" y="5468"/>
                  </a:cubicBezTo>
                  <a:cubicBezTo>
                    <a:pt x="14722" y="5570"/>
                    <a:pt x="14688" y="5741"/>
                    <a:pt x="14530" y="5772"/>
                  </a:cubicBezTo>
                  <a:cubicBezTo>
                    <a:pt x="14471" y="5784"/>
                    <a:pt x="14411" y="5789"/>
                    <a:pt x="14352" y="5789"/>
                  </a:cubicBezTo>
                  <a:cubicBezTo>
                    <a:pt x="13830" y="5789"/>
                    <a:pt x="13336" y="5348"/>
                    <a:pt x="13310" y="4819"/>
                  </a:cubicBezTo>
                  <a:cubicBezTo>
                    <a:pt x="13254" y="4793"/>
                    <a:pt x="13210" y="4732"/>
                    <a:pt x="13242" y="4650"/>
                  </a:cubicBezTo>
                  <a:cubicBezTo>
                    <a:pt x="13490" y="4005"/>
                    <a:pt x="13852" y="3215"/>
                    <a:pt x="14370" y="2634"/>
                  </a:cubicBezTo>
                  <a:lnTo>
                    <a:pt x="14359" y="2626"/>
                  </a:lnTo>
                  <a:cubicBezTo>
                    <a:pt x="14326" y="2667"/>
                    <a:pt x="14275" y="2696"/>
                    <a:pt x="14219" y="2696"/>
                  </a:cubicBezTo>
                  <a:cubicBezTo>
                    <a:pt x="14185" y="2696"/>
                    <a:pt x="14150" y="2685"/>
                    <a:pt x="14114" y="2661"/>
                  </a:cubicBezTo>
                  <a:cubicBezTo>
                    <a:pt x="13944" y="2544"/>
                    <a:pt x="13798" y="2411"/>
                    <a:pt x="13647" y="2277"/>
                  </a:cubicBezTo>
                  <a:cubicBezTo>
                    <a:pt x="13572" y="2206"/>
                    <a:pt x="13579" y="2116"/>
                    <a:pt x="13623" y="2056"/>
                  </a:cubicBezTo>
                  <a:lnTo>
                    <a:pt x="13562" y="2009"/>
                  </a:lnTo>
                  <a:cubicBezTo>
                    <a:pt x="13516" y="2068"/>
                    <a:pt x="13470" y="2128"/>
                    <a:pt x="13428" y="2189"/>
                  </a:cubicBezTo>
                  <a:cubicBezTo>
                    <a:pt x="13117" y="2614"/>
                    <a:pt x="12821" y="3060"/>
                    <a:pt x="12463" y="3443"/>
                  </a:cubicBezTo>
                  <a:cubicBezTo>
                    <a:pt x="12411" y="3498"/>
                    <a:pt x="12355" y="3520"/>
                    <a:pt x="12301" y="3520"/>
                  </a:cubicBezTo>
                  <a:cubicBezTo>
                    <a:pt x="12248" y="3520"/>
                    <a:pt x="12198" y="3497"/>
                    <a:pt x="12160" y="3461"/>
                  </a:cubicBezTo>
                  <a:cubicBezTo>
                    <a:pt x="12067" y="3494"/>
                    <a:pt x="11970" y="3509"/>
                    <a:pt x="11874" y="3509"/>
                  </a:cubicBezTo>
                  <a:cubicBezTo>
                    <a:pt x="11353" y="3509"/>
                    <a:pt x="10838" y="3070"/>
                    <a:pt x="10796" y="2556"/>
                  </a:cubicBezTo>
                  <a:cubicBezTo>
                    <a:pt x="10728" y="2517"/>
                    <a:pt x="10687" y="2440"/>
                    <a:pt x="10732" y="2354"/>
                  </a:cubicBezTo>
                  <a:cubicBezTo>
                    <a:pt x="10876" y="2087"/>
                    <a:pt x="11284" y="1413"/>
                    <a:pt x="11781" y="821"/>
                  </a:cubicBezTo>
                  <a:lnTo>
                    <a:pt x="11765" y="810"/>
                  </a:lnTo>
                  <a:cubicBezTo>
                    <a:pt x="11732" y="851"/>
                    <a:pt x="11682" y="878"/>
                    <a:pt x="11625" y="878"/>
                  </a:cubicBezTo>
                  <a:cubicBezTo>
                    <a:pt x="11591" y="878"/>
                    <a:pt x="11553" y="868"/>
                    <a:pt x="11515" y="845"/>
                  </a:cubicBezTo>
                  <a:cubicBezTo>
                    <a:pt x="11155" y="616"/>
                    <a:pt x="10803" y="295"/>
                    <a:pt x="10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8"/>
            <p:cNvSpPr/>
            <p:nvPr/>
          </p:nvSpPr>
          <p:spPr>
            <a:xfrm>
              <a:off x="-751375" y="409325"/>
              <a:ext cx="273100" cy="252600"/>
            </a:xfrm>
            <a:custGeom>
              <a:avLst/>
              <a:gdLst/>
              <a:ahLst/>
              <a:cxnLst/>
              <a:rect l="l" t="t" r="r" b="b"/>
              <a:pathLst>
                <a:path w="10924" h="10104" extrusionOk="0">
                  <a:moveTo>
                    <a:pt x="0" y="1"/>
                  </a:moveTo>
                  <a:lnTo>
                    <a:pt x="0" y="1"/>
                  </a:lnTo>
                  <a:cubicBezTo>
                    <a:pt x="412" y="774"/>
                    <a:pt x="784" y="1721"/>
                    <a:pt x="692" y="2540"/>
                  </a:cubicBezTo>
                  <a:cubicBezTo>
                    <a:pt x="688" y="2561"/>
                    <a:pt x="682" y="2583"/>
                    <a:pt x="673" y="2600"/>
                  </a:cubicBezTo>
                  <a:cubicBezTo>
                    <a:pt x="2362" y="3904"/>
                    <a:pt x="4047" y="5221"/>
                    <a:pt x="5744" y="6524"/>
                  </a:cubicBezTo>
                  <a:cubicBezTo>
                    <a:pt x="6670" y="7234"/>
                    <a:pt x="7597" y="7942"/>
                    <a:pt x="8532" y="8642"/>
                  </a:cubicBezTo>
                  <a:cubicBezTo>
                    <a:pt x="8904" y="8921"/>
                    <a:pt x="9278" y="9201"/>
                    <a:pt x="9653" y="9478"/>
                  </a:cubicBezTo>
                  <a:cubicBezTo>
                    <a:pt x="9937" y="9687"/>
                    <a:pt x="10217" y="9894"/>
                    <a:pt x="10497" y="10103"/>
                  </a:cubicBezTo>
                  <a:cubicBezTo>
                    <a:pt x="10599" y="9767"/>
                    <a:pt x="10698" y="9436"/>
                    <a:pt x="10800" y="9099"/>
                  </a:cubicBezTo>
                  <a:cubicBezTo>
                    <a:pt x="10762" y="8972"/>
                    <a:pt x="10832" y="8873"/>
                    <a:pt x="10924" y="8822"/>
                  </a:cubicBezTo>
                  <a:cubicBezTo>
                    <a:pt x="7061" y="6233"/>
                    <a:pt x="3211" y="338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8"/>
            <p:cNvSpPr/>
            <p:nvPr/>
          </p:nvSpPr>
          <p:spPr>
            <a:xfrm>
              <a:off x="-480700" y="191850"/>
              <a:ext cx="197575" cy="157550"/>
            </a:xfrm>
            <a:custGeom>
              <a:avLst/>
              <a:gdLst/>
              <a:ahLst/>
              <a:cxnLst/>
              <a:rect l="l" t="t" r="r" b="b"/>
              <a:pathLst>
                <a:path w="7903" h="6302" extrusionOk="0">
                  <a:moveTo>
                    <a:pt x="240" y="1"/>
                  </a:moveTo>
                  <a:cubicBezTo>
                    <a:pt x="102" y="1"/>
                    <a:pt x="1" y="193"/>
                    <a:pt x="136" y="309"/>
                  </a:cubicBezTo>
                  <a:cubicBezTo>
                    <a:pt x="2504" y="2329"/>
                    <a:pt x="4954" y="4257"/>
                    <a:pt x="7356" y="6241"/>
                  </a:cubicBezTo>
                  <a:cubicBezTo>
                    <a:pt x="7407" y="6284"/>
                    <a:pt x="7461" y="6302"/>
                    <a:pt x="7513" y="6302"/>
                  </a:cubicBezTo>
                  <a:cubicBezTo>
                    <a:pt x="7728" y="6302"/>
                    <a:pt x="7903" y="5988"/>
                    <a:pt x="7683" y="5815"/>
                  </a:cubicBezTo>
                  <a:cubicBezTo>
                    <a:pt x="5234" y="3895"/>
                    <a:pt x="2822" y="1918"/>
                    <a:pt x="345" y="39"/>
                  </a:cubicBezTo>
                  <a:cubicBezTo>
                    <a:pt x="310" y="12"/>
                    <a:pt x="274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58"/>
            <p:cNvSpPr/>
            <p:nvPr/>
          </p:nvSpPr>
          <p:spPr>
            <a:xfrm>
              <a:off x="-541600" y="234800"/>
              <a:ext cx="208825" cy="164800"/>
            </a:xfrm>
            <a:custGeom>
              <a:avLst/>
              <a:gdLst/>
              <a:ahLst/>
              <a:cxnLst/>
              <a:rect l="l" t="t" r="r" b="b"/>
              <a:pathLst>
                <a:path w="8353" h="6592" extrusionOk="0">
                  <a:moveTo>
                    <a:pt x="222" y="0"/>
                  </a:moveTo>
                  <a:cubicBezTo>
                    <a:pt x="97" y="0"/>
                    <a:pt x="0" y="175"/>
                    <a:pt x="124" y="278"/>
                  </a:cubicBezTo>
                  <a:cubicBezTo>
                    <a:pt x="2689" y="2378"/>
                    <a:pt x="5295" y="4423"/>
                    <a:pt x="7853" y="6537"/>
                  </a:cubicBezTo>
                  <a:cubicBezTo>
                    <a:pt x="7900" y="6575"/>
                    <a:pt x="7949" y="6592"/>
                    <a:pt x="7995" y="6592"/>
                  </a:cubicBezTo>
                  <a:cubicBezTo>
                    <a:pt x="8192" y="6592"/>
                    <a:pt x="8352" y="6303"/>
                    <a:pt x="8151" y="6151"/>
                  </a:cubicBezTo>
                  <a:cubicBezTo>
                    <a:pt x="5516" y="4136"/>
                    <a:pt x="2935" y="2060"/>
                    <a:pt x="314" y="34"/>
                  </a:cubicBezTo>
                  <a:cubicBezTo>
                    <a:pt x="284" y="10"/>
                    <a:pt x="252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58"/>
            <p:cNvSpPr/>
            <p:nvPr/>
          </p:nvSpPr>
          <p:spPr>
            <a:xfrm>
              <a:off x="-593775" y="271250"/>
              <a:ext cx="221000" cy="180575"/>
            </a:xfrm>
            <a:custGeom>
              <a:avLst/>
              <a:gdLst/>
              <a:ahLst/>
              <a:cxnLst/>
              <a:rect l="l" t="t" r="r" b="b"/>
              <a:pathLst>
                <a:path w="8840" h="7223" extrusionOk="0">
                  <a:moveTo>
                    <a:pt x="221" y="1"/>
                  </a:moveTo>
                  <a:cubicBezTo>
                    <a:pt x="97" y="1"/>
                    <a:pt x="1" y="182"/>
                    <a:pt x="123" y="288"/>
                  </a:cubicBezTo>
                  <a:cubicBezTo>
                    <a:pt x="2795" y="2649"/>
                    <a:pt x="5535" y="4948"/>
                    <a:pt x="8325" y="7168"/>
                  </a:cubicBezTo>
                  <a:cubicBezTo>
                    <a:pt x="8374" y="7206"/>
                    <a:pt x="8424" y="7223"/>
                    <a:pt x="8473" y="7223"/>
                  </a:cubicBezTo>
                  <a:cubicBezTo>
                    <a:pt x="8677" y="7223"/>
                    <a:pt x="8840" y="6931"/>
                    <a:pt x="8634" y="6767"/>
                  </a:cubicBezTo>
                  <a:cubicBezTo>
                    <a:pt x="5841" y="4550"/>
                    <a:pt x="3069" y="2308"/>
                    <a:pt x="317" y="38"/>
                  </a:cubicBezTo>
                  <a:cubicBezTo>
                    <a:pt x="285" y="12"/>
                    <a:pt x="252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8"/>
            <p:cNvSpPr/>
            <p:nvPr/>
          </p:nvSpPr>
          <p:spPr>
            <a:xfrm>
              <a:off x="-635275" y="325550"/>
              <a:ext cx="217525" cy="177375"/>
            </a:xfrm>
            <a:custGeom>
              <a:avLst/>
              <a:gdLst/>
              <a:ahLst/>
              <a:cxnLst/>
              <a:rect l="l" t="t" r="r" b="b"/>
              <a:pathLst>
                <a:path w="8701" h="7095" extrusionOk="0">
                  <a:moveTo>
                    <a:pt x="211" y="0"/>
                  </a:moveTo>
                  <a:cubicBezTo>
                    <a:pt x="91" y="0"/>
                    <a:pt x="0" y="171"/>
                    <a:pt x="116" y="272"/>
                  </a:cubicBezTo>
                  <a:cubicBezTo>
                    <a:pt x="2778" y="2565"/>
                    <a:pt x="5497" y="4809"/>
                    <a:pt x="8215" y="7041"/>
                  </a:cubicBezTo>
                  <a:cubicBezTo>
                    <a:pt x="8261" y="7079"/>
                    <a:pt x="8309" y="7095"/>
                    <a:pt x="8356" y="7095"/>
                  </a:cubicBezTo>
                  <a:cubicBezTo>
                    <a:pt x="8548" y="7095"/>
                    <a:pt x="8700" y="6816"/>
                    <a:pt x="8508" y="6661"/>
                  </a:cubicBezTo>
                  <a:cubicBezTo>
                    <a:pt x="5792" y="4425"/>
                    <a:pt x="3067" y="2198"/>
                    <a:pt x="302" y="34"/>
                  </a:cubicBezTo>
                  <a:cubicBezTo>
                    <a:pt x="271" y="10"/>
                    <a:pt x="240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8"/>
            <p:cNvSpPr/>
            <p:nvPr/>
          </p:nvSpPr>
          <p:spPr>
            <a:xfrm>
              <a:off x="-678350" y="373125"/>
              <a:ext cx="210550" cy="156225"/>
            </a:xfrm>
            <a:custGeom>
              <a:avLst/>
              <a:gdLst/>
              <a:ahLst/>
              <a:cxnLst/>
              <a:rect l="l" t="t" r="r" b="b"/>
              <a:pathLst>
                <a:path w="8422" h="6249" extrusionOk="0">
                  <a:moveTo>
                    <a:pt x="256" y="0"/>
                  </a:moveTo>
                  <a:cubicBezTo>
                    <a:pt x="112" y="0"/>
                    <a:pt x="1" y="200"/>
                    <a:pt x="146" y="310"/>
                  </a:cubicBezTo>
                  <a:cubicBezTo>
                    <a:pt x="2708" y="2310"/>
                    <a:pt x="5269" y="4398"/>
                    <a:pt x="7970" y="6207"/>
                  </a:cubicBezTo>
                  <a:cubicBezTo>
                    <a:pt x="8014" y="6236"/>
                    <a:pt x="8058" y="6249"/>
                    <a:pt x="8099" y="6249"/>
                  </a:cubicBezTo>
                  <a:cubicBezTo>
                    <a:pt x="8283" y="6249"/>
                    <a:pt x="8421" y="6005"/>
                    <a:pt x="8239" y="5857"/>
                  </a:cubicBezTo>
                  <a:cubicBezTo>
                    <a:pt x="5736" y="3783"/>
                    <a:pt x="3001" y="1921"/>
                    <a:pt x="358" y="35"/>
                  </a:cubicBezTo>
                  <a:cubicBezTo>
                    <a:pt x="324" y="11"/>
                    <a:pt x="289" y="0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8"/>
            <p:cNvSpPr/>
            <p:nvPr/>
          </p:nvSpPr>
          <p:spPr>
            <a:xfrm>
              <a:off x="-406425" y="92025"/>
              <a:ext cx="21200" cy="17650"/>
            </a:xfrm>
            <a:custGeom>
              <a:avLst/>
              <a:gdLst/>
              <a:ahLst/>
              <a:cxnLst/>
              <a:rect l="l" t="t" r="r" b="b"/>
              <a:pathLst>
                <a:path w="848" h="706" extrusionOk="0">
                  <a:moveTo>
                    <a:pt x="180" y="0"/>
                  </a:moveTo>
                  <a:cubicBezTo>
                    <a:pt x="128" y="0"/>
                    <a:pt x="82" y="27"/>
                    <a:pt x="51" y="65"/>
                  </a:cubicBezTo>
                  <a:cubicBezTo>
                    <a:pt x="7" y="125"/>
                    <a:pt x="0" y="215"/>
                    <a:pt x="75" y="286"/>
                  </a:cubicBezTo>
                  <a:cubicBezTo>
                    <a:pt x="226" y="422"/>
                    <a:pt x="372" y="553"/>
                    <a:pt x="542" y="670"/>
                  </a:cubicBezTo>
                  <a:cubicBezTo>
                    <a:pt x="578" y="695"/>
                    <a:pt x="614" y="705"/>
                    <a:pt x="648" y="705"/>
                  </a:cubicBezTo>
                  <a:cubicBezTo>
                    <a:pt x="704" y="705"/>
                    <a:pt x="754" y="677"/>
                    <a:pt x="787" y="635"/>
                  </a:cubicBezTo>
                  <a:cubicBezTo>
                    <a:pt x="841" y="565"/>
                    <a:pt x="848" y="461"/>
                    <a:pt x="763" y="387"/>
                  </a:cubicBezTo>
                  <a:cubicBezTo>
                    <a:pt x="605" y="252"/>
                    <a:pt x="442" y="144"/>
                    <a:pt x="274" y="30"/>
                  </a:cubicBezTo>
                  <a:cubicBezTo>
                    <a:pt x="242" y="9"/>
                    <a:pt x="210" y="0"/>
                    <a:pt x="180" y="0"/>
                  </a:cubicBezTo>
                  <a:close/>
                </a:path>
              </a:pathLst>
            </a:custGeom>
            <a:solidFill>
              <a:srgbClr val="222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58"/>
            <p:cNvSpPr/>
            <p:nvPr/>
          </p:nvSpPr>
          <p:spPr>
            <a:xfrm>
              <a:off x="-478550" y="36875"/>
              <a:ext cx="89675" cy="93425"/>
            </a:xfrm>
            <a:custGeom>
              <a:avLst/>
              <a:gdLst/>
              <a:ahLst/>
              <a:cxnLst/>
              <a:rect l="l" t="t" r="r" b="b"/>
              <a:pathLst>
                <a:path w="3587" h="3737" extrusionOk="0">
                  <a:moveTo>
                    <a:pt x="2621" y="512"/>
                  </a:moveTo>
                  <a:cubicBezTo>
                    <a:pt x="2712" y="512"/>
                    <a:pt x="2796" y="538"/>
                    <a:pt x="2871" y="595"/>
                  </a:cubicBezTo>
                  <a:cubicBezTo>
                    <a:pt x="2908" y="620"/>
                    <a:pt x="2944" y="631"/>
                    <a:pt x="2980" y="631"/>
                  </a:cubicBezTo>
                  <a:cubicBezTo>
                    <a:pt x="3004" y="631"/>
                    <a:pt x="3028" y="626"/>
                    <a:pt x="3052" y="617"/>
                  </a:cubicBezTo>
                  <a:lnTo>
                    <a:pt x="3052" y="617"/>
                  </a:lnTo>
                  <a:cubicBezTo>
                    <a:pt x="3422" y="1050"/>
                    <a:pt x="2586" y="1830"/>
                    <a:pt x="2367" y="2115"/>
                  </a:cubicBezTo>
                  <a:cubicBezTo>
                    <a:pt x="2078" y="2494"/>
                    <a:pt x="1774" y="2871"/>
                    <a:pt x="1521" y="3274"/>
                  </a:cubicBezTo>
                  <a:cubicBezTo>
                    <a:pt x="1512" y="3272"/>
                    <a:pt x="1502" y="3271"/>
                    <a:pt x="1492" y="3271"/>
                  </a:cubicBezTo>
                  <a:cubicBezTo>
                    <a:pt x="1471" y="3271"/>
                    <a:pt x="1449" y="3275"/>
                    <a:pt x="1426" y="3286"/>
                  </a:cubicBezTo>
                  <a:cubicBezTo>
                    <a:pt x="1334" y="3325"/>
                    <a:pt x="1242" y="3343"/>
                    <a:pt x="1152" y="3343"/>
                  </a:cubicBezTo>
                  <a:cubicBezTo>
                    <a:pt x="780" y="3343"/>
                    <a:pt x="453" y="3034"/>
                    <a:pt x="408" y="2652"/>
                  </a:cubicBezTo>
                  <a:cubicBezTo>
                    <a:pt x="806" y="2126"/>
                    <a:pt x="1907" y="512"/>
                    <a:pt x="2621" y="512"/>
                  </a:cubicBezTo>
                  <a:close/>
                  <a:moveTo>
                    <a:pt x="2573" y="1"/>
                  </a:moveTo>
                  <a:cubicBezTo>
                    <a:pt x="2103" y="1"/>
                    <a:pt x="1562" y="482"/>
                    <a:pt x="1094" y="1038"/>
                  </a:cubicBezTo>
                  <a:cubicBezTo>
                    <a:pt x="597" y="1629"/>
                    <a:pt x="189" y="2302"/>
                    <a:pt x="45" y="2569"/>
                  </a:cubicBezTo>
                  <a:cubicBezTo>
                    <a:pt x="0" y="2655"/>
                    <a:pt x="41" y="2732"/>
                    <a:pt x="109" y="2771"/>
                  </a:cubicBezTo>
                  <a:cubicBezTo>
                    <a:pt x="151" y="3286"/>
                    <a:pt x="668" y="3725"/>
                    <a:pt x="1188" y="3725"/>
                  </a:cubicBezTo>
                  <a:cubicBezTo>
                    <a:pt x="1284" y="3725"/>
                    <a:pt x="1380" y="3710"/>
                    <a:pt x="1473" y="3678"/>
                  </a:cubicBezTo>
                  <a:cubicBezTo>
                    <a:pt x="1511" y="3714"/>
                    <a:pt x="1560" y="3736"/>
                    <a:pt x="1614" y="3736"/>
                  </a:cubicBezTo>
                  <a:cubicBezTo>
                    <a:pt x="1667" y="3736"/>
                    <a:pt x="1724" y="3714"/>
                    <a:pt x="1776" y="3659"/>
                  </a:cubicBezTo>
                  <a:cubicBezTo>
                    <a:pt x="2134" y="3275"/>
                    <a:pt x="2430" y="2829"/>
                    <a:pt x="2741" y="2404"/>
                  </a:cubicBezTo>
                  <a:cubicBezTo>
                    <a:pt x="2783" y="2343"/>
                    <a:pt x="2829" y="2283"/>
                    <a:pt x="2875" y="2226"/>
                  </a:cubicBezTo>
                  <a:cubicBezTo>
                    <a:pt x="3070" y="1971"/>
                    <a:pt x="3277" y="1709"/>
                    <a:pt x="3408" y="1419"/>
                  </a:cubicBezTo>
                  <a:cubicBezTo>
                    <a:pt x="3587" y="1025"/>
                    <a:pt x="3553" y="622"/>
                    <a:pt x="3177" y="425"/>
                  </a:cubicBezTo>
                  <a:cubicBezTo>
                    <a:pt x="3176" y="393"/>
                    <a:pt x="3169" y="360"/>
                    <a:pt x="3147" y="326"/>
                  </a:cubicBezTo>
                  <a:cubicBezTo>
                    <a:pt x="2979" y="97"/>
                    <a:pt x="2783" y="1"/>
                    <a:pt x="25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7" name="Google Shape;2487;p58"/>
          <p:cNvSpPr/>
          <p:nvPr/>
        </p:nvSpPr>
        <p:spPr>
          <a:xfrm>
            <a:off x="4645781" y="14339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58"/>
          <p:cNvSpPr/>
          <p:nvPr/>
        </p:nvSpPr>
        <p:spPr>
          <a:xfrm>
            <a:off x="8247131" y="9029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58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0" name="Google Shape;2490;p58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1" name="Google Shape;2491;p58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2" name="Google Shape;2492;p58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3" name="Google Shape;2493;p58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4" name="Google Shape;2494;p58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5" name="Google Shape;2495;p58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6" name="Google Shape;2496;p58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7" name="Google Shape;2497;p58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8" name="Google Shape;2498;p58">
            <a:hlinkClick r:id="rId12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499" name="Google Shape;2499;p58">
            <a:hlinkClick r:id="rId13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00" name="Google Shape;2500;p58">
            <a:hlinkClick r:id="rId14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59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Actividades </a:t>
            </a:r>
            <a:endParaRPr/>
          </a:p>
        </p:txBody>
      </p:sp>
      <p:graphicFrame>
        <p:nvGraphicFramePr>
          <p:cNvPr id="2506" name="Google Shape;2506;p59"/>
          <p:cNvGraphicFramePr/>
          <p:nvPr/>
        </p:nvGraphicFramePr>
        <p:xfrm>
          <a:off x="777350" y="1339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193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</a:t>
                      </a:r>
                      <a:endParaRPr sz="18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</a:t>
                      </a:r>
                      <a:endParaRPr sz="18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</a:t>
                      </a:r>
                      <a:endParaRPr sz="18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</a:t>
                      </a:r>
                      <a:endParaRPr sz="18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</a:t>
                      </a:r>
                      <a:endParaRPr sz="18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Describe la actividad que vas a hacer aquí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Describe la actividad que vas a hacer aquí</a:t>
                      </a: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Describe la actividad que vas a hacer aquí</a:t>
                      </a: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Describe la actividad que vas a hacer aquí</a:t>
                      </a: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07" name="Google Shape;2507;p59"/>
          <p:cNvSpPr/>
          <p:nvPr/>
        </p:nvSpPr>
        <p:spPr>
          <a:xfrm>
            <a:off x="951506" y="158815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8" name="Google Shape;2508;p59"/>
          <p:cNvSpPr/>
          <p:nvPr/>
        </p:nvSpPr>
        <p:spPr>
          <a:xfrm>
            <a:off x="7778318" y="9548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9" name="Google Shape;2509;p59"/>
          <p:cNvSpPr/>
          <p:nvPr/>
        </p:nvSpPr>
        <p:spPr>
          <a:xfrm rot="9196425">
            <a:off x="8274115" y="8840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10" name="Google Shape;2510;p59"/>
          <p:cNvGrpSpPr/>
          <p:nvPr/>
        </p:nvGrpSpPr>
        <p:grpSpPr>
          <a:xfrm>
            <a:off x="338032" y="4551404"/>
            <a:ext cx="290179" cy="294694"/>
            <a:chOff x="5015625" y="2751225"/>
            <a:chExt cx="404825" cy="411125"/>
          </a:xfrm>
        </p:grpSpPr>
        <p:sp>
          <p:nvSpPr>
            <p:cNvPr id="2511" name="Google Shape;2511;p59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9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9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9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9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9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9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9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9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9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9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9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9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4" name="Google Shape;2524;p59"/>
          <p:cNvGrpSpPr/>
          <p:nvPr/>
        </p:nvGrpSpPr>
        <p:grpSpPr>
          <a:xfrm>
            <a:off x="3094159" y="2107608"/>
            <a:ext cx="371782" cy="274285"/>
            <a:chOff x="5223609" y="3731112"/>
            <a:chExt cx="371782" cy="274285"/>
          </a:xfrm>
        </p:grpSpPr>
        <p:sp>
          <p:nvSpPr>
            <p:cNvPr id="2525" name="Google Shape;2525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7" name="Google Shape;2527;p59"/>
          <p:cNvGrpSpPr/>
          <p:nvPr/>
        </p:nvGrpSpPr>
        <p:grpSpPr>
          <a:xfrm>
            <a:off x="3094159" y="3906833"/>
            <a:ext cx="371782" cy="274285"/>
            <a:chOff x="5223609" y="3731112"/>
            <a:chExt cx="371782" cy="274285"/>
          </a:xfrm>
        </p:grpSpPr>
        <p:sp>
          <p:nvSpPr>
            <p:cNvPr id="2528" name="Google Shape;2528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59"/>
          <p:cNvGrpSpPr/>
          <p:nvPr/>
        </p:nvGrpSpPr>
        <p:grpSpPr>
          <a:xfrm>
            <a:off x="4237259" y="3312013"/>
            <a:ext cx="371782" cy="274285"/>
            <a:chOff x="5223609" y="3731112"/>
            <a:chExt cx="371782" cy="274285"/>
          </a:xfrm>
        </p:grpSpPr>
        <p:sp>
          <p:nvSpPr>
            <p:cNvPr id="2531" name="Google Shape;2531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3" name="Google Shape;2533;p59"/>
          <p:cNvGrpSpPr/>
          <p:nvPr/>
        </p:nvGrpSpPr>
        <p:grpSpPr>
          <a:xfrm>
            <a:off x="5380359" y="2711200"/>
            <a:ext cx="371782" cy="274285"/>
            <a:chOff x="5223609" y="3731112"/>
            <a:chExt cx="371782" cy="274285"/>
          </a:xfrm>
        </p:grpSpPr>
        <p:sp>
          <p:nvSpPr>
            <p:cNvPr id="2534" name="Google Shape;2534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6" name="Google Shape;2536;p59"/>
          <p:cNvGrpSpPr/>
          <p:nvPr/>
        </p:nvGrpSpPr>
        <p:grpSpPr>
          <a:xfrm>
            <a:off x="5380359" y="3906833"/>
            <a:ext cx="371782" cy="274285"/>
            <a:chOff x="5223609" y="3731112"/>
            <a:chExt cx="371782" cy="274285"/>
          </a:xfrm>
        </p:grpSpPr>
        <p:sp>
          <p:nvSpPr>
            <p:cNvPr id="2537" name="Google Shape;2537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9" name="Google Shape;2539;p59"/>
          <p:cNvGrpSpPr/>
          <p:nvPr/>
        </p:nvGrpSpPr>
        <p:grpSpPr>
          <a:xfrm>
            <a:off x="6523459" y="2107608"/>
            <a:ext cx="371782" cy="274285"/>
            <a:chOff x="5223609" y="3731112"/>
            <a:chExt cx="371782" cy="274285"/>
          </a:xfrm>
        </p:grpSpPr>
        <p:sp>
          <p:nvSpPr>
            <p:cNvPr id="2540" name="Google Shape;2540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2" name="Google Shape;2542;p59"/>
          <p:cNvGrpSpPr/>
          <p:nvPr/>
        </p:nvGrpSpPr>
        <p:grpSpPr>
          <a:xfrm>
            <a:off x="6523459" y="3906833"/>
            <a:ext cx="371782" cy="274285"/>
            <a:chOff x="5223609" y="3731112"/>
            <a:chExt cx="371782" cy="274285"/>
          </a:xfrm>
        </p:grpSpPr>
        <p:sp>
          <p:nvSpPr>
            <p:cNvPr id="2543" name="Google Shape;2543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5" name="Google Shape;2545;p59"/>
          <p:cNvGrpSpPr/>
          <p:nvPr/>
        </p:nvGrpSpPr>
        <p:grpSpPr>
          <a:xfrm>
            <a:off x="7666459" y="3312013"/>
            <a:ext cx="371782" cy="274285"/>
            <a:chOff x="5223609" y="3731112"/>
            <a:chExt cx="371782" cy="274285"/>
          </a:xfrm>
        </p:grpSpPr>
        <p:sp>
          <p:nvSpPr>
            <p:cNvPr id="2546" name="Google Shape;2546;p59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9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8" name="Google Shape;2548;p59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49" name="Google Shape;2549;p59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0" name="Google Shape;2550;p59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1" name="Google Shape;2551;p59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2" name="Google Shape;2552;p59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3" name="Google Shape;2553;p59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4" name="Google Shape;2554;p59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5" name="Google Shape;2555;p59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6" name="Google Shape;2556;p59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7" name="Google Shape;2557;p59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8" name="Google Shape;2558;p59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59" name="Google Shape;2559;p59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60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 semana</a:t>
            </a:r>
            <a:endParaRPr/>
          </a:p>
        </p:txBody>
      </p:sp>
      <p:graphicFrame>
        <p:nvGraphicFramePr>
          <p:cNvPr id="2565" name="Google Shape;2565;p60"/>
          <p:cNvGraphicFramePr/>
          <p:nvPr/>
        </p:nvGraphicFramePr>
        <p:xfrm>
          <a:off x="74392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42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L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marR="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 1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 2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 3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Actividad 4</a:t>
                      </a: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M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J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V</a:t>
                      </a:r>
                      <a:endParaRPr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66" name="Google Shape;2566;p60"/>
          <p:cNvGraphicFramePr/>
          <p:nvPr/>
        </p:nvGraphicFramePr>
        <p:xfrm>
          <a:off x="4850950" y="1619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82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2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Top prioridades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75">
                <a:tc gridSpan="3">
                  <a:txBody>
                    <a:bodyPr/>
                    <a:lstStyle/>
                    <a:p>
                      <a:pPr marL="182880" lvl="0" indent="-16764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omfortaa"/>
                        <a:buChar char="●"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182875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67" name="Google Shape;2567;p60"/>
          <p:cNvGraphicFramePr/>
          <p:nvPr/>
        </p:nvGraphicFramePr>
        <p:xfrm>
          <a:off x="4850950" y="3255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{4E62B893-B650-486E-9F3C-82BBE601BD82}</a:tableStyleId>
              </a:tblPr>
              <a:tblGrid>
                <a:gridCol w="76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15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600">
                          <a:solidFill>
                            <a:schemeClr val="dk1"/>
                          </a:solidFill>
                          <a:latin typeface="Chango"/>
                          <a:ea typeface="Chango"/>
                          <a:cs typeface="Chango"/>
                          <a:sym typeface="Chango"/>
                        </a:rPr>
                        <a:t>Anotaciones</a:t>
                      </a:r>
                      <a:endParaRPr sz="1600">
                        <a:solidFill>
                          <a:schemeClr val="dk1"/>
                        </a:solidFill>
                        <a:latin typeface="Chango"/>
                        <a:ea typeface="Chango"/>
                        <a:cs typeface="Chango"/>
                        <a:sym typeface="Chango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2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68" name="Google Shape;2568;p60"/>
          <p:cNvGrpSpPr/>
          <p:nvPr/>
        </p:nvGrpSpPr>
        <p:grpSpPr>
          <a:xfrm>
            <a:off x="8189075" y="1198013"/>
            <a:ext cx="400150" cy="590325"/>
            <a:chOff x="-3685000" y="236025"/>
            <a:chExt cx="400150" cy="590325"/>
          </a:xfrm>
        </p:grpSpPr>
        <p:sp>
          <p:nvSpPr>
            <p:cNvPr id="2569" name="Google Shape;2569;p60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60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60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60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60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60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5" name="Google Shape;2575;p60"/>
          <p:cNvGrpSpPr/>
          <p:nvPr/>
        </p:nvGrpSpPr>
        <p:grpSpPr>
          <a:xfrm>
            <a:off x="1920575" y="4536350"/>
            <a:ext cx="296850" cy="390925"/>
            <a:chOff x="-2421200" y="-205225"/>
            <a:chExt cx="296850" cy="390925"/>
          </a:xfrm>
        </p:grpSpPr>
        <p:sp>
          <p:nvSpPr>
            <p:cNvPr id="2576" name="Google Shape;2576;p60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60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60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60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60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60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60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60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60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60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6" name="Google Shape;2586;p60"/>
          <p:cNvSpPr/>
          <p:nvPr/>
        </p:nvSpPr>
        <p:spPr>
          <a:xfrm rot="9196425">
            <a:off x="206678" y="1389050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7" name="Google Shape;2587;p60"/>
          <p:cNvSpPr/>
          <p:nvPr/>
        </p:nvSpPr>
        <p:spPr>
          <a:xfrm>
            <a:off x="5769631" y="12254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8" name="Google Shape;2588;p60"/>
          <p:cNvSpPr/>
          <p:nvPr/>
        </p:nvSpPr>
        <p:spPr>
          <a:xfrm rot="9196425">
            <a:off x="7043678" y="8321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9" name="Google Shape;2589;p60">
            <a:hlinkClick r:id="rId3" action="ppaction://hlinksldjump"/>
          </p:cNvPr>
          <p:cNvSpPr txBox="1"/>
          <p:nvPr/>
        </p:nvSpPr>
        <p:spPr>
          <a:xfrm>
            <a:off x="72000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EN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0" name="Google Shape;2590;p60">
            <a:hlinkClick r:id="rId4" action="ppaction://hlinksldjump"/>
          </p:cNvPr>
          <p:cNvSpPr txBox="1"/>
          <p:nvPr/>
        </p:nvSpPr>
        <p:spPr>
          <a:xfrm>
            <a:off x="1365802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FEB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1" name="Google Shape;2591;p60">
            <a:hlinkClick r:id="rId5" action="ppaction://hlinksldjump"/>
          </p:cNvPr>
          <p:cNvSpPr txBox="1"/>
          <p:nvPr/>
        </p:nvSpPr>
        <p:spPr>
          <a:xfrm>
            <a:off x="201160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2" name="Google Shape;2592;p60">
            <a:hlinkClick r:id="rId6" action="ppaction://hlinksldjump"/>
          </p:cNvPr>
          <p:cNvSpPr txBox="1"/>
          <p:nvPr/>
        </p:nvSpPr>
        <p:spPr>
          <a:xfrm>
            <a:off x="2657405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ABR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3" name="Google Shape;2593;p60">
            <a:hlinkClick r:id="rId7" action="ppaction://hlinksldjump"/>
          </p:cNvPr>
          <p:cNvSpPr txBox="1"/>
          <p:nvPr/>
        </p:nvSpPr>
        <p:spPr>
          <a:xfrm>
            <a:off x="4594811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JUL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4" name="Google Shape;2594;p60">
            <a:hlinkClick r:id="rId8" action="ppaction://hlinksldjump"/>
          </p:cNvPr>
          <p:cNvSpPr txBox="1"/>
          <p:nvPr/>
        </p:nvSpPr>
        <p:spPr>
          <a:xfrm>
            <a:off x="5240613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AGO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5" name="Google Shape;2595;p60">
            <a:hlinkClick r:id="rId9" action="ppaction://hlinksldjump"/>
          </p:cNvPr>
          <p:cNvSpPr txBox="1"/>
          <p:nvPr/>
        </p:nvSpPr>
        <p:spPr>
          <a:xfrm>
            <a:off x="5886414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SEP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6" name="Google Shape;2596;p60">
            <a:hlinkClick r:id="rId10" action="ppaction://hlinksldjump"/>
          </p:cNvPr>
          <p:cNvSpPr txBox="1"/>
          <p:nvPr/>
        </p:nvSpPr>
        <p:spPr>
          <a:xfrm>
            <a:off x="6532216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OCT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7" name="Google Shape;2597;p60">
            <a:hlinkClick r:id="rId11" action="ppaction://hlinksldjump"/>
          </p:cNvPr>
          <p:cNvSpPr txBox="1"/>
          <p:nvPr/>
        </p:nvSpPr>
        <p:spPr>
          <a:xfrm>
            <a:off x="7178018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NOV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8" name="Google Shape;2598;p60">
            <a:hlinkClick r:id="rId12" action="ppaction://hlinksldjump"/>
          </p:cNvPr>
          <p:cNvSpPr txBox="1"/>
          <p:nvPr/>
        </p:nvSpPr>
        <p:spPr>
          <a:xfrm>
            <a:off x="7823820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lt2"/>
                </a:highlight>
                <a:latin typeface="Chango"/>
                <a:ea typeface="Chango"/>
                <a:cs typeface="Chango"/>
                <a:sym typeface="Chango"/>
              </a:rPr>
              <a:t>DIC</a:t>
            </a:r>
            <a:endParaRPr sz="1200">
              <a:solidFill>
                <a:schemeClr val="dk1"/>
              </a:solidFill>
              <a:highlight>
                <a:schemeClr val="lt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599" name="Google Shape;2599;p60">
            <a:hlinkClick r:id="rId13" action="ppaction://hlinksldjump"/>
          </p:cNvPr>
          <p:cNvSpPr txBox="1"/>
          <p:nvPr/>
        </p:nvSpPr>
        <p:spPr>
          <a:xfrm>
            <a:off x="3303207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MAY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  <p:sp>
        <p:nvSpPr>
          <p:cNvPr id="2600" name="Google Shape;2600;p60">
            <a:hlinkClick r:id="rId14" action="ppaction://hlinksldjump"/>
          </p:cNvPr>
          <p:cNvSpPr txBox="1"/>
          <p:nvPr/>
        </p:nvSpPr>
        <p:spPr>
          <a:xfrm>
            <a:off x="3949009" y="195325"/>
            <a:ext cx="600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JUN</a:t>
            </a:r>
            <a:endParaRPr sz="1200">
              <a:solidFill>
                <a:schemeClr val="dk1"/>
              </a:solidFill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61"/>
          <p:cNvSpPr txBox="1">
            <a:spLocks noGrp="1"/>
          </p:cNvSpPr>
          <p:nvPr>
            <p:ph type="ctrTitle" idx="4294967295"/>
          </p:nvPr>
        </p:nvSpPr>
        <p:spPr>
          <a:xfrm>
            <a:off x="837250" y="808732"/>
            <a:ext cx="7464425" cy="9985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¡Gracias!</a:t>
            </a:r>
            <a:endParaRPr dirty="0"/>
          </a:p>
        </p:txBody>
      </p:sp>
      <p:sp>
        <p:nvSpPr>
          <p:cNvPr id="2606" name="Google Shape;2606;p61"/>
          <p:cNvSpPr txBox="1">
            <a:spLocks noGrp="1"/>
          </p:cNvSpPr>
          <p:nvPr>
            <p:ph type="subTitle" idx="4294967295"/>
          </p:nvPr>
        </p:nvSpPr>
        <p:spPr>
          <a:xfrm>
            <a:off x="2187523" y="1785529"/>
            <a:ext cx="5006975" cy="1248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" sz="1800" dirty="0">
                <a:highlight>
                  <a:schemeClr val="dk2"/>
                </a:highlight>
                <a:latin typeface="Chango"/>
                <a:ea typeface="Chango"/>
                <a:cs typeface="Chango"/>
                <a:sym typeface="Chango"/>
              </a:rPr>
              <a:t>Tienes alguna pregunta?</a:t>
            </a:r>
            <a:endParaRPr sz="1800" dirty="0">
              <a:highlight>
                <a:schemeClr val="dk2"/>
              </a:highlight>
              <a:latin typeface="Chango"/>
              <a:ea typeface="Chango"/>
              <a:cs typeface="Chango"/>
              <a:sym typeface="Chang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" dirty="0"/>
              <a:t>tuemail@freepik.com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" dirty="0"/>
              <a:t>+91  620 421 838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tupaginaweb.com</a:t>
            </a:r>
            <a:endParaRPr dirty="0"/>
          </a:p>
        </p:txBody>
      </p:sp>
      <p:sp>
        <p:nvSpPr>
          <p:cNvPr id="2607" name="Google Shape;2607;p61"/>
          <p:cNvSpPr txBox="1"/>
          <p:nvPr/>
        </p:nvSpPr>
        <p:spPr>
          <a:xfrm>
            <a:off x="1975499" y="3811381"/>
            <a:ext cx="5211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Por favor, conserva esta diapositiva para atribuirnos</a:t>
            </a:r>
            <a:endParaRPr sz="1200" dirty="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608" name="Google Shape;2608;p61"/>
          <p:cNvGrpSpPr/>
          <p:nvPr/>
        </p:nvGrpSpPr>
        <p:grpSpPr>
          <a:xfrm>
            <a:off x="3948759" y="3058854"/>
            <a:ext cx="375421" cy="353610"/>
            <a:chOff x="2870687" y="3796508"/>
            <a:chExt cx="375421" cy="353610"/>
          </a:xfrm>
        </p:grpSpPr>
        <p:sp>
          <p:nvSpPr>
            <p:cNvPr id="2609" name="Google Shape;2609;p61"/>
            <p:cNvSpPr/>
            <p:nvPr/>
          </p:nvSpPr>
          <p:spPr>
            <a:xfrm>
              <a:off x="2884169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9" y="1"/>
                    <a:pt x="0" y="2945"/>
                    <a:pt x="0" y="6580"/>
                  </a:cubicBezTo>
                  <a:cubicBezTo>
                    <a:pt x="0" y="10211"/>
                    <a:pt x="2949" y="13156"/>
                    <a:pt x="6580" y="13156"/>
                  </a:cubicBezTo>
                  <a:cubicBezTo>
                    <a:pt x="10214" y="13156"/>
                    <a:pt x="13159" y="10211"/>
                    <a:pt x="13159" y="6580"/>
                  </a:cubicBezTo>
                  <a:cubicBezTo>
                    <a:pt x="13159" y="2945"/>
                    <a:pt x="10214" y="1"/>
                    <a:pt x="65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61"/>
            <p:cNvSpPr/>
            <p:nvPr/>
          </p:nvSpPr>
          <p:spPr>
            <a:xfrm>
              <a:off x="2943772" y="3876569"/>
              <a:ext cx="186123" cy="267953"/>
            </a:xfrm>
            <a:custGeom>
              <a:avLst/>
              <a:gdLst/>
              <a:ahLst/>
              <a:cxnLst/>
              <a:rect l="l" t="t" r="r" b="b"/>
              <a:pathLst>
                <a:path w="7151" h="10295" extrusionOk="0">
                  <a:moveTo>
                    <a:pt x="6007" y="0"/>
                  </a:moveTo>
                  <a:cubicBezTo>
                    <a:pt x="3952" y="0"/>
                    <a:pt x="2003" y="1664"/>
                    <a:pt x="2003" y="3719"/>
                  </a:cubicBezTo>
                  <a:lnTo>
                    <a:pt x="2003" y="4008"/>
                  </a:lnTo>
                  <a:lnTo>
                    <a:pt x="1" y="4008"/>
                  </a:lnTo>
                  <a:lnTo>
                    <a:pt x="1" y="6010"/>
                  </a:lnTo>
                  <a:lnTo>
                    <a:pt x="2003" y="6010"/>
                  </a:lnTo>
                  <a:lnTo>
                    <a:pt x="2003" y="9894"/>
                  </a:lnTo>
                  <a:cubicBezTo>
                    <a:pt x="2643" y="10133"/>
                    <a:pt x="3318" y="10267"/>
                    <a:pt x="4005" y="10295"/>
                  </a:cubicBezTo>
                  <a:lnTo>
                    <a:pt x="4005" y="6010"/>
                  </a:lnTo>
                  <a:lnTo>
                    <a:pt x="7150" y="6010"/>
                  </a:lnTo>
                  <a:lnTo>
                    <a:pt x="7150" y="4008"/>
                  </a:lnTo>
                  <a:lnTo>
                    <a:pt x="4005" y="4008"/>
                  </a:lnTo>
                  <a:lnTo>
                    <a:pt x="4005" y="3719"/>
                  </a:lnTo>
                  <a:cubicBezTo>
                    <a:pt x="4005" y="2614"/>
                    <a:pt x="4898" y="2006"/>
                    <a:pt x="6007" y="2006"/>
                  </a:cubicBezTo>
                  <a:lnTo>
                    <a:pt x="7150" y="2006"/>
                  </a:lnTo>
                  <a:lnTo>
                    <a:pt x="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61"/>
            <p:cNvSpPr/>
            <p:nvPr/>
          </p:nvSpPr>
          <p:spPr>
            <a:xfrm>
              <a:off x="2870687" y="3796508"/>
              <a:ext cx="375421" cy="353610"/>
            </a:xfrm>
            <a:custGeom>
              <a:avLst/>
              <a:gdLst/>
              <a:ahLst/>
              <a:cxnLst/>
              <a:rect l="l" t="t" r="r" b="b"/>
              <a:pathLst>
                <a:path w="14424" h="13586" extrusionOk="0">
                  <a:moveTo>
                    <a:pt x="7101" y="0"/>
                  </a:moveTo>
                  <a:cubicBezTo>
                    <a:pt x="6858" y="0"/>
                    <a:pt x="6614" y="13"/>
                    <a:pt x="6369" y="40"/>
                  </a:cubicBezTo>
                  <a:cubicBezTo>
                    <a:pt x="4325" y="261"/>
                    <a:pt x="2488" y="1394"/>
                    <a:pt x="1380" y="3125"/>
                  </a:cubicBezTo>
                  <a:cubicBezTo>
                    <a:pt x="268" y="4856"/>
                    <a:pt x="1" y="6996"/>
                    <a:pt x="655" y="8948"/>
                  </a:cubicBezTo>
                  <a:cubicBezTo>
                    <a:pt x="1306" y="10898"/>
                    <a:pt x="2809" y="12446"/>
                    <a:pt x="4737" y="13163"/>
                  </a:cubicBezTo>
                  <a:cubicBezTo>
                    <a:pt x="4761" y="13172"/>
                    <a:pt x="4785" y="13176"/>
                    <a:pt x="4810" y="13176"/>
                  </a:cubicBezTo>
                  <a:cubicBezTo>
                    <a:pt x="4875" y="13176"/>
                    <a:pt x="4938" y="13146"/>
                    <a:pt x="4979" y="13090"/>
                  </a:cubicBezTo>
                  <a:cubicBezTo>
                    <a:pt x="5011" y="13051"/>
                    <a:pt x="5025" y="13005"/>
                    <a:pt x="5025" y="12956"/>
                  </a:cubicBezTo>
                  <a:lnTo>
                    <a:pt x="5025" y="9078"/>
                  </a:lnTo>
                  <a:cubicBezTo>
                    <a:pt x="5025" y="8962"/>
                    <a:pt x="4930" y="8864"/>
                    <a:pt x="4811" y="8864"/>
                  </a:cubicBezTo>
                  <a:lnTo>
                    <a:pt x="3023" y="8864"/>
                  </a:lnTo>
                  <a:lnTo>
                    <a:pt x="3023" y="7291"/>
                  </a:lnTo>
                  <a:lnTo>
                    <a:pt x="4811" y="7291"/>
                  </a:lnTo>
                  <a:cubicBezTo>
                    <a:pt x="4927" y="7291"/>
                    <a:pt x="5025" y="7196"/>
                    <a:pt x="5025" y="7076"/>
                  </a:cubicBezTo>
                  <a:lnTo>
                    <a:pt x="5025" y="6791"/>
                  </a:lnTo>
                  <a:cubicBezTo>
                    <a:pt x="5025" y="4923"/>
                    <a:pt x="6795" y="3287"/>
                    <a:pt x="8815" y="3287"/>
                  </a:cubicBezTo>
                  <a:lnTo>
                    <a:pt x="9743" y="3287"/>
                  </a:lnTo>
                  <a:lnTo>
                    <a:pt x="9743" y="4860"/>
                  </a:lnTo>
                  <a:lnTo>
                    <a:pt x="8815" y="4860"/>
                  </a:lnTo>
                  <a:cubicBezTo>
                    <a:pt x="8209" y="4860"/>
                    <a:pt x="7657" y="5036"/>
                    <a:pt x="7263" y="5352"/>
                  </a:cubicBezTo>
                  <a:cubicBezTo>
                    <a:pt x="6827" y="5704"/>
                    <a:pt x="6598" y="6200"/>
                    <a:pt x="6598" y="6791"/>
                  </a:cubicBezTo>
                  <a:lnTo>
                    <a:pt x="6598" y="7076"/>
                  </a:lnTo>
                  <a:cubicBezTo>
                    <a:pt x="6598" y="7196"/>
                    <a:pt x="6693" y="7291"/>
                    <a:pt x="6813" y="7291"/>
                  </a:cubicBezTo>
                  <a:lnTo>
                    <a:pt x="7657" y="7291"/>
                  </a:lnTo>
                  <a:cubicBezTo>
                    <a:pt x="7777" y="7291"/>
                    <a:pt x="7872" y="7196"/>
                    <a:pt x="7872" y="7076"/>
                  </a:cubicBezTo>
                  <a:cubicBezTo>
                    <a:pt x="7872" y="6960"/>
                    <a:pt x="7777" y="6862"/>
                    <a:pt x="7657" y="6862"/>
                  </a:cubicBezTo>
                  <a:lnTo>
                    <a:pt x="7027" y="6862"/>
                  </a:lnTo>
                  <a:lnTo>
                    <a:pt x="7027" y="6791"/>
                  </a:lnTo>
                  <a:cubicBezTo>
                    <a:pt x="7027" y="5683"/>
                    <a:pt x="7988" y="5289"/>
                    <a:pt x="8815" y="5289"/>
                  </a:cubicBezTo>
                  <a:lnTo>
                    <a:pt x="9958" y="5289"/>
                  </a:lnTo>
                  <a:cubicBezTo>
                    <a:pt x="10074" y="5289"/>
                    <a:pt x="10173" y="5194"/>
                    <a:pt x="10173" y="5074"/>
                  </a:cubicBezTo>
                  <a:lnTo>
                    <a:pt x="10173" y="3072"/>
                  </a:lnTo>
                  <a:cubicBezTo>
                    <a:pt x="10173" y="2953"/>
                    <a:pt x="10074" y="2858"/>
                    <a:pt x="9958" y="2858"/>
                  </a:cubicBezTo>
                  <a:lnTo>
                    <a:pt x="8815" y="2858"/>
                  </a:lnTo>
                  <a:cubicBezTo>
                    <a:pt x="7766" y="2858"/>
                    <a:pt x="6704" y="3277"/>
                    <a:pt x="5898" y="4001"/>
                  </a:cubicBezTo>
                  <a:cubicBezTo>
                    <a:pt x="5057" y="4761"/>
                    <a:pt x="4596" y="5750"/>
                    <a:pt x="4596" y="6791"/>
                  </a:cubicBezTo>
                  <a:lnTo>
                    <a:pt x="4596" y="6862"/>
                  </a:lnTo>
                  <a:lnTo>
                    <a:pt x="2809" y="6862"/>
                  </a:lnTo>
                  <a:cubicBezTo>
                    <a:pt x="2689" y="6862"/>
                    <a:pt x="2594" y="6957"/>
                    <a:pt x="2594" y="7076"/>
                  </a:cubicBezTo>
                  <a:lnTo>
                    <a:pt x="2594" y="9078"/>
                  </a:lnTo>
                  <a:cubicBezTo>
                    <a:pt x="2594" y="9198"/>
                    <a:pt x="2689" y="9293"/>
                    <a:pt x="2809" y="9293"/>
                  </a:cubicBezTo>
                  <a:lnTo>
                    <a:pt x="4596" y="9293"/>
                  </a:lnTo>
                  <a:lnTo>
                    <a:pt x="4596" y="12643"/>
                  </a:lnTo>
                  <a:cubicBezTo>
                    <a:pt x="2256" y="11636"/>
                    <a:pt x="740" y="9335"/>
                    <a:pt x="733" y="6791"/>
                  </a:cubicBezTo>
                  <a:cubicBezTo>
                    <a:pt x="733" y="3280"/>
                    <a:pt x="3590" y="427"/>
                    <a:pt x="7098" y="427"/>
                  </a:cubicBezTo>
                  <a:cubicBezTo>
                    <a:pt x="10606" y="427"/>
                    <a:pt x="13459" y="3287"/>
                    <a:pt x="13459" y="6791"/>
                  </a:cubicBezTo>
                  <a:cubicBezTo>
                    <a:pt x="13459" y="10296"/>
                    <a:pt x="10606" y="13153"/>
                    <a:pt x="7098" y="13153"/>
                  </a:cubicBezTo>
                  <a:lnTo>
                    <a:pt x="7024" y="13153"/>
                  </a:lnTo>
                  <a:lnTo>
                    <a:pt x="7024" y="9297"/>
                  </a:lnTo>
                  <a:lnTo>
                    <a:pt x="9958" y="9297"/>
                  </a:lnTo>
                  <a:cubicBezTo>
                    <a:pt x="10074" y="9297"/>
                    <a:pt x="10173" y="9202"/>
                    <a:pt x="10173" y="9082"/>
                  </a:cubicBezTo>
                  <a:lnTo>
                    <a:pt x="10173" y="7080"/>
                  </a:lnTo>
                  <a:cubicBezTo>
                    <a:pt x="10173" y="6960"/>
                    <a:pt x="10074" y="6865"/>
                    <a:pt x="9958" y="6865"/>
                  </a:cubicBezTo>
                  <a:lnTo>
                    <a:pt x="8702" y="6865"/>
                  </a:lnTo>
                  <a:cubicBezTo>
                    <a:pt x="8582" y="6865"/>
                    <a:pt x="8487" y="6960"/>
                    <a:pt x="8487" y="7080"/>
                  </a:cubicBezTo>
                  <a:cubicBezTo>
                    <a:pt x="8487" y="7200"/>
                    <a:pt x="8582" y="7295"/>
                    <a:pt x="8702" y="7295"/>
                  </a:cubicBezTo>
                  <a:lnTo>
                    <a:pt x="9743" y="7295"/>
                  </a:lnTo>
                  <a:lnTo>
                    <a:pt x="9743" y="8867"/>
                  </a:lnTo>
                  <a:lnTo>
                    <a:pt x="6809" y="8867"/>
                  </a:lnTo>
                  <a:cubicBezTo>
                    <a:pt x="6693" y="8867"/>
                    <a:pt x="6594" y="8962"/>
                    <a:pt x="6594" y="9082"/>
                  </a:cubicBezTo>
                  <a:lnTo>
                    <a:pt x="6594" y="13367"/>
                  </a:lnTo>
                  <a:cubicBezTo>
                    <a:pt x="6594" y="13480"/>
                    <a:pt x="6686" y="13575"/>
                    <a:pt x="6802" y="13582"/>
                  </a:cubicBezTo>
                  <a:cubicBezTo>
                    <a:pt x="6908" y="13586"/>
                    <a:pt x="7003" y="13586"/>
                    <a:pt x="7098" y="13586"/>
                  </a:cubicBezTo>
                  <a:cubicBezTo>
                    <a:pt x="9842" y="13586"/>
                    <a:pt x="12319" y="11932"/>
                    <a:pt x="13371" y="9395"/>
                  </a:cubicBezTo>
                  <a:cubicBezTo>
                    <a:pt x="14423" y="6855"/>
                    <a:pt x="13843" y="3935"/>
                    <a:pt x="11900" y="1992"/>
                  </a:cubicBezTo>
                  <a:cubicBezTo>
                    <a:pt x="10621" y="710"/>
                    <a:pt x="8891" y="0"/>
                    <a:pt x="7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2" name="Google Shape;2612;p61"/>
          <p:cNvGrpSpPr/>
          <p:nvPr/>
        </p:nvGrpSpPr>
        <p:grpSpPr>
          <a:xfrm>
            <a:off x="4385578" y="3058880"/>
            <a:ext cx="372844" cy="353610"/>
            <a:chOff x="3302118" y="3796534"/>
            <a:chExt cx="372844" cy="353610"/>
          </a:xfrm>
        </p:grpSpPr>
        <p:sp>
          <p:nvSpPr>
            <p:cNvPr id="2613" name="Google Shape;2613;p61"/>
            <p:cNvSpPr/>
            <p:nvPr/>
          </p:nvSpPr>
          <p:spPr>
            <a:xfrm>
              <a:off x="3326480" y="3802104"/>
              <a:ext cx="342418" cy="342418"/>
            </a:xfrm>
            <a:custGeom>
              <a:avLst/>
              <a:gdLst/>
              <a:ahLst/>
              <a:cxnLst/>
              <a:rect l="l" t="t" r="r" b="b"/>
              <a:pathLst>
                <a:path w="13156" h="13156" extrusionOk="0">
                  <a:moveTo>
                    <a:pt x="6576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76" y="13156"/>
                  </a:cubicBezTo>
                  <a:cubicBezTo>
                    <a:pt x="10211" y="13156"/>
                    <a:pt x="13156" y="10211"/>
                    <a:pt x="13156" y="6580"/>
                  </a:cubicBezTo>
                  <a:cubicBezTo>
                    <a:pt x="13156" y="2945"/>
                    <a:pt x="10211" y="1"/>
                    <a:pt x="65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61"/>
            <p:cNvSpPr/>
            <p:nvPr/>
          </p:nvSpPr>
          <p:spPr>
            <a:xfrm>
              <a:off x="3475384" y="3802104"/>
              <a:ext cx="199579" cy="342522"/>
            </a:xfrm>
            <a:custGeom>
              <a:avLst/>
              <a:gdLst/>
              <a:ahLst/>
              <a:cxnLst/>
              <a:rect l="l" t="t" r="r" b="b"/>
              <a:pathLst>
                <a:path w="7668" h="13160" extrusionOk="0">
                  <a:moveTo>
                    <a:pt x="859" y="1"/>
                  </a:moveTo>
                  <a:cubicBezTo>
                    <a:pt x="570" y="1"/>
                    <a:pt x="282" y="18"/>
                    <a:pt x="0" y="57"/>
                  </a:cubicBezTo>
                  <a:cubicBezTo>
                    <a:pt x="3273" y="486"/>
                    <a:pt x="5721" y="3276"/>
                    <a:pt x="5721" y="6580"/>
                  </a:cubicBezTo>
                  <a:cubicBezTo>
                    <a:pt x="5721" y="9880"/>
                    <a:pt x="3273" y="12670"/>
                    <a:pt x="0" y="13103"/>
                  </a:cubicBezTo>
                  <a:cubicBezTo>
                    <a:pt x="291" y="13141"/>
                    <a:pt x="579" y="13160"/>
                    <a:pt x="863" y="13160"/>
                  </a:cubicBezTo>
                  <a:cubicBezTo>
                    <a:pt x="4274" y="13160"/>
                    <a:pt x="7190" y="10510"/>
                    <a:pt x="7417" y="7009"/>
                  </a:cubicBezTo>
                  <a:cubicBezTo>
                    <a:pt x="7667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rgbClr val="292985">
                <a:alpha val="42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61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61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61"/>
            <p:cNvSpPr/>
            <p:nvPr/>
          </p:nvSpPr>
          <p:spPr>
            <a:xfrm>
              <a:off x="3302118" y="3796534"/>
              <a:ext cx="372558" cy="353610"/>
            </a:xfrm>
            <a:custGeom>
              <a:avLst/>
              <a:gdLst/>
              <a:ahLst/>
              <a:cxnLst/>
              <a:rect l="l" t="t" r="r" b="b"/>
              <a:pathLst>
                <a:path w="14314" h="13586" extrusionOk="0">
                  <a:moveTo>
                    <a:pt x="7516" y="429"/>
                  </a:moveTo>
                  <a:cubicBezTo>
                    <a:pt x="11024" y="429"/>
                    <a:pt x="13877" y="3283"/>
                    <a:pt x="13877" y="6794"/>
                  </a:cubicBezTo>
                  <a:cubicBezTo>
                    <a:pt x="13877" y="10302"/>
                    <a:pt x="11024" y="13155"/>
                    <a:pt x="7516" y="13155"/>
                  </a:cubicBezTo>
                  <a:cubicBezTo>
                    <a:pt x="4004" y="13155"/>
                    <a:pt x="1151" y="10302"/>
                    <a:pt x="1151" y="6794"/>
                  </a:cubicBezTo>
                  <a:cubicBezTo>
                    <a:pt x="1151" y="3283"/>
                    <a:pt x="4004" y="429"/>
                    <a:pt x="7516" y="429"/>
                  </a:cubicBezTo>
                  <a:close/>
                  <a:moveTo>
                    <a:pt x="7514" y="1"/>
                  </a:moveTo>
                  <a:cubicBezTo>
                    <a:pt x="6207" y="1"/>
                    <a:pt x="4892" y="377"/>
                    <a:pt x="3741" y="1147"/>
                  </a:cubicBezTo>
                  <a:cubicBezTo>
                    <a:pt x="1045" y="2945"/>
                    <a:pt x="0" y="6400"/>
                    <a:pt x="1239" y="9391"/>
                  </a:cubicBezTo>
                  <a:cubicBezTo>
                    <a:pt x="2307" y="11966"/>
                    <a:pt x="4809" y="13586"/>
                    <a:pt x="7510" y="13586"/>
                  </a:cubicBezTo>
                  <a:cubicBezTo>
                    <a:pt x="7950" y="13586"/>
                    <a:pt x="8394" y="13543"/>
                    <a:pt x="8839" y="13454"/>
                  </a:cubicBezTo>
                  <a:cubicBezTo>
                    <a:pt x="12020" y="12825"/>
                    <a:pt x="14307" y="10035"/>
                    <a:pt x="14307" y="6794"/>
                  </a:cubicBezTo>
                  <a:cubicBezTo>
                    <a:pt x="14314" y="4989"/>
                    <a:pt x="13596" y="3261"/>
                    <a:pt x="12319" y="1991"/>
                  </a:cubicBezTo>
                  <a:cubicBezTo>
                    <a:pt x="11005" y="677"/>
                    <a:pt x="9266" y="1"/>
                    <a:pt x="7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61"/>
            <p:cNvSpPr/>
            <p:nvPr/>
          </p:nvSpPr>
          <p:spPr>
            <a:xfrm>
              <a:off x="3387931" y="3863555"/>
              <a:ext cx="219620" cy="219620"/>
            </a:xfrm>
            <a:custGeom>
              <a:avLst/>
              <a:gdLst/>
              <a:ahLst/>
              <a:cxnLst/>
              <a:rect l="l" t="t" r="r" b="b"/>
              <a:pathLst>
                <a:path w="8438" h="8438" extrusionOk="0">
                  <a:moveTo>
                    <a:pt x="6654" y="430"/>
                  </a:moveTo>
                  <a:cubicBezTo>
                    <a:pt x="7400" y="430"/>
                    <a:pt x="8005" y="1035"/>
                    <a:pt x="8008" y="1781"/>
                  </a:cubicBezTo>
                  <a:lnTo>
                    <a:pt x="8008" y="6654"/>
                  </a:lnTo>
                  <a:cubicBezTo>
                    <a:pt x="8005" y="7403"/>
                    <a:pt x="7400" y="8005"/>
                    <a:pt x="6654" y="8008"/>
                  </a:cubicBezTo>
                  <a:lnTo>
                    <a:pt x="1781" y="8008"/>
                  </a:lnTo>
                  <a:cubicBezTo>
                    <a:pt x="1035" y="8005"/>
                    <a:pt x="429" y="7403"/>
                    <a:pt x="429" y="6654"/>
                  </a:cubicBezTo>
                  <a:lnTo>
                    <a:pt x="429" y="1781"/>
                  </a:lnTo>
                  <a:cubicBezTo>
                    <a:pt x="429" y="1035"/>
                    <a:pt x="1035" y="430"/>
                    <a:pt x="1781" y="430"/>
                  </a:cubicBezTo>
                  <a:close/>
                  <a:moveTo>
                    <a:pt x="1781" y="0"/>
                  </a:moveTo>
                  <a:cubicBezTo>
                    <a:pt x="795" y="0"/>
                    <a:pt x="0" y="799"/>
                    <a:pt x="0" y="1781"/>
                  </a:cubicBezTo>
                  <a:lnTo>
                    <a:pt x="0" y="6654"/>
                  </a:lnTo>
                  <a:cubicBezTo>
                    <a:pt x="0" y="7639"/>
                    <a:pt x="795" y="8434"/>
                    <a:pt x="1781" y="8438"/>
                  </a:cubicBezTo>
                  <a:lnTo>
                    <a:pt x="6654" y="8438"/>
                  </a:lnTo>
                  <a:cubicBezTo>
                    <a:pt x="7639" y="8434"/>
                    <a:pt x="8434" y="7639"/>
                    <a:pt x="8438" y="6654"/>
                  </a:cubicBezTo>
                  <a:lnTo>
                    <a:pt x="8438" y="1781"/>
                  </a:lnTo>
                  <a:cubicBezTo>
                    <a:pt x="8434" y="799"/>
                    <a:pt x="7639" y="0"/>
                    <a:pt x="6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61"/>
            <p:cNvSpPr/>
            <p:nvPr/>
          </p:nvSpPr>
          <p:spPr>
            <a:xfrm>
              <a:off x="3434546" y="3915506"/>
              <a:ext cx="127665" cy="115562"/>
            </a:xfrm>
            <a:custGeom>
              <a:avLst/>
              <a:gdLst/>
              <a:ahLst/>
              <a:cxnLst/>
              <a:rect l="l" t="t" r="r" b="b"/>
              <a:pathLst>
                <a:path w="4905" h="4440" extrusionOk="0">
                  <a:moveTo>
                    <a:pt x="2426" y="0"/>
                  </a:moveTo>
                  <a:cubicBezTo>
                    <a:pt x="1830" y="0"/>
                    <a:pt x="1238" y="240"/>
                    <a:pt x="802" y="703"/>
                  </a:cubicBezTo>
                  <a:cubicBezTo>
                    <a:pt x="42" y="1516"/>
                    <a:pt x="0" y="2768"/>
                    <a:pt x="707" y="3627"/>
                  </a:cubicBezTo>
                  <a:cubicBezTo>
                    <a:pt x="1143" y="4158"/>
                    <a:pt x="1780" y="4440"/>
                    <a:pt x="2426" y="4440"/>
                  </a:cubicBezTo>
                  <a:cubicBezTo>
                    <a:pt x="2828" y="4440"/>
                    <a:pt x="3233" y="4331"/>
                    <a:pt x="3596" y="4105"/>
                  </a:cubicBezTo>
                  <a:cubicBezTo>
                    <a:pt x="3712" y="4032"/>
                    <a:pt x="3730" y="3870"/>
                    <a:pt x="3635" y="3775"/>
                  </a:cubicBezTo>
                  <a:lnTo>
                    <a:pt x="3631" y="3771"/>
                  </a:lnTo>
                  <a:cubicBezTo>
                    <a:pt x="3590" y="3730"/>
                    <a:pt x="3536" y="3708"/>
                    <a:pt x="3481" y="3708"/>
                  </a:cubicBezTo>
                  <a:cubicBezTo>
                    <a:pt x="3442" y="3708"/>
                    <a:pt x="3403" y="3719"/>
                    <a:pt x="3367" y="3743"/>
                  </a:cubicBezTo>
                  <a:cubicBezTo>
                    <a:pt x="3084" y="3916"/>
                    <a:pt x="2756" y="4010"/>
                    <a:pt x="2425" y="4010"/>
                  </a:cubicBezTo>
                  <a:cubicBezTo>
                    <a:pt x="2419" y="4010"/>
                    <a:pt x="2413" y="4010"/>
                    <a:pt x="2407" y="4010"/>
                  </a:cubicBezTo>
                  <a:cubicBezTo>
                    <a:pt x="1605" y="4003"/>
                    <a:pt x="904" y="3462"/>
                    <a:pt x="697" y="2687"/>
                  </a:cubicBezTo>
                  <a:cubicBezTo>
                    <a:pt x="489" y="1913"/>
                    <a:pt x="820" y="1094"/>
                    <a:pt x="1510" y="682"/>
                  </a:cubicBezTo>
                  <a:cubicBezTo>
                    <a:pt x="1793" y="514"/>
                    <a:pt x="2109" y="432"/>
                    <a:pt x="2422" y="432"/>
                  </a:cubicBezTo>
                  <a:cubicBezTo>
                    <a:pt x="2871" y="432"/>
                    <a:pt x="3316" y="600"/>
                    <a:pt x="3659" y="925"/>
                  </a:cubicBezTo>
                  <a:cubicBezTo>
                    <a:pt x="4240" y="1477"/>
                    <a:pt x="4381" y="2350"/>
                    <a:pt x="4008" y="3057"/>
                  </a:cubicBezTo>
                  <a:cubicBezTo>
                    <a:pt x="3962" y="3141"/>
                    <a:pt x="3976" y="3243"/>
                    <a:pt x="4043" y="3310"/>
                  </a:cubicBezTo>
                  <a:lnTo>
                    <a:pt x="4046" y="3314"/>
                  </a:lnTo>
                  <a:cubicBezTo>
                    <a:pt x="4087" y="3355"/>
                    <a:pt x="4141" y="3375"/>
                    <a:pt x="4194" y="3375"/>
                  </a:cubicBezTo>
                  <a:cubicBezTo>
                    <a:pt x="4268" y="3375"/>
                    <a:pt x="4342" y="3336"/>
                    <a:pt x="4381" y="3264"/>
                  </a:cubicBezTo>
                  <a:cubicBezTo>
                    <a:pt x="4905" y="2283"/>
                    <a:pt x="4620" y="1062"/>
                    <a:pt x="3716" y="415"/>
                  </a:cubicBezTo>
                  <a:cubicBezTo>
                    <a:pt x="3327" y="136"/>
                    <a:pt x="2875" y="0"/>
                    <a:pt x="2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61"/>
            <p:cNvSpPr/>
            <p:nvPr/>
          </p:nvSpPr>
          <p:spPr>
            <a:xfrm>
              <a:off x="3542326" y="3891378"/>
              <a:ext cx="29775" cy="29880"/>
            </a:xfrm>
            <a:custGeom>
              <a:avLst/>
              <a:gdLst/>
              <a:ahLst/>
              <a:cxnLst/>
              <a:rect l="l" t="t" r="r" b="b"/>
              <a:pathLst>
                <a:path w="1144" h="1148" extrusionOk="0">
                  <a:moveTo>
                    <a:pt x="574" y="1"/>
                  </a:moveTo>
                  <a:cubicBezTo>
                    <a:pt x="257" y="1"/>
                    <a:pt x="0" y="258"/>
                    <a:pt x="0" y="575"/>
                  </a:cubicBezTo>
                  <a:cubicBezTo>
                    <a:pt x="0" y="891"/>
                    <a:pt x="257" y="1148"/>
                    <a:pt x="574" y="1148"/>
                  </a:cubicBezTo>
                  <a:cubicBezTo>
                    <a:pt x="891" y="1148"/>
                    <a:pt x="1144" y="891"/>
                    <a:pt x="1144" y="575"/>
                  </a:cubicBezTo>
                  <a:cubicBezTo>
                    <a:pt x="1144" y="258"/>
                    <a:pt x="891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61"/>
          <p:cNvGrpSpPr/>
          <p:nvPr/>
        </p:nvGrpSpPr>
        <p:grpSpPr>
          <a:xfrm>
            <a:off x="4822502" y="3058880"/>
            <a:ext cx="372740" cy="353610"/>
            <a:chOff x="3744430" y="3796534"/>
            <a:chExt cx="372740" cy="353610"/>
          </a:xfrm>
        </p:grpSpPr>
        <p:sp>
          <p:nvSpPr>
            <p:cNvPr id="2622" name="Google Shape;2622;p61"/>
            <p:cNvSpPr/>
            <p:nvPr/>
          </p:nvSpPr>
          <p:spPr>
            <a:xfrm>
              <a:off x="3768713" y="3802104"/>
              <a:ext cx="342522" cy="342418"/>
            </a:xfrm>
            <a:custGeom>
              <a:avLst/>
              <a:gdLst/>
              <a:ahLst/>
              <a:cxnLst/>
              <a:rect l="l" t="t" r="r" b="b"/>
              <a:pathLst>
                <a:path w="13160" h="13156" extrusionOk="0">
                  <a:moveTo>
                    <a:pt x="6580" y="1"/>
                  </a:moveTo>
                  <a:cubicBezTo>
                    <a:pt x="2945" y="1"/>
                    <a:pt x="0" y="2945"/>
                    <a:pt x="0" y="6580"/>
                  </a:cubicBezTo>
                  <a:cubicBezTo>
                    <a:pt x="0" y="10211"/>
                    <a:pt x="2945" y="13156"/>
                    <a:pt x="6580" y="13156"/>
                  </a:cubicBezTo>
                  <a:cubicBezTo>
                    <a:pt x="10211" y="13156"/>
                    <a:pt x="13159" y="10211"/>
                    <a:pt x="13159" y="6580"/>
                  </a:cubicBezTo>
                  <a:cubicBezTo>
                    <a:pt x="13159" y="2945"/>
                    <a:pt x="10211" y="1"/>
                    <a:pt x="6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61"/>
            <p:cNvSpPr/>
            <p:nvPr/>
          </p:nvSpPr>
          <p:spPr>
            <a:xfrm>
              <a:off x="3917617" y="3802104"/>
              <a:ext cx="199553" cy="342522"/>
            </a:xfrm>
            <a:custGeom>
              <a:avLst/>
              <a:gdLst/>
              <a:ahLst/>
              <a:cxnLst/>
              <a:rect l="l" t="t" r="r" b="b"/>
              <a:pathLst>
                <a:path w="7667" h="13160" extrusionOk="0">
                  <a:moveTo>
                    <a:pt x="859" y="1"/>
                  </a:moveTo>
                  <a:cubicBezTo>
                    <a:pt x="570" y="1"/>
                    <a:pt x="285" y="18"/>
                    <a:pt x="0" y="57"/>
                  </a:cubicBezTo>
                  <a:cubicBezTo>
                    <a:pt x="3272" y="486"/>
                    <a:pt x="5721" y="3276"/>
                    <a:pt x="5721" y="6580"/>
                  </a:cubicBezTo>
                  <a:cubicBezTo>
                    <a:pt x="5721" y="9880"/>
                    <a:pt x="3272" y="12670"/>
                    <a:pt x="0" y="13103"/>
                  </a:cubicBezTo>
                  <a:cubicBezTo>
                    <a:pt x="290" y="13141"/>
                    <a:pt x="578" y="13160"/>
                    <a:pt x="863" y="13160"/>
                  </a:cubicBezTo>
                  <a:cubicBezTo>
                    <a:pt x="4274" y="13160"/>
                    <a:pt x="7190" y="10510"/>
                    <a:pt x="7421" y="7009"/>
                  </a:cubicBezTo>
                  <a:cubicBezTo>
                    <a:pt x="7667" y="3216"/>
                    <a:pt x="4659" y="4"/>
                    <a:pt x="859" y="1"/>
                  </a:cubicBezTo>
                  <a:close/>
                </a:path>
              </a:pathLst>
            </a:custGeom>
            <a:solidFill>
              <a:srgbClr val="292985">
                <a:alpha val="42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61"/>
            <p:cNvSpPr/>
            <p:nvPr/>
          </p:nvSpPr>
          <p:spPr>
            <a:xfrm>
              <a:off x="3850206" y="3943225"/>
              <a:ext cx="38026" cy="112387"/>
            </a:xfrm>
            <a:custGeom>
              <a:avLst/>
              <a:gdLst/>
              <a:ahLst/>
              <a:cxnLst/>
              <a:rect l="l" t="t" r="r" b="b"/>
              <a:pathLst>
                <a:path w="1461" h="4318" extrusionOk="0">
                  <a:moveTo>
                    <a:pt x="60" y="0"/>
                  </a:moveTo>
                  <a:cubicBezTo>
                    <a:pt x="29" y="0"/>
                    <a:pt x="0" y="25"/>
                    <a:pt x="0" y="57"/>
                  </a:cubicBezTo>
                  <a:lnTo>
                    <a:pt x="0" y="4261"/>
                  </a:lnTo>
                  <a:cubicBezTo>
                    <a:pt x="0" y="4293"/>
                    <a:pt x="29" y="4318"/>
                    <a:pt x="60" y="4318"/>
                  </a:cubicBezTo>
                  <a:lnTo>
                    <a:pt x="1404" y="4318"/>
                  </a:lnTo>
                  <a:cubicBezTo>
                    <a:pt x="1436" y="4318"/>
                    <a:pt x="1461" y="4293"/>
                    <a:pt x="1461" y="4261"/>
                  </a:cubicBezTo>
                  <a:lnTo>
                    <a:pt x="1461" y="57"/>
                  </a:lnTo>
                  <a:cubicBezTo>
                    <a:pt x="1461" y="25"/>
                    <a:pt x="1436" y="0"/>
                    <a:pt x="14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61"/>
            <p:cNvSpPr/>
            <p:nvPr/>
          </p:nvSpPr>
          <p:spPr>
            <a:xfrm>
              <a:off x="3835188" y="3876126"/>
              <a:ext cx="53044" cy="45522"/>
            </a:xfrm>
            <a:custGeom>
              <a:avLst/>
              <a:gdLst/>
              <a:ahLst/>
              <a:cxnLst/>
              <a:rect l="l" t="t" r="r" b="b"/>
              <a:pathLst>
                <a:path w="2038" h="1749" extrusionOk="0">
                  <a:moveTo>
                    <a:pt x="1160" y="1"/>
                  </a:moveTo>
                  <a:cubicBezTo>
                    <a:pt x="946" y="1"/>
                    <a:pt x="727" y="81"/>
                    <a:pt x="549" y="260"/>
                  </a:cubicBezTo>
                  <a:cubicBezTo>
                    <a:pt x="0" y="809"/>
                    <a:pt x="387" y="1748"/>
                    <a:pt x="1165" y="1748"/>
                  </a:cubicBezTo>
                  <a:cubicBezTo>
                    <a:pt x="1647" y="1748"/>
                    <a:pt x="2038" y="1358"/>
                    <a:pt x="2038" y="876"/>
                  </a:cubicBezTo>
                  <a:cubicBezTo>
                    <a:pt x="2038" y="350"/>
                    <a:pt x="1608" y="1"/>
                    <a:pt x="11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61"/>
            <p:cNvSpPr/>
            <p:nvPr/>
          </p:nvSpPr>
          <p:spPr>
            <a:xfrm>
              <a:off x="3924670" y="3943121"/>
              <a:ext cx="119805" cy="112491"/>
            </a:xfrm>
            <a:custGeom>
              <a:avLst/>
              <a:gdLst/>
              <a:ahLst/>
              <a:cxnLst/>
              <a:rect l="l" t="t" r="r" b="b"/>
              <a:pathLst>
                <a:path w="4603" h="4322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lnTo>
                    <a:pt x="0" y="4255"/>
                  </a:lnTo>
                  <a:cubicBezTo>
                    <a:pt x="0" y="4290"/>
                    <a:pt x="32" y="4322"/>
                    <a:pt x="70" y="4322"/>
                  </a:cubicBezTo>
                  <a:lnTo>
                    <a:pt x="1390" y="4322"/>
                  </a:lnTo>
                  <a:cubicBezTo>
                    <a:pt x="1429" y="4322"/>
                    <a:pt x="1460" y="4290"/>
                    <a:pt x="1460" y="4255"/>
                  </a:cubicBezTo>
                  <a:lnTo>
                    <a:pt x="1460" y="2766"/>
                  </a:lnTo>
                  <a:cubicBezTo>
                    <a:pt x="1460" y="2281"/>
                    <a:pt x="1569" y="1461"/>
                    <a:pt x="2301" y="1461"/>
                  </a:cubicBezTo>
                  <a:cubicBezTo>
                    <a:pt x="3036" y="1461"/>
                    <a:pt x="3146" y="2281"/>
                    <a:pt x="3146" y="2766"/>
                  </a:cubicBezTo>
                  <a:lnTo>
                    <a:pt x="3146" y="4255"/>
                  </a:lnTo>
                  <a:cubicBezTo>
                    <a:pt x="3146" y="4290"/>
                    <a:pt x="3177" y="4322"/>
                    <a:pt x="3216" y="4322"/>
                  </a:cubicBezTo>
                  <a:lnTo>
                    <a:pt x="4535" y="4322"/>
                  </a:lnTo>
                  <a:cubicBezTo>
                    <a:pt x="4574" y="4322"/>
                    <a:pt x="4602" y="4290"/>
                    <a:pt x="4602" y="4255"/>
                  </a:cubicBezTo>
                  <a:lnTo>
                    <a:pt x="4602" y="2306"/>
                  </a:lnTo>
                  <a:cubicBezTo>
                    <a:pt x="4602" y="1707"/>
                    <a:pt x="4433" y="1151"/>
                    <a:pt x="4127" y="743"/>
                  </a:cubicBezTo>
                  <a:cubicBezTo>
                    <a:pt x="3761" y="258"/>
                    <a:pt x="3230" y="4"/>
                    <a:pt x="2586" y="4"/>
                  </a:cubicBezTo>
                  <a:cubicBezTo>
                    <a:pt x="2581" y="4"/>
                    <a:pt x="2575" y="4"/>
                    <a:pt x="2569" y="4"/>
                  </a:cubicBezTo>
                  <a:cubicBezTo>
                    <a:pt x="2107" y="4"/>
                    <a:pt x="1656" y="148"/>
                    <a:pt x="1277" y="413"/>
                  </a:cubicBezTo>
                  <a:cubicBezTo>
                    <a:pt x="1265" y="420"/>
                    <a:pt x="1253" y="423"/>
                    <a:pt x="1240" y="423"/>
                  </a:cubicBezTo>
                  <a:cubicBezTo>
                    <a:pt x="1205" y="423"/>
                    <a:pt x="1172" y="396"/>
                    <a:pt x="1172" y="356"/>
                  </a:cubicBezTo>
                  <a:lnTo>
                    <a:pt x="1172" y="71"/>
                  </a:lnTo>
                  <a:cubicBezTo>
                    <a:pt x="1172" y="33"/>
                    <a:pt x="1140" y="1"/>
                    <a:pt x="1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61"/>
            <p:cNvSpPr/>
            <p:nvPr/>
          </p:nvSpPr>
          <p:spPr>
            <a:xfrm>
              <a:off x="3744430" y="3796534"/>
              <a:ext cx="372480" cy="353610"/>
            </a:xfrm>
            <a:custGeom>
              <a:avLst/>
              <a:gdLst/>
              <a:ahLst/>
              <a:cxnLst/>
              <a:rect l="l" t="t" r="r" b="b"/>
              <a:pathLst>
                <a:path w="14311" h="13586" extrusionOk="0">
                  <a:moveTo>
                    <a:pt x="7513" y="429"/>
                  </a:moveTo>
                  <a:cubicBezTo>
                    <a:pt x="11021" y="429"/>
                    <a:pt x="13878" y="3283"/>
                    <a:pt x="13878" y="6794"/>
                  </a:cubicBezTo>
                  <a:cubicBezTo>
                    <a:pt x="13878" y="10302"/>
                    <a:pt x="11021" y="13155"/>
                    <a:pt x="7513" y="13155"/>
                  </a:cubicBezTo>
                  <a:cubicBezTo>
                    <a:pt x="4005" y="13155"/>
                    <a:pt x="1148" y="10302"/>
                    <a:pt x="1148" y="6794"/>
                  </a:cubicBezTo>
                  <a:cubicBezTo>
                    <a:pt x="1148" y="3283"/>
                    <a:pt x="4005" y="429"/>
                    <a:pt x="7513" y="429"/>
                  </a:cubicBezTo>
                  <a:close/>
                  <a:moveTo>
                    <a:pt x="7512" y="1"/>
                  </a:moveTo>
                  <a:cubicBezTo>
                    <a:pt x="6205" y="1"/>
                    <a:pt x="4891" y="377"/>
                    <a:pt x="3741" y="1147"/>
                  </a:cubicBezTo>
                  <a:cubicBezTo>
                    <a:pt x="1046" y="2945"/>
                    <a:pt x="1" y="6400"/>
                    <a:pt x="1239" y="9391"/>
                  </a:cubicBezTo>
                  <a:cubicBezTo>
                    <a:pt x="2304" y="11966"/>
                    <a:pt x="4809" y="13586"/>
                    <a:pt x="7510" y="13586"/>
                  </a:cubicBezTo>
                  <a:cubicBezTo>
                    <a:pt x="7950" y="13586"/>
                    <a:pt x="8395" y="13543"/>
                    <a:pt x="8839" y="13454"/>
                  </a:cubicBezTo>
                  <a:cubicBezTo>
                    <a:pt x="12016" y="12821"/>
                    <a:pt x="14307" y="10035"/>
                    <a:pt x="14307" y="6794"/>
                  </a:cubicBezTo>
                  <a:cubicBezTo>
                    <a:pt x="14310" y="4989"/>
                    <a:pt x="13593" y="3261"/>
                    <a:pt x="12315" y="1991"/>
                  </a:cubicBezTo>
                  <a:cubicBezTo>
                    <a:pt x="11003" y="677"/>
                    <a:pt x="9264" y="1"/>
                    <a:pt x="7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61"/>
            <p:cNvSpPr/>
            <p:nvPr/>
          </p:nvSpPr>
          <p:spPr>
            <a:xfrm>
              <a:off x="3844974" y="3937993"/>
              <a:ext cx="48489" cy="122850"/>
            </a:xfrm>
            <a:custGeom>
              <a:avLst/>
              <a:gdLst/>
              <a:ahLst/>
              <a:cxnLst/>
              <a:rect l="l" t="t" r="r" b="b"/>
              <a:pathLst>
                <a:path w="1863" h="4720" extrusionOk="0">
                  <a:moveTo>
                    <a:pt x="1433" y="430"/>
                  </a:moveTo>
                  <a:lnTo>
                    <a:pt x="1433" y="4290"/>
                  </a:lnTo>
                  <a:lnTo>
                    <a:pt x="430" y="4290"/>
                  </a:lnTo>
                  <a:lnTo>
                    <a:pt x="430" y="430"/>
                  </a:lnTo>
                  <a:close/>
                  <a:moveTo>
                    <a:pt x="216" y="1"/>
                  </a:moveTo>
                  <a:cubicBezTo>
                    <a:pt x="99" y="1"/>
                    <a:pt x="1" y="96"/>
                    <a:pt x="1" y="216"/>
                  </a:cubicBezTo>
                  <a:lnTo>
                    <a:pt x="1" y="4505"/>
                  </a:lnTo>
                  <a:cubicBezTo>
                    <a:pt x="1" y="4624"/>
                    <a:pt x="99" y="4719"/>
                    <a:pt x="216" y="4719"/>
                  </a:cubicBezTo>
                  <a:lnTo>
                    <a:pt x="1648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16"/>
                  </a:lnTo>
                  <a:cubicBezTo>
                    <a:pt x="1862" y="96"/>
                    <a:pt x="1767" y="1"/>
                    <a:pt x="1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61"/>
            <p:cNvSpPr/>
            <p:nvPr/>
          </p:nvSpPr>
          <p:spPr>
            <a:xfrm>
              <a:off x="3828134" y="3870973"/>
              <a:ext cx="65329" cy="55881"/>
            </a:xfrm>
            <a:custGeom>
              <a:avLst/>
              <a:gdLst/>
              <a:ahLst/>
              <a:cxnLst/>
              <a:rect l="l" t="t" r="r" b="b"/>
              <a:pathLst>
                <a:path w="2510" h="2147" extrusionOk="0">
                  <a:moveTo>
                    <a:pt x="1431" y="427"/>
                  </a:moveTo>
                  <a:cubicBezTo>
                    <a:pt x="1762" y="427"/>
                    <a:pt x="2080" y="685"/>
                    <a:pt x="2080" y="1074"/>
                  </a:cubicBezTo>
                  <a:cubicBezTo>
                    <a:pt x="2080" y="1429"/>
                    <a:pt x="1791" y="1717"/>
                    <a:pt x="1436" y="1717"/>
                  </a:cubicBezTo>
                  <a:cubicBezTo>
                    <a:pt x="863" y="1717"/>
                    <a:pt x="574" y="1024"/>
                    <a:pt x="982" y="616"/>
                  </a:cubicBezTo>
                  <a:cubicBezTo>
                    <a:pt x="1113" y="486"/>
                    <a:pt x="1273" y="427"/>
                    <a:pt x="1431" y="427"/>
                  </a:cubicBezTo>
                  <a:close/>
                  <a:moveTo>
                    <a:pt x="1436" y="0"/>
                  </a:moveTo>
                  <a:cubicBezTo>
                    <a:pt x="479" y="0"/>
                    <a:pt x="1" y="1154"/>
                    <a:pt x="676" y="1830"/>
                  </a:cubicBezTo>
                  <a:cubicBezTo>
                    <a:pt x="895" y="2049"/>
                    <a:pt x="1165" y="2147"/>
                    <a:pt x="1429" y="2147"/>
                  </a:cubicBezTo>
                  <a:cubicBezTo>
                    <a:pt x="1980" y="2147"/>
                    <a:pt x="2509" y="1720"/>
                    <a:pt x="2509" y="1074"/>
                  </a:cubicBezTo>
                  <a:cubicBezTo>
                    <a:pt x="2509" y="482"/>
                    <a:pt x="2027" y="0"/>
                    <a:pt x="1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61"/>
            <p:cNvSpPr/>
            <p:nvPr/>
          </p:nvSpPr>
          <p:spPr>
            <a:xfrm>
              <a:off x="3919439" y="3937993"/>
              <a:ext cx="130346" cy="122850"/>
            </a:xfrm>
            <a:custGeom>
              <a:avLst/>
              <a:gdLst/>
              <a:ahLst/>
              <a:cxnLst/>
              <a:rect l="l" t="t" r="r" b="b"/>
              <a:pathLst>
                <a:path w="5008" h="4720" extrusionOk="0">
                  <a:moveTo>
                    <a:pt x="215" y="1"/>
                  </a:moveTo>
                  <a:cubicBezTo>
                    <a:pt x="99" y="1"/>
                    <a:pt x="0" y="96"/>
                    <a:pt x="0" y="216"/>
                  </a:cubicBezTo>
                  <a:lnTo>
                    <a:pt x="0" y="4505"/>
                  </a:lnTo>
                  <a:cubicBezTo>
                    <a:pt x="0" y="4624"/>
                    <a:pt x="99" y="4719"/>
                    <a:pt x="215" y="4719"/>
                  </a:cubicBezTo>
                  <a:lnTo>
                    <a:pt x="1647" y="4719"/>
                  </a:lnTo>
                  <a:cubicBezTo>
                    <a:pt x="1767" y="4719"/>
                    <a:pt x="1862" y="4624"/>
                    <a:pt x="1862" y="4505"/>
                  </a:cubicBezTo>
                  <a:lnTo>
                    <a:pt x="1862" y="2963"/>
                  </a:lnTo>
                  <a:cubicBezTo>
                    <a:pt x="1862" y="2460"/>
                    <a:pt x="1974" y="1859"/>
                    <a:pt x="2506" y="1859"/>
                  </a:cubicBezTo>
                  <a:cubicBezTo>
                    <a:pt x="2900" y="1859"/>
                    <a:pt x="3065" y="2193"/>
                    <a:pt x="3121" y="2573"/>
                  </a:cubicBezTo>
                  <a:cubicBezTo>
                    <a:pt x="3135" y="2678"/>
                    <a:pt x="3227" y="2756"/>
                    <a:pt x="3332" y="2756"/>
                  </a:cubicBezTo>
                  <a:cubicBezTo>
                    <a:pt x="3463" y="2752"/>
                    <a:pt x="3565" y="2636"/>
                    <a:pt x="3544" y="2506"/>
                  </a:cubicBezTo>
                  <a:cubicBezTo>
                    <a:pt x="3434" y="1816"/>
                    <a:pt x="3069" y="1429"/>
                    <a:pt x="2506" y="1429"/>
                  </a:cubicBezTo>
                  <a:cubicBezTo>
                    <a:pt x="1823" y="1429"/>
                    <a:pt x="1432" y="1989"/>
                    <a:pt x="1432" y="2963"/>
                  </a:cubicBezTo>
                  <a:lnTo>
                    <a:pt x="1432" y="4290"/>
                  </a:lnTo>
                  <a:lnTo>
                    <a:pt x="430" y="4290"/>
                  </a:lnTo>
                  <a:lnTo>
                    <a:pt x="430" y="430"/>
                  </a:lnTo>
                  <a:lnTo>
                    <a:pt x="1144" y="430"/>
                  </a:lnTo>
                  <a:lnTo>
                    <a:pt x="1144" y="712"/>
                  </a:lnTo>
                  <a:cubicBezTo>
                    <a:pt x="1144" y="778"/>
                    <a:pt x="1172" y="842"/>
                    <a:pt x="1225" y="884"/>
                  </a:cubicBezTo>
                  <a:cubicBezTo>
                    <a:pt x="1264" y="916"/>
                    <a:pt x="1311" y="932"/>
                    <a:pt x="1359" y="932"/>
                  </a:cubicBezTo>
                  <a:cubicBezTo>
                    <a:pt x="1407" y="932"/>
                    <a:pt x="1455" y="916"/>
                    <a:pt x="1496" y="884"/>
                  </a:cubicBezTo>
                  <a:cubicBezTo>
                    <a:pt x="1858" y="592"/>
                    <a:pt x="2309" y="430"/>
                    <a:pt x="2776" y="430"/>
                  </a:cubicBezTo>
                  <a:cubicBezTo>
                    <a:pt x="2781" y="430"/>
                    <a:pt x="2786" y="430"/>
                    <a:pt x="2791" y="430"/>
                  </a:cubicBezTo>
                  <a:cubicBezTo>
                    <a:pt x="4026" y="430"/>
                    <a:pt x="4578" y="1472"/>
                    <a:pt x="4578" y="2503"/>
                  </a:cubicBezTo>
                  <a:lnTo>
                    <a:pt x="4578" y="4290"/>
                  </a:lnTo>
                  <a:lnTo>
                    <a:pt x="3575" y="4290"/>
                  </a:lnTo>
                  <a:lnTo>
                    <a:pt x="3575" y="3583"/>
                  </a:lnTo>
                  <a:cubicBezTo>
                    <a:pt x="3575" y="3467"/>
                    <a:pt x="3480" y="3372"/>
                    <a:pt x="3364" y="3372"/>
                  </a:cubicBezTo>
                  <a:cubicBezTo>
                    <a:pt x="3245" y="3372"/>
                    <a:pt x="3150" y="3467"/>
                    <a:pt x="3150" y="3583"/>
                  </a:cubicBezTo>
                  <a:lnTo>
                    <a:pt x="3150" y="4505"/>
                  </a:lnTo>
                  <a:cubicBezTo>
                    <a:pt x="3150" y="4624"/>
                    <a:pt x="3245" y="4719"/>
                    <a:pt x="3364" y="4719"/>
                  </a:cubicBezTo>
                  <a:lnTo>
                    <a:pt x="4793" y="4719"/>
                  </a:lnTo>
                  <a:cubicBezTo>
                    <a:pt x="4912" y="4719"/>
                    <a:pt x="5007" y="4624"/>
                    <a:pt x="5007" y="4505"/>
                  </a:cubicBezTo>
                  <a:lnTo>
                    <a:pt x="5007" y="2503"/>
                  </a:lnTo>
                  <a:cubicBezTo>
                    <a:pt x="5007" y="1028"/>
                    <a:pt x="4096" y="1"/>
                    <a:pt x="2791" y="1"/>
                  </a:cubicBezTo>
                  <a:cubicBezTo>
                    <a:pt x="2365" y="1"/>
                    <a:pt x="1946" y="110"/>
                    <a:pt x="1573" y="314"/>
                  </a:cubicBezTo>
                  <a:lnTo>
                    <a:pt x="1573" y="216"/>
                  </a:lnTo>
                  <a:cubicBezTo>
                    <a:pt x="1573" y="96"/>
                    <a:pt x="1478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1" name="Google Shape;2631;p61"/>
          <p:cNvGrpSpPr/>
          <p:nvPr/>
        </p:nvGrpSpPr>
        <p:grpSpPr>
          <a:xfrm rot="1800044">
            <a:off x="1342547" y="4096491"/>
            <a:ext cx="162395" cy="594983"/>
            <a:chOff x="-1233634" y="2866165"/>
            <a:chExt cx="162398" cy="594996"/>
          </a:xfrm>
        </p:grpSpPr>
        <p:sp>
          <p:nvSpPr>
            <p:cNvPr id="2632" name="Google Shape;2632;p61"/>
            <p:cNvSpPr/>
            <p:nvPr/>
          </p:nvSpPr>
          <p:spPr>
            <a:xfrm>
              <a:off x="-1233634" y="2866165"/>
              <a:ext cx="162398" cy="594996"/>
            </a:xfrm>
            <a:custGeom>
              <a:avLst/>
              <a:gdLst/>
              <a:ahLst/>
              <a:cxnLst/>
              <a:rect l="l" t="t" r="r" b="b"/>
              <a:pathLst>
                <a:path w="5015" h="18374" extrusionOk="0">
                  <a:moveTo>
                    <a:pt x="4277" y="549"/>
                  </a:moveTo>
                  <a:cubicBezTo>
                    <a:pt x="4338" y="3378"/>
                    <a:pt x="4358" y="6210"/>
                    <a:pt x="4338" y="9042"/>
                  </a:cubicBezTo>
                  <a:cubicBezTo>
                    <a:pt x="4312" y="12006"/>
                    <a:pt x="4438" y="15091"/>
                    <a:pt x="3961" y="18018"/>
                  </a:cubicBezTo>
                  <a:cubicBezTo>
                    <a:pt x="3925" y="17948"/>
                    <a:pt x="3857" y="17887"/>
                    <a:pt x="3754" y="17880"/>
                  </a:cubicBezTo>
                  <a:cubicBezTo>
                    <a:pt x="2605" y="17802"/>
                    <a:pt x="1481" y="17692"/>
                    <a:pt x="349" y="17457"/>
                  </a:cubicBezTo>
                  <a:cubicBezTo>
                    <a:pt x="409" y="17432"/>
                    <a:pt x="456" y="17383"/>
                    <a:pt x="460" y="17299"/>
                  </a:cubicBezTo>
                  <a:cubicBezTo>
                    <a:pt x="483" y="16948"/>
                    <a:pt x="505" y="16589"/>
                    <a:pt x="531" y="16233"/>
                  </a:cubicBezTo>
                  <a:cubicBezTo>
                    <a:pt x="901" y="16258"/>
                    <a:pt x="1273" y="16258"/>
                    <a:pt x="1644" y="16268"/>
                  </a:cubicBezTo>
                  <a:cubicBezTo>
                    <a:pt x="1645" y="16268"/>
                    <a:pt x="1646" y="16268"/>
                    <a:pt x="1647" y="16268"/>
                  </a:cubicBezTo>
                  <a:cubicBezTo>
                    <a:pt x="1863" y="16268"/>
                    <a:pt x="1863" y="15923"/>
                    <a:pt x="1647" y="15923"/>
                  </a:cubicBezTo>
                  <a:cubicBezTo>
                    <a:pt x="1646" y="15923"/>
                    <a:pt x="1645" y="15923"/>
                    <a:pt x="1644" y="15923"/>
                  </a:cubicBezTo>
                  <a:cubicBezTo>
                    <a:pt x="1282" y="15934"/>
                    <a:pt x="911" y="15934"/>
                    <a:pt x="548" y="15956"/>
                  </a:cubicBezTo>
                  <a:cubicBezTo>
                    <a:pt x="580" y="15449"/>
                    <a:pt x="612" y="14941"/>
                    <a:pt x="645" y="14432"/>
                  </a:cubicBezTo>
                  <a:cubicBezTo>
                    <a:pt x="773" y="14440"/>
                    <a:pt x="902" y="14448"/>
                    <a:pt x="1033" y="14448"/>
                  </a:cubicBezTo>
                  <a:cubicBezTo>
                    <a:pt x="1085" y="14448"/>
                    <a:pt x="1138" y="14447"/>
                    <a:pt x="1192" y="14444"/>
                  </a:cubicBezTo>
                  <a:cubicBezTo>
                    <a:pt x="1390" y="14432"/>
                    <a:pt x="1390" y="14141"/>
                    <a:pt x="1192" y="14133"/>
                  </a:cubicBezTo>
                  <a:cubicBezTo>
                    <a:pt x="1131" y="14129"/>
                    <a:pt x="1070" y="14128"/>
                    <a:pt x="1010" y="14128"/>
                  </a:cubicBezTo>
                  <a:cubicBezTo>
                    <a:pt x="893" y="14128"/>
                    <a:pt x="777" y="14133"/>
                    <a:pt x="662" y="14141"/>
                  </a:cubicBezTo>
                  <a:cubicBezTo>
                    <a:pt x="701" y="13492"/>
                    <a:pt x="736" y="12842"/>
                    <a:pt x="769" y="12195"/>
                  </a:cubicBezTo>
                  <a:cubicBezTo>
                    <a:pt x="1047" y="12204"/>
                    <a:pt x="1330" y="12222"/>
                    <a:pt x="1609" y="12222"/>
                  </a:cubicBezTo>
                  <a:cubicBezTo>
                    <a:pt x="1721" y="12222"/>
                    <a:pt x="1832" y="12219"/>
                    <a:pt x="1943" y="12212"/>
                  </a:cubicBezTo>
                  <a:cubicBezTo>
                    <a:pt x="2182" y="12198"/>
                    <a:pt x="2182" y="11860"/>
                    <a:pt x="1943" y="11841"/>
                  </a:cubicBezTo>
                  <a:cubicBezTo>
                    <a:pt x="1840" y="11835"/>
                    <a:pt x="1736" y="11832"/>
                    <a:pt x="1632" y="11832"/>
                  </a:cubicBezTo>
                  <a:cubicBezTo>
                    <a:pt x="1351" y="11832"/>
                    <a:pt x="1067" y="11851"/>
                    <a:pt x="786" y="11863"/>
                  </a:cubicBezTo>
                  <a:cubicBezTo>
                    <a:pt x="818" y="11269"/>
                    <a:pt x="843" y="10674"/>
                    <a:pt x="869" y="10081"/>
                  </a:cubicBezTo>
                  <a:cubicBezTo>
                    <a:pt x="1126" y="10092"/>
                    <a:pt x="1383" y="10100"/>
                    <a:pt x="1640" y="10100"/>
                  </a:cubicBezTo>
                  <a:cubicBezTo>
                    <a:pt x="1713" y="10100"/>
                    <a:pt x="1785" y="10100"/>
                    <a:pt x="1858" y="10098"/>
                  </a:cubicBezTo>
                  <a:cubicBezTo>
                    <a:pt x="1860" y="10098"/>
                    <a:pt x="1862" y="10098"/>
                    <a:pt x="1864" y="10098"/>
                  </a:cubicBezTo>
                  <a:cubicBezTo>
                    <a:pt x="1977" y="10098"/>
                    <a:pt x="2031" y="10008"/>
                    <a:pt x="2028" y="9916"/>
                  </a:cubicBezTo>
                  <a:cubicBezTo>
                    <a:pt x="2031" y="9830"/>
                    <a:pt x="1978" y="9740"/>
                    <a:pt x="1867" y="9740"/>
                  </a:cubicBezTo>
                  <a:cubicBezTo>
                    <a:pt x="1864" y="9740"/>
                    <a:pt x="1861" y="9740"/>
                    <a:pt x="1858" y="9740"/>
                  </a:cubicBezTo>
                  <a:cubicBezTo>
                    <a:pt x="1780" y="9738"/>
                    <a:pt x="1702" y="9737"/>
                    <a:pt x="1624" y="9737"/>
                  </a:cubicBezTo>
                  <a:cubicBezTo>
                    <a:pt x="1377" y="9737"/>
                    <a:pt x="1129" y="9746"/>
                    <a:pt x="883" y="9753"/>
                  </a:cubicBezTo>
                  <a:cubicBezTo>
                    <a:pt x="911" y="8996"/>
                    <a:pt x="935" y="8238"/>
                    <a:pt x="954" y="7480"/>
                  </a:cubicBezTo>
                  <a:cubicBezTo>
                    <a:pt x="967" y="7487"/>
                    <a:pt x="983" y="7497"/>
                    <a:pt x="1000" y="7501"/>
                  </a:cubicBezTo>
                  <a:cubicBezTo>
                    <a:pt x="1185" y="7533"/>
                    <a:pt x="1370" y="7562"/>
                    <a:pt x="1555" y="7594"/>
                  </a:cubicBezTo>
                  <a:cubicBezTo>
                    <a:pt x="1605" y="7604"/>
                    <a:pt x="1654" y="7611"/>
                    <a:pt x="1705" y="7621"/>
                  </a:cubicBezTo>
                  <a:cubicBezTo>
                    <a:pt x="1729" y="7640"/>
                    <a:pt x="1757" y="7657"/>
                    <a:pt x="1793" y="7660"/>
                  </a:cubicBezTo>
                  <a:cubicBezTo>
                    <a:pt x="1863" y="7670"/>
                    <a:pt x="1946" y="7688"/>
                    <a:pt x="2025" y="7688"/>
                  </a:cubicBezTo>
                  <a:cubicBezTo>
                    <a:pt x="2074" y="7688"/>
                    <a:pt x="2121" y="7681"/>
                    <a:pt x="2163" y="7660"/>
                  </a:cubicBezTo>
                  <a:cubicBezTo>
                    <a:pt x="2213" y="7640"/>
                    <a:pt x="2248" y="7572"/>
                    <a:pt x="2245" y="7519"/>
                  </a:cubicBezTo>
                  <a:cubicBezTo>
                    <a:pt x="2228" y="7299"/>
                    <a:pt x="1875" y="7305"/>
                    <a:pt x="1715" y="7288"/>
                  </a:cubicBezTo>
                  <a:cubicBezTo>
                    <a:pt x="1491" y="7260"/>
                    <a:pt x="1266" y="7237"/>
                    <a:pt x="1039" y="7209"/>
                  </a:cubicBezTo>
                  <a:cubicBezTo>
                    <a:pt x="1035" y="7208"/>
                    <a:pt x="1031" y="7208"/>
                    <a:pt x="1028" y="7208"/>
                  </a:cubicBezTo>
                  <a:cubicBezTo>
                    <a:pt x="1000" y="7208"/>
                    <a:pt x="977" y="7219"/>
                    <a:pt x="957" y="7234"/>
                  </a:cubicBezTo>
                  <a:cubicBezTo>
                    <a:pt x="967" y="6622"/>
                    <a:pt x="974" y="6011"/>
                    <a:pt x="979" y="5398"/>
                  </a:cubicBezTo>
                  <a:cubicBezTo>
                    <a:pt x="996" y="5404"/>
                    <a:pt x="1018" y="5413"/>
                    <a:pt x="1039" y="5413"/>
                  </a:cubicBezTo>
                  <a:cubicBezTo>
                    <a:pt x="1322" y="5424"/>
                    <a:pt x="1610" y="5438"/>
                    <a:pt x="1896" y="5438"/>
                  </a:cubicBezTo>
                  <a:cubicBezTo>
                    <a:pt x="2063" y="5438"/>
                    <a:pt x="2230" y="5433"/>
                    <a:pt x="2394" y="5420"/>
                  </a:cubicBezTo>
                  <a:cubicBezTo>
                    <a:pt x="2615" y="5401"/>
                    <a:pt x="2615" y="5095"/>
                    <a:pt x="2394" y="5078"/>
                  </a:cubicBezTo>
                  <a:cubicBezTo>
                    <a:pt x="2231" y="5064"/>
                    <a:pt x="2066" y="5059"/>
                    <a:pt x="1900" y="5059"/>
                  </a:cubicBezTo>
                  <a:cubicBezTo>
                    <a:pt x="1613" y="5059"/>
                    <a:pt x="1323" y="5074"/>
                    <a:pt x="1039" y="5085"/>
                  </a:cubicBezTo>
                  <a:cubicBezTo>
                    <a:pt x="1018" y="5085"/>
                    <a:pt x="996" y="5092"/>
                    <a:pt x="979" y="5099"/>
                  </a:cubicBezTo>
                  <a:cubicBezTo>
                    <a:pt x="979" y="4399"/>
                    <a:pt x="974" y="3697"/>
                    <a:pt x="961" y="2997"/>
                  </a:cubicBezTo>
                  <a:lnTo>
                    <a:pt x="961" y="2997"/>
                  </a:lnTo>
                  <a:cubicBezTo>
                    <a:pt x="1097" y="3003"/>
                    <a:pt x="1233" y="3008"/>
                    <a:pt x="1369" y="3008"/>
                  </a:cubicBezTo>
                  <a:cubicBezTo>
                    <a:pt x="1460" y="3008"/>
                    <a:pt x="1551" y="3006"/>
                    <a:pt x="1644" y="3001"/>
                  </a:cubicBezTo>
                  <a:cubicBezTo>
                    <a:pt x="1854" y="2989"/>
                    <a:pt x="1854" y="2683"/>
                    <a:pt x="1644" y="2673"/>
                  </a:cubicBezTo>
                  <a:cubicBezTo>
                    <a:pt x="1562" y="2669"/>
                    <a:pt x="1481" y="2668"/>
                    <a:pt x="1400" y="2668"/>
                  </a:cubicBezTo>
                  <a:cubicBezTo>
                    <a:pt x="1250" y="2668"/>
                    <a:pt x="1101" y="2673"/>
                    <a:pt x="951" y="2680"/>
                  </a:cubicBezTo>
                  <a:cubicBezTo>
                    <a:pt x="935" y="2026"/>
                    <a:pt x="915" y="1375"/>
                    <a:pt x="879" y="726"/>
                  </a:cubicBezTo>
                  <a:cubicBezTo>
                    <a:pt x="879" y="709"/>
                    <a:pt x="872" y="694"/>
                    <a:pt x="869" y="677"/>
                  </a:cubicBezTo>
                  <a:lnTo>
                    <a:pt x="869" y="677"/>
                  </a:lnTo>
                  <a:cubicBezTo>
                    <a:pt x="1099" y="682"/>
                    <a:pt x="1329" y="685"/>
                    <a:pt x="1560" y="685"/>
                  </a:cubicBezTo>
                  <a:cubicBezTo>
                    <a:pt x="2443" y="685"/>
                    <a:pt x="3331" y="646"/>
                    <a:pt x="4205" y="566"/>
                  </a:cubicBezTo>
                  <a:cubicBezTo>
                    <a:pt x="4231" y="566"/>
                    <a:pt x="4256" y="556"/>
                    <a:pt x="4277" y="549"/>
                  </a:cubicBezTo>
                  <a:close/>
                  <a:moveTo>
                    <a:pt x="4205" y="1"/>
                  </a:moveTo>
                  <a:cubicBezTo>
                    <a:pt x="3003" y="14"/>
                    <a:pt x="1783" y="101"/>
                    <a:pt x="590" y="254"/>
                  </a:cubicBezTo>
                  <a:cubicBezTo>
                    <a:pt x="395" y="277"/>
                    <a:pt x="339" y="495"/>
                    <a:pt x="434" y="605"/>
                  </a:cubicBezTo>
                  <a:cubicBezTo>
                    <a:pt x="417" y="641"/>
                    <a:pt x="402" y="677"/>
                    <a:pt x="398" y="726"/>
                  </a:cubicBezTo>
                  <a:cubicBezTo>
                    <a:pt x="285" y="6242"/>
                    <a:pt x="79" y="11782"/>
                    <a:pt x="115" y="17301"/>
                  </a:cubicBezTo>
                  <a:cubicBezTo>
                    <a:pt x="115" y="17386"/>
                    <a:pt x="161" y="17439"/>
                    <a:pt x="217" y="17457"/>
                  </a:cubicBezTo>
                  <a:cubicBezTo>
                    <a:pt x="43" y="17513"/>
                    <a:pt x="1" y="17792"/>
                    <a:pt x="217" y="17857"/>
                  </a:cubicBezTo>
                  <a:cubicBezTo>
                    <a:pt x="1294" y="18168"/>
                    <a:pt x="2434" y="18373"/>
                    <a:pt x="3558" y="18373"/>
                  </a:cubicBezTo>
                  <a:cubicBezTo>
                    <a:pt x="3624" y="18373"/>
                    <a:pt x="3689" y="18373"/>
                    <a:pt x="3754" y="18371"/>
                  </a:cubicBezTo>
                  <a:cubicBezTo>
                    <a:pt x="3900" y="18368"/>
                    <a:pt x="3974" y="18269"/>
                    <a:pt x="3985" y="18162"/>
                  </a:cubicBezTo>
                  <a:cubicBezTo>
                    <a:pt x="4019" y="18219"/>
                    <a:pt x="4085" y="18254"/>
                    <a:pt x="4148" y="18254"/>
                  </a:cubicBezTo>
                  <a:cubicBezTo>
                    <a:pt x="4214" y="18254"/>
                    <a:pt x="4279" y="18216"/>
                    <a:pt x="4302" y="18127"/>
                  </a:cubicBezTo>
                  <a:cubicBezTo>
                    <a:pt x="5014" y="15451"/>
                    <a:pt x="4822" y="12480"/>
                    <a:pt x="4868" y="9733"/>
                  </a:cubicBezTo>
                  <a:cubicBezTo>
                    <a:pt x="4921" y="6629"/>
                    <a:pt x="4904" y="3527"/>
                    <a:pt x="4836" y="427"/>
                  </a:cubicBezTo>
                  <a:cubicBezTo>
                    <a:pt x="4833" y="248"/>
                    <a:pt x="4691" y="159"/>
                    <a:pt x="4552" y="159"/>
                  </a:cubicBezTo>
                  <a:cubicBezTo>
                    <a:pt x="4521" y="159"/>
                    <a:pt x="4491" y="164"/>
                    <a:pt x="4462" y="172"/>
                  </a:cubicBezTo>
                  <a:cubicBezTo>
                    <a:pt x="4430" y="75"/>
                    <a:pt x="4345" y="1"/>
                    <a:pt x="4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61"/>
            <p:cNvSpPr/>
            <p:nvPr/>
          </p:nvSpPr>
          <p:spPr>
            <a:xfrm>
              <a:off x="-1222333" y="2883943"/>
              <a:ext cx="132444" cy="565755"/>
            </a:xfrm>
            <a:custGeom>
              <a:avLst/>
              <a:gdLst/>
              <a:ahLst/>
              <a:cxnLst/>
              <a:rect l="l" t="t" r="r" b="b"/>
              <a:pathLst>
                <a:path w="4090" h="17471" extrusionOk="0">
                  <a:moveTo>
                    <a:pt x="3928" y="0"/>
                  </a:moveTo>
                  <a:cubicBezTo>
                    <a:pt x="3907" y="7"/>
                    <a:pt x="3882" y="17"/>
                    <a:pt x="3856" y="17"/>
                  </a:cubicBezTo>
                  <a:cubicBezTo>
                    <a:pt x="2982" y="97"/>
                    <a:pt x="2094" y="136"/>
                    <a:pt x="1211" y="136"/>
                  </a:cubicBezTo>
                  <a:cubicBezTo>
                    <a:pt x="980" y="136"/>
                    <a:pt x="750" y="133"/>
                    <a:pt x="520" y="128"/>
                  </a:cubicBezTo>
                  <a:lnTo>
                    <a:pt x="520" y="128"/>
                  </a:lnTo>
                  <a:cubicBezTo>
                    <a:pt x="523" y="146"/>
                    <a:pt x="530" y="160"/>
                    <a:pt x="530" y="179"/>
                  </a:cubicBezTo>
                  <a:cubicBezTo>
                    <a:pt x="566" y="826"/>
                    <a:pt x="586" y="1477"/>
                    <a:pt x="602" y="2131"/>
                  </a:cubicBezTo>
                  <a:cubicBezTo>
                    <a:pt x="752" y="2124"/>
                    <a:pt x="901" y="2119"/>
                    <a:pt x="1051" y="2119"/>
                  </a:cubicBezTo>
                  <a:cubicBezTo>
                    <a:pt x="1132" y="2119"/>
                    <a:pt x="1213" y="2120"/>
                    <a:pt x="1295" y="2124"/>
                  </a:cubicBezTo>
                  <a:cubicBezTo>
                    <a:pt x="1505" y="2136"/>
                    <a:pt x="1505" y="2441"/>
                    <a:pt x="1295" y="2452"/>
                  </a:cubicBezTo>
                  <a:cubicBezTo>
                    <a:pt x="1202" y="2457"/>
                    <a:pt x="1111" y="2459"/>
                    <a:pt x="1020" y="2459"/>
                  </a:cubicBezTo>
                  <a:cubicBezTo>
                    <a:pt x="884" y="2459"/>
                    <a:pt x="748" y="2454"/>
                    <a:pt x="612" y="2448"/>
                  </a:cubicBezTo>
                  <a:lnTo>
                    <a:pt x="612" y="2448"/>
                  </a:lnTo>
                  <a:cubicBezTo>
                    <a:pt x="625" y="3148"/>
                    <a:pt x="629" y="3850"/>
                    <a:pt x="629" y="4551"/>
                  </a:cubicBezTo>
                  <a:cubicBezTo>
                    <a:pt x="647" y="4545"/>
                    <a:pt x="668" y="4536"/>
                    <a:pt x="690" y="4536"/>
                  </a:cubicBezTo>
                  <a:cubicBezTo>
                    <a:pt x="974" y="4525"/>
                    <a:pt x="1264" y="4510"/>
                    <a:pt x="1551" y="4510"/>
                  </a:cubicBezTo>
                  <a:cubicBezTo>
                    <a:pt x="1717" y="4510"/>
                    <a:pt x="1882" y="4515"/>
                    <a:pt x="2045" y="4529"/>
                  </a:cubicBezTo>
                  <a:cubicBezTo>
                    <a:pt x="2266" y="4548"/>
                    <a:pt x="2266" y="4854"/>
                    <a:pt x="2045" y="4871"/>
                  </a:cubicBezTo>
                  <a:cubicBezTo>
                    <a:pt x="1881" y="4884"/>
                    <a:pt x="1714" y="4889"/>
                    <a:pt x="1547" y="4889"/>
                  </a:cubicBezTo>
                  <a:cubicBezTo>
                    <a:pt x="1261" y="4889"/>
                    <a:pt x="973" y="4875"/>
                    <a:pt x="690" y="4864"/>
                  </a:cubicBezTo>
                  <a:cubicBezTo>
                    <a:pt x="668" y="4864"/>
                    <a:pt x="647" y="4857"/>
                    <a:pt x="629" y="4850"/>
                  </a:cubicBezTo>
                  <a:cubicBezTo>
                    <a:pt x="625" y="5462"/>
                    <a:pt x="618" y="6073"/>
                    <a:pt x="608" y="6685"/>
                  </a:cubicBezTo>
                  <a:cubicBezTo>
                    <a:pt x="626" y="6670"/>
                    <a:pt x="650" y="6661"/>
                    <a:pt x="678" y="6661"/>
                  </a:cubicBezTo>
                  <a:cubicBezTo>
                    <a:pt x="682" y="6661"/>
                    <a:pt x="686" y="6661"/>
                    <a:pt x="690" y="6661"/>
                  </a:cubicBezTo>
                  <a:cubicBezTo>
                    <a:pt x="917" y="6688"/>
                    <a:pt x="1142" y="6711"/>
                    <a:pt x="1366" y="6739"/>
                  </a:cubicBezTo>
                  <a:cubicBezTo>
                    <a:pt x="1526" y="6756"/>
                    <a:pt x="1879" y="6750"/>
                    <a:pt x="1896" y="6970"/>
                  </a:cubicBezTo>
                  <a:cubicBezTo>
                    <a:pt x="1899" y="7023"/>
                    <a:pt x="1864" y="7091"/>
                    <a:pt x="1814" y="7113"/>
                  </a:cubicBezTo>
                  <a:cubicBezTo>
                    <a:pt x="1773" y="7133"/>
                    <a:pt x="1726" y="7140"/>
                    <a:pt x="1677" y="7140"/>
                  </a:cubicBezTo>
                  <a:cubicBezTo>
                    <a:pt x="1598" y="7140"/>
                    <a:pt x="1515" y="7122"/>
                    <a:pt x="1444" y="7113"/>
                  </a:cubicBezTo>
                  <a:cubicBezTo>
                    <a:pt x="1408" y="7110"/>
                    <a:pt x="1380" y="7091"/>
                    <a:pt x="1356" y="7074"/>
                  </a:cubicBezTo>
                  <a:cubicBezTo>
                    <a:pt x="1305" y="7062"/>
                    <a:pt x="1256" y="7055"/>
                    <a:pt x="1206" y="7045"/>
                  </a:cubicBezTo>
                  <a:cubicBezTo>
                    <a:pt x="1021" y="7013"/>
                    <a:pt x="836" y="6984"/>
                    <a:pt x="651" y="6952"/>
                  </a:cubicBezTo>
                  <a:cubicBezTo>
                    <a:pt x="634" y="6948"/>
                    <a:pt x="618" y="6938"/>
                    <a:pt x="605" y="6931"/>
                  </a:cubicBezTo>
                  <a:cubicBezTo>
                    <a:pt x="586" y="7689"/>
                    <a:pt x="562" y="8447"/>
                    <a:pt x="534" y="9204"/>
                  </a:cubicBezTo>
                  <a:cubicBezTo>
                    <a:pt x="784" y="9196"/>
                    <a:pt x="1037" y="9189"/>
                    <a:pt x="1289" y="9189"/>
                  </a:cubicBezTo>
                  <a:cubicBezTo>
                    <a:pt x="1362" y="9189"/>
                    <a:pt x="1436" y="9189"/>
                    <a:pt x="1509" y="9191"/>
                  </a:cubicBezTo>
                  <a:cubicBezTo>
                    <a:pt x="1511" y="9191"/>
                    <a:pt x="1513" y="9191"/>
                    <a:pt x="1515" y="9191"/>
                  </a:cubicBezTo>
                  <a:cubicBezTo>
                    <a:pt x="1628" y="9191"/>
                    <a:pt x="1682" y="9281"/>
                    <a:pt x="1679" y="9369"/>
                  </a:cubicBezTo>
                  <a:cubicBezTo>
                    <a:pt x="1682" y="9458"/>
                    <a:pt x="1629" y="9549"/>
                    <a:pt x="1518" y="9549"/>
                  </a:cubicBezTo>
                  <a:cubicBezTo>
                    <a:pt x="1515" y="9549"/>
                    <a:pt x="1512" y="9549"/>
                    <a:pt x="1509" y="9549"/>
                  </a:cubicBezTo>
                  <a:cubicBezTo>
                    <a:pt x="1431" y="9551"/>
                    <a:pt x="1354" y="9552"/>
                    <a:pt x="1277" y="9552"/>
                  </a:cubicBezTo>
                  <a:cubicBezTo>
                    <a:pt x="1024" y="9552"/>
                    <a:pt x="772" y="9543"/>
                    <a:pt x="518" y="9532"/>
                  </a:cubicBezTo>
                  <a:cubicBezTo>
                    <a:pt x="494" y="10127"/>
                    <a:pt x="469" y="10721"/>
                    <a:pt x="437" y="11314"/>
                  </a:cubicBezTo>
                  <a:cubicBezTo>
                    <a:pt x="713" y="11302"/>
                    <a:pt x="992" y="11284"/>
                    <a:pt x="1268" y="11284"/>
                  </a:cubicBezTo>
                  <a:cubicBezTo>
                    <a:pt x="1377" y="11284"/>
                    <a:pt x="1486" y="11287"/>
                    <a:pt x="1594" y="11294"/>
                  </a:cubicBezTo>
                  <a:cubicBezTo>
                    <a:pt x="1831" y="11311"/>
                    <a:pt x="1831" y="11649"/>
                    <a:pt x="1594" y="11664"/>
                  </a:cubicBezTo>
                  <a:cubicBezTo>
                    <a:pt x="1488" y="11671"/>
                    <a:pt x="1382" y="11673"/>
                    <a:pt x="1275" y="11673"/>
                  </a:cubicBezTo>
                  <a:cubicBezTo>
                    <a:pt x="991" y="11673"/>
                    <a:pt x="703" y="11655"/>
                    <a:pt x="420" y="11646"/>
                  </a:cubicBezTo>
                  <a:cubicBezTo>
                    <a:pt x="387" y="12293"/>
                    <a:pt x="352" y="12945"/>
                    <a:pt x="313" y="13592"/>
                  </a:cubicBezTo>
                  <a:cubicBezTo>
                    <a:pt x="423" y="13585"/>
                    <a:pt x="535" y="13579"/>
                    <a:pt x="647" y="13579"/>
                  </a:cubicBezTo>
                  <a:cubicBezTo>
                    <a:pt x="712" y="13579"/>
                    <a:pt x="777" y="13581"/>
                    <a:pt x="843" y="13586"/>
                  </a:cubicBezTo>
                  <a:cubicBezTo>
                    <a:pt x="1041" y="13592"/>
                    <a:pt x="1041" y="13885"/>
                    <a:pt x="843" y="13895"/>
                  </a:cubicBezTo>
                  <a:cubicBezTo>
                    <a:pt x="789" y="13898"/>
                    <a:pt x="735" y="13899"/>
                    <a:pt x="681" y="13899"/>
                  </a:cubicBezTo>
                  <a:cubicBezTo>
                    <a:pt x="552" y="13899"/>
                    <a:pt x="424" y="13892"/>
                    <a:pt x="296" y="13885"/>
                  </a:cubicBezTo>
                  <a:cubicBezTo>
                    <a:pt x="263" y="14392"/>
                    <a:pt x="231" y="14902"/>
                    <a:pt x="199" y="15407"/>
                  </a:cubicBezTo>
                  <a:cubicBezTo>
                    <a:pt x="562" y="15385"/>
                    <a:pt x="933" y="15385"/>
                    <a:pt x="1295" y="15374"/>
                  </a:cubicBezTo>
                  <a:cubicBezTo>
                    <a:pt x="1296" y="15374"/>
                    <a:pt x="1297" y="15374"/>
                    <a:pt x="1298" y="15374"/>
                  </a:cubicBezTo>
                  <a:cubicBezTo>
                    <a:pt x="1514" y="15374"/>
                    <a:pt x="1514" y="15719"/>
                    <a:pt x="1298" y="15719"/>
                  </a:cubicBezTo>
                  <a:cubicBezTo>
                    <a:pt x="1297" y="15719"/>
                    <a:pt x="1296" y="15719"/>
                    <a:pt x="1295" y="15719"/>
                  </a:cubicBezTo>
                  <a:cubicBezTo>
                    <a:pt x="924" y="15709"/>
                    <a:pt x="551" y="15709"/>
                    <a:pt x="182" y="15684"/>
                  </a:cubicBezTo>
                  <a:cubicBezTo>
                    <a:pt x="156" y="16040"/>
                    <a:pt x="134" y="16399"/>
                    <a:pt x="111" y="16752"/>
                  </a:cubicBezTo>
                  <a:cubicBezTo>
                    <a:pt x="107" y="16834"/>
                    <a:pt x="60" y="16883"/>
                    <a:pt x="0" y="16908"/>
                  </a:cubicBezTo>
                  <a:cubicBezTo>
                    <a:pt x="1132" y="17143"/>
                    <a:pt x="2256" y="17253"/>
                    <a:pt x="3405" y="17331"/>
                  </a:cubicBezTo>
                  <a:cubicBezTo>
                    <a:pt x="3508" y="17338"/>
                    <a:pt x="3576" y="17399"/>
                    <a:pt x="3612" y="17471"/>
                  </a:cubicBezTo>
                  <a:cubicBezTo>
                    <a:pt x="4089" y="14542"/>
                    <a:pt x="3963" y="11457"/>
                    <a:pt x="3989" y="8493"/>
                  </a:cubicBezTo>
                  <a:cubicBezTo>
                    <a:pt x="4009" y="5661"/>
                    <a:pt x="3989" y="2829"/>
                    <a:pt x="3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4" name="Google Shape;2634;p61"/>
          <p:cNvGrpSpPr/>
          <p:nvPr/>
        </p:nvGrpSpPr>
        <p:grpSpPr>
          <a:xfrm>
            <a:off x="6704650" y="2613825"/>
            <a:ext cx="472925" cy="482500"/>
            <a:chOff x="-1834575" y="1668825"/>
            <a:chExt cx="472925" cy="482500"/>
          </a:xfrm>
        </p:grpSpPr>
        <p:sp>
          <p:nvSpPr>
            <p:cNvPr id="2635" name="Google Shape;2635;p61"/>
            <p:cNvSpPr/>
            <p:nvPr/>
          </p:nvSpPr>
          <p:spPr>
            <a:xfrm>
              <a:off x="-1834575" y="1668825"/>
              <a:ext cx="472925" cy="482500"/>
            </a:xfrm>
            <a:custGeom>
              <a:avLst/>
              <a:gdLst/>
              <a:ahLst/>
              <a:cxnLst/>
              <a:rect l="l" t="t" r="r" b="b"/>
              <a:pathLst>
                <a:path w="18917" h="19300" extrusionOk="0">
                  <a:moveTo>
                    <a:pt x="15379" y="473"/>
                  </a:moveTo>
                  <a:cubicBezTo>
                    <a:pt x="15504" y="473"/>
                    <a:pt x="15628" y="512"/>
                    <a:pt x="15752" y="590"/>
                  </a:cubicBezTo>
                  <a:cubicBezTo>
                    <a:pt x="15888" y="659"/>
                    <a:pt x="16020" y="736"/>
                    <a:pt x="16149" y="814"/>
                  </a:cubicBezTo>
                  <a:cubicBezTo>
                    <a:pt x="16462" y="1002"/>
                    <a:pt x="16761" y="1216"/>
                    <a:pt x="17034" y="1451"/>
                  </a:cubicBezTo>
                  <a:cubicBezTo>
                    <a:pt x="17267" y="1651"/>
                    <a:pt x="18917" y="3498"/>
                    <a:pt x="17964" y="3748"/>
                  </a:cubicBezTo>
                  <a:cubicBezTo>
                    <a:pt x="17964" y="3748"/>
                    <a:pt x="17961" y="3750"/>
                    <a:pt x="17958" y="3750"/>
                  </a:cubicBezTo>
                  <a:cubicBezTo>
                    <a:pt x="17957" y="3750"/>
                    <a:pt x="17956" y="3750"/>
                    <a:pt x="17955" y="3749"/>
                  </a:cubicBezTo>
                  <a:cubicBezTo>
                    <a:pt x="17943" y="3750"/>
                    <a:pt x="17931" y="3750"/>
                    <a:pt x="17920" y="3750"/>
                  </a:cubicBezTo>
                  <a:cubicBezTo>
                    <a:pt x="16241" y="3750"/>
                    <a:pt x="15386" y="2318"/>
                    <a:pt x="14568" y="1045"/>
                  </a:cubicBezTo>
                  <a:lnTo>
                    <a:pt x="14564" y="1047"/>
                  </a:lnTo>
                  <a:cubicBezTo>
                    <a:pt x="14571" y="1030"/>
                    <a:pt x="14573" y="1011"/>
                    <a:pt x="14569" y="992"/>
                  </a:cubicBezTo>
                  <a:cubicBezTo>
                    <a:pt x="14845" y="646"/>
                    <a:pt x="15114" y="473"/>
                    <a:pt x="15379" y="473"/>
                  </a:cubicBezTo>
                  <a:close/>
                  <a:moveTo>
                    <a:pt x="14712" y="1935"/>
                  </a:moveTo>
                  <a:cubicBezTo>
                    <a:pt x="15276" y="2839"/>
                    <a:pt x="16020" y="3692"/>
                    <a:pt x="17000" y="4001"/>
                  </a:cubicBezTo>
                  <a:cubicBezTo>
                    <a:pt x="15799" y="5149"/>
                    <a:pt x="14710" y="6498"/>
                    <a:pt x="13689" y="7804"/>
                  </a:cubicBezTo>
                  <a:cubicBezTo>
                    <a:pt x="13594" y="7922"/>
                    <a:pt x="13647" y="8059"/>
                    <a:pt x="13742" y="8119"/>
                  </a:cubicBezTo>
                  <a:cubicBezTo>
                    <a:pt x="13588" y="8149"/>
                    <a:pt x="13464" y="8304"/>
                    <a:pt x="13589" y="8458"/>
                  </a:cubicBezTo>
                  <a:cubicBezTo>
                    <a:pt x="15942" y="11299"/>
                    <a:pt x="15714" y="15519"/>
                    <a:pt x="12570" y="17719"/>
                  </a:cubicBezTo>
                  <a:cubicBezTo>
                    <a:pt x="11481" y="18479"/>
                    <a:pt x="10239" y="18820"/>
                    <a:pt x="8990" y="18820"/>
                  </a:cubicBezTo>
                  <a:cubicBezTo>
                    <a:pt x="6933" y="18820"/>
                    <a:pt x="4856" y="17896"/>
                    <a:pt x="3408" y="16395"/>
                  </a:cubicBezTo>
                  <a:cubicBezTo>
                    <a:pt x="1210" y="14122"/>
                    <a:pt x="524" y="10601"/>
                    <a:pt x="2082" y="7774"/>
                  </a:cubicBezTo>
                  <a:cubicBezTo>
                    <a:pt x="3219" y="5718"/>
                    <a:pt x="5038" y="4885"/>
                    <a:pt x="6989" y="4885"/>
                  </a:cubicBezTo>
                  <a:cubicBezTo>
                    <a:pt x="8234" y="4885"/>
                    <a:pt x="9533" y="5224"/>
                    <a:pt x="10744" y="5802"/>
                  </a:cubicBezTo>
                  <a:cubicBezTo>
                    <a:pt x="10759" y="5809"/>
                    <a:pt x="10775" y="5812"/>
                    <a:pt x="10790" y="5812"/>
                  </a:cubicBezTo>
                  <a:cubicBezTo>
                    <a:pt x="10851" y="5812"/>
                    <a:pt x="10901" y="5757"/>
                    <a:pt x="10900" y="5698"/>
                  </a:cubicBezTo>
                  <a:lnTo>
                    <a:pt x="10900" y="5698"/>
                  </a:lnTo>
                  <a:cubicBezTo>
                    <a:pt x="10938" y="5732"/>
                    <a:pt x="10990" y="5754"/>
                    <a:pt x="11044" y="5754"/>
                  </a:cubicBezTo>
                  <a:cubicBezTo>
                    <a:pt x="11088" y="5754"/>
                    <a:pt x="11133" y="5740"/>
                    <a:pt x="11172" y="5706"/>
                  </a:cubicBezTo>
                  <a:cubicBezTo>
                    <a:pt x="12196" y="4835"/>
                    <a:pt x="13148" y="3861"/>
                    <a:pt x="14012" y="2829"/>
                  </a:cubicBezTo>
                  <a:cubicBezTo>
                    <a:pt x="14180" y="2630"/>
                    <a:pt x="14597" y="2271"/>
                    <a:pt x="14712" y="1935"/>
                  </a:cubicBezTo>
                  <a:close/>
                  <a:moveTo>
                    <a:pt x="15116" y="0"/>
                  </a:moveTo>
                  <a:cubicBezTo>
                    <a:pt x="15034" y="0"/>
                    <a:pt x="14952" y="9"/>
                    <a:pt x="14872" y="29"/>
                  </a:cubicBezTo>
                  <a:cubicBezTo>
                    <a:pt x="14401" y="146"/>
                    <a:pt x="14131" y="583"/>
                    <a:pt x="14320" y="1033"/>
                  </a:cubicBezTo>
                  <a:cubicBezTo>
                    <a:pt x="14279" y="1077"/>
                    <a:pt x="14262" y="1145"/>
                    <a:pt x="14299" y="1216"/>
                  </a:cubicBezTo>
                  <a:cubicBezTo>
                    <a:pt x="14357" y="1329"/>
                    <a:pt x="14418" y="1437"/>
                    <a:pt x="14481" y="1549"/>
                  </a:cubicBezTo>
                  <a:cubicBezTo>
                    <a:pt x="14464" y="1583"/>
                    <a:pt x="14452" y="1621"/>
                    <a:pt x="14474" y="1660"/>
                  </a:cubicBezTo>
                  <a:cubicBezTo>
                    <a:pt x="14595" y="1882"/>
                    <a:pt x="12976" y="3433"/>
                    <a:pt x="12747" y="3673"/>
                  </a:cubicBezTo>
                  <a:cubicBezTo>
                    <a:pt x="12152" y="4290"/>
                    <a:pt x="11525" y="4872"/>
                    <a:pt x="10897" y="5455"/>
                  </a:cubicBezTo>
                  <a:cubicBezTo>
                    <a:pt x="10844" y="5503"/>
                    <a:pt x="10830" y="5559"/>
                    <a:pt x="10844" y="5606"/>
                  </a:cubicBezTo>
                  <a:cubicBezTo>
                    <a:pt x="9847" y="4704"/>
                    <a:pt x="8588" y="4300"/>
                    <a:pt x="7309" y="4300"/>
                  </a:cubicBezTo>
                  <a:cubicBezTo>
                    <a:pt x="5237" y="4300"/>
                    <a:pt x="3113" y="5360"/>
                    <a:pt x="1968" y="7077"/>
                  </a:cubicBezTo>
                  <a:cubicBezTo>
                    <a:pt x="1" y="10032"/>
                    <a:pt x="563" y="14000"/>
                    <a:pt x="2900" y="16563"/>
                  </a:cubicBezTo>
                  <a:cubicBezTo>
                    <a:pt x="4459" y="18271"/>
                    <a:pt x="6735" y="19300"/>
                    <a:pt x="8984" y="19300"/>
                  </a:cubicBezTo>
                  <a:cubicBezTo>
                    <a:pt x="10498" y="19300"/>
                    <a:pt x="12001" y="18833"/>
                    <a:pt x="13263" y="17792"/>
                  </a:cubicBezTo>
                  <a:cubicBezTo>
                    <a:pt x="16224" y="15352"/>
                    <a:pt x="16419" y="11071"/>
                    <a:pt x="13985" y="8204"/>
                  </a:cubicBezTo>
                  <a:cubicBezTo>
                    <a:pt x="13963" y="8178"/>
                    <a:pt x="13939" y="8159"/>
                    <a:pt x="13912" y="8146"/>
                  </a:cubicBezTo>
                  <a:cubicBezTo>
                    <a:pt x="13944" y="8134"/>
                    <a:pt x="13973" y="8119"/>
                    <a:pt x="14002" y="8088"/>
                  </a:cubicBezTo>
                  <a:cubicBezTo>
                    <a:pt x="15149" y="6828"/>
                    <a:pt x="16328" y="5489"/>
                    <a:pt x="17272" y="4070"/>
                  </a:cubicBezTo>
                  <a:cubicBezTo>
                    <a:pt x="17448" y="4105"/>
                    <a:pt x="17630" y="4124"/>
                    <a:pt x="17819" y="4124"/>
                  </a:cubicBezTo>
                  <a:cubicBezTo>
                    <a:pt x="17889" y="4124"/>
                    <a:pt x="17959" y="4121"/>
                    <a:pt x="18030" y="4116"/>
                  </a:cubicBezTo>
                  <a:cubicBezTo>
                    <a:pt x="18071" y="4111"/>
                    <a:pt x="18100" y="4098"/>
                    <a:pt x="18127" y="4076"/>
                  </a:cubicBezTo>
                  <a:cubicBezTo>
                    <a:pt x="18633" y="3935"/>
                    <a:pt x="18621" y="3357"/>
                    <a:pt x="18497" y="2907"/>
                  </a:cubicBezTo>
                  <a:cubicBezTo>
                    <a:pt x="18249" y="2003"/>
                    <a:pt x="17517" y="1293"/>
                    <a:pt x="16769" y="775"/>
                  </a:cubicBezTo>
                  <a:cubicBezTo>
                    <a:pt x="16334" y="472"/>
                    <a:pt x="15708" y="0"/>
                    <a:pt x="151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61"/>
            <p:cNvSpPr/>
            <p:nvPr/>
          </p:nvSpPr>
          <p:spPr>
            <a:xfrm>
              <a:off x="-1821525" y="1717200"/>
              <a:ext cx="411975" cy="422125"/>
            </a:xfrm>
            <a:custGeom>
              <a:avLst/>
              <a:gdLst/>
              <a:ahLst/>
              <a:cxnLst/>
              <a:rect l="l" t="t" r="r" b="b"/>
              <a:pathLst>
                <a:path w="16479" h="16885" extrusionOk="0">
                  <a:moveTo>
                    <a:pt x="11092" y="4790"/>
                  </a:moveTo>
                  <a:cubicBezTo>
                    <a:pt x="11342" y="4790"/>
                    <a:pt x="11584" y="4945"/>
                    <a:pt x="11664" y="5193"/>
                  </a:cubicBezTo>
                  <a:cubicBezTo>
                    <a:pt x="11667" y="5214"/>
                    <a:pt x="11666" y="5232"/>
                    <a:pt x="11657" y="5246"/>
                  </a:cubicBezTo>
                  <a:cubicBezTo>
                    <a:pt x="11686" y="5258"/>
                    <a:pt x="11715" y="5275"/>
                    <a:pt x="11730" y="5312"/>
                  </a:cubicBezTo>
                  <a:cubicBezTo>
                    <a:pt x="11849" y="5611"/>
                    <a:pt x="11515" y="5927"/>
                    <a:pt x="11248" y="5988"/>
                  </a:cubicBezTo>
                  <a:cubicBezTo>
                    <a:pt x="11203" y="5999"/>
                    <a:pt x="11159" y="6004"/>
                    <a:pt x="11115" y="6004"/>
                  </a:cubicBezTo>
                  <a:cubicBezTo>
                    <a:pt x="10861" y="6004"/>
                    <a:pt x="10642" y="5833"/>
                    <a:pt x="10558" y="5581"/>
                  </a:cubicBezTo>
                  <a:cubicBezTo>
                    <a:pt x="10458" y="5283"/>
                    <a:pt x="10579" y="4933"/>
                    <a:pt x="10893" y="4825"/>
                  </a:cubicBezTo>
                  <a:cubicBezTo>
                    <a:pt x="10958" y="4801"/>
                    <a:pt x="11025" y="4790"/>
                    <a:pt x="11092" y="4790"/>
                  </a:cubicBezTo>
                  <a:close/>
                  <a:moveTo>
                    <a:pt x="10977" y="7771"/>
                  </a:moveTo>
                  <a:cubicBezTo>
                    <a:pt x="11202" y="7771"/>
                    <a:pt x="11422" y="7857"/>
                    <a:pt x="11584" y="8013"/>
                  </a:cubicBezTo>
                  <a:cubicBezTo>
                    <a:pt x="11599" y="8017"/>
                    <a:pt x="11615" y="8015"/>
                    <a:pt x="11630" y="8030"/>
                  </a:cubicBezTo>
                  <a:cubicBezTo>
                    <a:pt x="11997" y="8372"/>
                    <a:pt x="11842" y="9000"/>
                    <a:pt x="11475" y="9279"/>
                  </a:cubicBezTo>
                  <a:cubicBezTo>
                    <a:pt x="11339" y="9383"/>
                    <a:pt x="11186" y="9430"/>
                    <a:pt x="11035" y="9430"/>
                  </a:cubicBezTo>
                  <a:cubicBezTo>
                    <a:pt x="10754" y="9430"/>
                    <a:pt x="10478" y="9269"/>
                    <a:pt x="10319" y="9009"/>
                  </a:cubicBezTo>
                  <a:cubicBezTo>
                    <a:pt x="10079" y="8613"/>
                    <a:pt x="10152" y="8076"/>
                    <a:pt x="10594" y="7859"/>
                  </a:cubicBezTo>
                  <a:cubicBezTo>
                    <a:pt x="10716" y="7799"/>
                    <a:pt x="10848" y="7771"/>
                    <a:pt x="10977" y="7771"/>
                  </a:cubicBezTo>
                  <a:close/>
                  <a:moveTo>
                    <a:pt x="6983" y="7245"/>
                  </a:moveTo>
                  <a:cubicBezTo>
                    <a:pt x="7285" y="7245"/>
                    <a:pt x="7580" y="7433"/>
                    <a:pt x="7672" y="7714"/>
                  </a:cubicBezTo>
                  <a:cubicBezTo>
                    <a:pt x="8214" y="8013"/>
                    <a:pt x="8467" y="8727"/>
                    <a:pt x="7979" y="9206"/>
                  </a:cubicBezTo>
                  <a:cubicBezTo>
                    <a:pt x="7812" y="9371"/>
                    <a:pt x="7617" y="9440"/>
                    <a:pt x="7418" y="9440"/>
                  </a:cubicBezTo>
                  <a:cubicBezTo>
                    <a:pt x="7026" y="9440"/>
                    <a:pt x="6622" y="9170"/>
                    <a:pt x="6396" y="8839"/>
                  </a:cubicBezTo>
                  <a:cubicBezTo>
                    <a:pt x="6056" y="8351"/>
                    <a:pt x="6106" y="7533"/>
                    <a:pt x="6732" y="7291"/>
                  </a:cubicBezTo>
                  <a:cubicBezTo>
                    <a:pt x="6813" y="7260"/>
                    <a:pt x="6898" y="7245"/>
                    <a:pt x="6983" y="7245"/>
                  </a:cubicBezTo>
                  <a:close/>
                  <a:moveTo>
                    <a:pt x="2347" y="6385"/>
                  </a:moveTo>
                  <a:cubicBezTo>
                    <a:pt x="2389" y="6385"/>
                    <a:pt x="2428" y="6413"/>
                    <a:pt x="2441" y="6455"/>
                  </a:cubicBezTo>
                  <a:cubicBezTo>
                    <a:pt x="2456" y="6450"/>
                    <a:pt x="2472" y="6446"/>
                    <a:pt x="2488" y="6446"/>
                  </a:cubicBezTo>
                  <a:cubicBezTo>
                    <a:pt x="2531" y="6446"/>
                    <a:pt x="2575" y="6470"/>
                    <a:pt x="2596" y="6527"/>
                  </a:cubicBezTo>
                  <a:cubicBezTo>
                    <a:pt x="3325" y="8307"/>
                    <a:pt x="4082" y="10274"/>
                    <a:pt x="5910" y="11199"/>
                  </a:cubicBezTo>
                  <a:cubicBezTo>
                    <a:pt x="7103" y="11795"/>
                    <a:pt x="8440" y="11683"/>
                    <a:pt x="9721" y="11807"/>
                  </a:cubicBezTo>
                  <a:cubicBezTo>
                    <a:pt x="10714" y="11907"/>
                    <a:pt x="12632" y="12216"/>
                    <a:pt x="12398" y="13575"/>
                  </a:cubicBezTo>
                  <a:cubicBezTo>
                    <a:pt x="12473" y="13633"/>
                    <a:pt x="12517" y="13726"/>
                    <a:pt x="12457" y="13838"/>
                  </a:cubicBezTo>
                  <a:cubicBezTo>
                    <a:pt x="11582" y="15530"/>
                    <a:pt x="9990" y="16239"/>
                    <a:pt x="8314" y="16239"/>
                  </a:cubicBezTo>
                  <a:cubicBezTo>
                    <a:pt x="6995" y="16239"/>
                    <a:pt x="5624" y="15800"/>
                    <a:pt x="4507" y="15056"/>
                  </a:cubicBezTo>
                  <a:cubicBezTo>
                    <a:pt x="1701" y="13188"/>
                    <a:pt x="406" y="9405"/>
                    <a:pt x="2261" y="6435"/>
                  </a:cubicBezTo>
                  <a:cubicBezTo>
                    <a:pt x="2285" y="6400"/>
                    <a:pt x="2317" y="6385"/>
                    <a:pt x="2347" y="6385"/>
                  </a:cubicBezTo>
                  <a:close/>
                  <a:moveTo>
                    <a:pt x="14190" y="0"/>
                  </a:moveTo>
                  <a:cubicBezTo>
                    <a:pt x="14075" y="336"/>
                    <a:pt x="13658" y="695"/>
                    <a:pt x="13490" y="895"/>
                  </a:cubicBezTo>
                  <a:cubicBezTo>
                    <a:pt x="12624" y="1926"/>
                    <a:pt x="11674" y="2900"/>
                    <a:pt x="10650" y="3771"/>
                  </a:cubicBezTo>
                  <a:cubicBezTo>
                    <a:pt x="10611" y="3805"/>
                    <a:pt x="10566" y="3819"/>
                    <a:pt x="10522" y="3819"/>
                  </a:cubicBezTo>
                  <a:cubicBezTo>
                    <a:pt x="10468" y="3819"/>
                    <a:pt x="10415" y="3797"/>
                    <a:pt x="10376" y="3763"/>
                  </a:cubicBezTo>
                  <a:lnTo>
                    <a:pt x="10376" y="3763"/>
                  </a:lnTo>
                  <a:cubicBezTo>
                    <a:pt x="10379" y="3822"/>
                    <a:pt x="10329" y="3877"/>
                    <a:pt x="10268" y="3877"/>
                  </a:cubicBezTo>
                  <a:cubicBezTo>
                    <a:pt x="10253" y="3877"/>
                    <a:pt x="10237" y="3874"/>
                    <a:pt x="10222" y="3867"/>
                  </a:cubicBezTo>
                  <a:cubicBezTo>
                    <a:pt x="9011" y="3289"/>
                    <a:pt x="7712" y="2950"/>
                    <a:pt x="6467" y="2950"/>
                  </a:cubicBezTo>
                  <a:cubicBezTo>
                    <a:pt x="4516" y="2950"/>
                    <a:pt x="2697" y="3783"/>
                    <a:pt x="1560" y="5839"/>
                  </a:cubicBezTo>
                  <a:cubicBezTo>
                    <a:pt x="0" y="8664"/>
                    <a:pt x="688" y="12187"/>
                    <a:pt x="2885" y="14460"/>
                  </a:cubicBezTo>
                  <a:cubicBezTo>
                    <a:pt x="4332" y="15961"/>
                    <a:pt x="6410" y="16885"/>
                    <a:pt x="8467" y="16885"/>
                  </a:cubicBezTo>
                  <a:cubicBezTo>
                    <a:pt x="9717" y="16885"/>
                    <a:pt x="10959" y="16544"/>
                    <a:pt x="12048" y="15784"/>
                  </a:cubicBezTo>
                  <a:cubicBezTo>
                    <a:pt x="15192" y="13584"/>
                    <a:pt x="15420" y="9364"/>
                    <a:pt x="13067" y="6523"/>
                  </a:cubicBezTo>
                  <a:cubicBezTo>
                    <a:pt x="12942" y="6369"/>
                    <a:pt x="13066" y="6214"/>
                    <a:pt x="13220" y="6184"/>
                  </a:cubicBezTo>
                  <a:cubicBezTo>
                    <a:pt x="13125" y="6124"/>
                    <a:pt x="13072" y="5987"/>
                    <a:pt x="13167" y="5869"/>
                  </a:cubicBezTo>
                  <a:cubicBezTo>
                    <a:pt x="14187" y="4563"/>
                    <a:pt x="15276" y="3214"/>
                    <a:pt x="16478" y="2066"/>
                  </a:cubicBezTo>
                  <a:cubicBezTo>
                    <a:pt x="15498" y="1757"/>
                    <a:pt x="14752" y="904"/>
                    <a:pt x="141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61"/>
            <p:cNvSpPr/>
            <p:nvPr/>
          </p:nvSpPr>
          <p:spPr>
            <a:xfrm>
              <a:off x="-1811375" y="1876825"/>
              <a:ext cx="305675" cy="246350"/>
            </a:xfrm>
            <a:custGeom>
              <a:avLst/>
              <a:gdLst/>
              <a:ahLst/>
              <a:cxnLst/>
              <a:rect l="l" t="t" r="r" b="b"/>
              <a:pathLst>
                <a:path w="12227" h="9854" extrusionOk="0">
                  <a:moveTo>
                    <a:pt x="1981" y="285"/>
                  </a:moveTo>
                  <a:cubicBezTo>
                    <a:pt x="2402" y="2179"/>
                    <a:pt x="3308" y="4103"/>
                    <a:pt x="5040" y="5124"/>
                  </a:cubicBezTo>
                  <a:cubicBezTo>
                    <a:pt x="5781" y="5556"/>
                    <a:pt x="6549" y="5724"/>
                    <a:pt x="7400" y="5819"/>
                  </a:cubicBezTo>
                  <a:cubicBezTo>
                    <a:pt x="8265" y="5909"/>
                    <a:pt x="11718" y="5685"/>
                    <a:pt x="11542" y="7204"/>
                  </a:cubicBezTo>
                  <a:cubicBezTo>
                    <a:pt x="11535" y="7275"/>
                    <a:pt x="11552" y="7329"/>
                    <a:pt x="11586" y="7374"/>
                  </a:cubicBezTo>
                  <a:cubicBezTo>
                    <a:pt x="10654" y="8762"/>
                    <a:pt x="9247" y="9370"/>
                    <a:pt x="7784" y="9370"/>
                  </a:cubicBezTo>
                  <a:cubicBezTo>
                    <a:pt x="6336" y="9370"/>
                    <a:pt x="4833" y="8774"/>
                    <a:pt x="3680" y="7749"/>
                  </a:cubicBezTo>
                  <a:cubicBezTo>
                    <a:pt x="1476" y="5785"/>
                    <a:pt x="953" y="2974"/>
                    <a:pt x="1979" y="285"/>
                  </a:cubicBezTo>
                  <a:close/>
                  <a:moveTo>
                    <a:pt x="1941" y="0"/>
                  </a:moveTo>
                  <a:cubicBezTo>
                    <a:pt x="1911" y="0"/>
                    <a:pt x="1879" y="15"/>
                    <a:pt x="1855" y="50"/>
                  </a:cubicBezTo>
                  <a:cubicBezTo>
                    <a:pt x="0" y="3020"/>
                    <a:pt x="1295" y="6803"/>
                    <a:pt x="4101" y="8670"/>
                  </a:cubicBezTo>
                  <a:cubicBezTo>
                    <a:pt x="5218" y="9414"/>
                    <a:pt x="6590" y="9853"/>
                    <a:pt x="7909" y="9853"/>
                  </a:cubicBezTo>
                  <a:cubicBezTo>
                    <a:pt x="9585" y="9853"/>
                    <a:pt x="11176" y="9145"/>
                    <a:pt x="12051" y="7453"/>
                  </a:cubicBezTo>
                  <a:cubicBezTo>
                    <a:pt x="12111" y="7341"/>
                    <a:pt x="12067" y="7246"/>
                    <a:pt x="11992" y="7190"/>
                  </a:cubicBezTo>
                  <a:cubicBezTo>
                    <a:pt x="12226" y="5831"/>
                    <a:pt x="10308" y="5522"/>
                    <a:pt x="9315" y="5422"/>
                  </a:cubicBezTo>
                  <a:cubicBezTo>
                    <a:pt x="8034" y="5298"/>
                    <a:pt x="6697" y="5410"/>
                    <a:pt x="5504" y="4814"/>
                  </a:cubicBezTo>
                  <a:cubicBezTo>
                    <a:pt x="3676" y="3889"/>
                    <a:pt x="2919" y="1922"/>
                    <a:pt x="2190" y="142"/>
                  </a:cubicBezTo>
                  <a:cubicBezTo>
                    <a:pt x="2169" y="85"/>
                    <a:pt x="2125" y="61"/>
                    <a:pt x="2082" y="61"/>
                  </a:cubicBezTo>
                  <a:cubicBezTo>
                    <a:pt x="2066" y="61"/>
                    <a:pt x="2050" y="65"/>
                    <a:pt x="2035" y="70"/>
                  </a:cubicBezTo>
                  <a:cubicBezTo>
                    <a:pt x="2022" y="28"/>
                    <a:pt x="1983" y="0"/>
                    <a:pt x="1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61"/>
            <p:cNvSpPr/>
            <p:nvPr/>
          </p:nvSpPr>
          <p:spPr>
            <a:xfrm>
              <a:off x="-1787550" y="1883925"/>
              <a:ext cx="269150" cy="227150"/>
            </a:xfrm>
            <a:custGeom>
              <a:avLst/>
              <a:gdLst/>
              <a:ahLst/>
              <a:cxnLst/>
              <a:rect l="l" t="t" r="r" b="b"/>
              <a:pathLst>
                <a:path w="10766" h="9086" extrusionOk="0">
                  <a:moveTo>
                    <a:pt x="1028" y="1"/>
                  </a:moveTo>
                  <a:lnTo>
                    <a:pt x="1028" y="1"/>
                  </a:lnTo>
                  <a:cubicBezTo>
                    <a:pt x="0" y="2690"/>
                    <a:pt x="523" y="5503"/>
                    <a:pt x="2727" y="7465"/>
                  </a:cubicBezTo>
                  <a:cubicBezTo>
                    <a:pt x="3880" y="8490"/>
                    <a:pt x="5384" y="9086"/>
                    <a:pt x="6832" y="9086"/>
                  </a:cubicBezTo>
                  <a:cubicBezTo>
                    <a:pt x="8295" y="9086"/>
                    <a:pt x="9701" y="8478"/>
                    <a:pt x="10633" y="7090"/>
                  </a:cubicBezTo>
                  <a:cubicBezTo>
                    <a:pt x="10599" y="7045"/>
                    <a:pt x="10582" y="6991"/>
                    <a:pt x="10589" y="6920"/>
                  </a:cubicBezTo>
                  <a:cubicBezTo>
                    <a:pt x="10765" y="5401"/>
                    <a:pt x="7312" y="5625"/>
                    <a:pt x="6447" y="5535"/>
                  </a:cubicBezTo>
                  <a:cubicBezTo>
                    <a:pt x="5596" y="5440"/>
                    <a:pt x="4828" y="5274"/>
                    <a:pt x="4089" y="4840"/>
                  </a:cubicBezTo>
                  <a:cubicBezTo>
                    <a:pt x="2355" y="3819"/>
                    <a:pt x="1449" y="1895"/>
                    <a:pt x="1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1"/>
            <p:cNvSpPr/>
            <p:nvPr/>
          </p:nvSpPr>
          <p:spPr>
            <a:xfrm>
              <a:off x="-1569550" y="1911450"/>
              <a:ext cx="47950" cy="41525"/>
            </a:xfrm>
            <a:custGeom>
              <a:avLst/>
              <a:gdLst/>
              <a:ahLst/>
              <a:cxnLst/>
              <a:rect l="l" t="t" r="r" b="b"/>
              <a:pathLst>
                <a:path w="1918" h="1661" extrusionOk="0">
                  <a:moveTo>
                    <a:pt x="945" y="264"/>
                  </a:moveTo>
                  <a:cubicBezTo>
                    <a:pt x="1091" y="264"/>
                    <a:pt x="1238" y="310"/>
                    <a:pt x="1354" y="396"/>
                  </a:cubicBezTo>
                  <a:cubicBezTo>
                    <a:pt x="1356" y="405"/>
                    <a:pt x="1354" y="415"/>
                    <a:pt x="1359" y="423"/>
                  </a:cubicBezTo>
                  <a:cubicBezTo>
                    <a:pt x="1514" y="714"/>
                    <a:pt x="1480" y="1093"/>
                    <a:pt x="1186" y="1290"/>
                  </a:cubicBezTo>
                  <a:cubicBezTo>
                    <a:pt x="1108" y="1341"/>
                    <a:pt x="1026" y="1364"/>
                    <a:pt x="946" y="1364"/>
                  </a:cubicBezTo>
                  <a:cubicBezTo>
                    <a:pt x="764" y="1364"/>
                    <a:pt x="590" y="1247"/>
                    <a:pt x="488" y="1079"/>
                  </a:cubicBezTo>
                  <a:cubicBezTo>
                    <a:pt x="336" y="836"/>
                    <a:pt x="352" y="513"/>
                    <a:pt x="615" y="352"/>
                  </a:cubicBezTo>
                  <a:cubicBezTo>
                    <a:pt x="715" y="292"/>
                    <a:pt x="830" y="264"/>
                    <a:pt x="945" y="264"/>
                  </a:cubicBezTo>
                  <a:close/>
                  <a:moveTo>
                    <a:pt x="898" y="1"/>
                  </a:moveTo>
                  <a:cubicBezTo>
                    <a:pt x="769" y="1"/>
                    <a:pt x="637" y="29"/>
                    <a:pt x="515" y="89"/>
                  </a:cubicBezTo>
                  <a:cubicBezTo>
                    <a:pt x="75" y="306"/>
                    <a:pt x="0" y="843"/>
                    <a:pt x="241" y="1239"/>
                  </a:cubicBezTo>
                  <a:cubicBezTo>
                    <a:pt x="400" y="1499"/>
                    <a:pt x="675" y="1660"/>
                    <a:pt x="956" y="1660"/>
                  </a:cubicBezTo>
                  <a:cubicBezTo>
                    <a:pt x="1107" y="1660"/>
                    <a:pt x="1260" y="1613"/>
                    <a:pt x="1396" y="1509"/>
                  </a:cubicBezTo>
                  <a:cubicBezTo>
                    <a:pt x="1763" y="1230"/>
                    <a:pt x="1918" y="602"/>
                    <a:pt x="1551" y="262"/>
                  </a:cubicBezTo>
                  <a:cubicBezTo>
                    <a:pt x="1536" y="245"/>
                    <a:pt x="1520" y="247"/>
                    <a:pt x="1505" y="243"/>
                  </a:cubicBezTo>
                  <a:cubicBezTo>
                    <a:pt x="1343" y="87"/>
                    <a:pt x="1123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1"/>
            <p:cNvSpPr/>
            <p:nvPr/>
          </p:nvSpPr>
          <p:spPr>
            <a:xfrm>
              <a:off x="-1561150" y="1918025"/>
              <a:ext cx="29450" cy="27550"/>
            </a:xfrm>
            <a:custGeom>
              <a:avLst/>
              <a:gdLst/>
              <a:ahLst/>
              <a:cxnLst/>
              <a:rect l="l" t="t" r="r" b="b"/>
              <a:pathLst>
                <a:path w="1178" h="1102" extrusionOk="0">
                  <a:moveTo>
                    <a:pt x="609" y="1"/>
                  </a:moveTo>
                  <a:cubicBezTo>
                    <a:pt x="494" y="1"/>
                    <a:pt x="379" y="29"/>
                    <a:pt x="279" y="89"/>
                  </a:cubicBezTo>
                  <a:cubicBezTo>
                    <a:pt x="14" y="250"/>
                    <a:pt x="0" y="573"/>
                    <a:pt x="152" y="816"/>
                  </a:cubicBezTo>
                  <a:cubicBezTo>
                    <a:pt x="254" y="984"/>
                    <a:pt x="427" y="1101"/>
                    <a:pt x="609" y="1101"/>
                  </a:cubicBezTo>
                  <a:cubicBezTo>
                    <a:pt x="689" y="1101"/>
                    <a:pt x="772" y="1078"/>
                    <a:pt x="850" y="1027"/>
                  </a:cubicBezTo>
                  <a:cubicBezTo>
                    <a:pt x="1144" y="830"/>
                    <a:pt x="1178" y="449"/>
                    <a:pt x="1023" y="160"/>
                  </a:cubicBezTo>
                  <a:cubicBezTo>
                    <a:pt x="1018" y="152"/>
                    <a:pt x="1020" y="142"/>
                    <a:pt x="1018" y="133"/>
                  </a:cubicBezTo>
                  <a:cubicBezTo>
                    <a:pt x="902" y="47"/>
                    <a:pt x="755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1"/>
            <p:cNvSpPr/>
            <p:nvPr/>
          </p:nvSpPr>
          <p:spPr>
            <a:xfrm>
              <a:off x="-1670125" y="1898300"/>
              <a:ext cx="60275" cy="54925"/>
            </a:xfrm>
            <a:custGeom>
              <a:avLst/>
              <a:gdLst/>
              <a:ahLst/>
              <a:cxnLst/>
              <a:rect l="l" t="t" r="r" b="b"/>
              <a:pathLst>
                <a:path w="2411" h="2197" extrusionOk="0">
                  <a:moveTo>
                    <a:pt x="974" y="308"/>
                  </a:moveTo>
                  <a:cubicBezTo>
                    <a:pt x="1203" y="308"/>
                    <a:pt x="1420" y="484"/>
                    <a:pt x="1482" y="744"/>
                  </a:cubicBezTo>
                  <a:cubicBezTo>
                    <a:pt x="1491" y="780"/>
                    <a:pt x="1523" y="797"/>
                    <a:pt x="1557" y="797"/>
                  </a:cubicBezTo>
                  <a:cubicBezTo>
                    <a:pt x="1586" y="797"/>
                    <a:pt x="1617" y="783"/>
                    <a:pt x="1631" y="757"/>
                  </a:cubicBezTo>
                  <a:cubicBezTo>
                    <a:pt x="1877" y="1019"/>
                    <a:pt x="1998" y="1403"/>
                    <a:pt x="1711" y="1705"/>
                  </a:cubicBezTo>
                  <a:cubicBezTo>
                    <a:pt x="1607" y="1814"/>
                    <a:pt x="1485" y="1858"/>
                    <a:pt x="1359" y="1858"/>
                  </a:cubicBezTo>
                  <a:cubicBezTo>
                    <a:pt x="1118" y="1858"/>
                    <a:pt x="864" y="1697"/>
                    <a:pt x="702" y="1520"/>
                  </a:cubicBezTo>
                  <a:cubicBezTo>
                    <a:pt x="442" y="1238"/>
                    <a:pt x="333" y="791"/>
                    <a:pt x="614" y="480"/>
                  </a:cubicBezTo>
                  <a:cubicBezTo>
                    <a:pt x="721" y="361"/>
                    <a:pt x="850" y="308"/>
                    <a:pt x="974" y="308"/>
                  </a:cubicBezTo>
                  <a:close/>
                  <a:moveTo>
                    <a:pt x="927" y="1"/>
                  </a:moveTo>
                  <a:cubicBezTo>
                    <a:pt x="842" y="1"/>
                    <a:pt x="757" y="16"/>
                    <a:pt x="676" y="47"/>
                  </a:cubicBezTo>
                  <a:cubicBezTo>
                    <a:pt x="50" y="289"/>
                    <a:pt x="0" y="1107"/>
                    <a:pt x="340" y="1595"/>
                  </a:cubicBezTo>
                  <a:cubicBezTo>
                    <a:pt x="567" y="1926"/>
                    <a:pt x="971" y="2196"/>
                    <a:pt x="1363" y="2196"/>
                  </a:cubicBezTo>
                  <a:cubicBezTo>
                    <a:pt x="1561" y="2196"/>
                    <a:pt x="1756" y="2127"/>
                    <a:pt x="1923" y="1962"/>
                  </a:cubicBezTo>
                  <a:cubicBezTo>
                    <a:pt x="2411" y="1483"/>
                    <a:pt x="2158" y="769"/>
                    <a:pt x="1616" y="470"/>
                  </a:cubicBezTo>
                  <a:cubicBezTo>
                    <a:pt x="1524" y="189"/>
                    <a:pt x="1229" y="1"/>
                    <a:pt x="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61"/>
            <p:cNvSpPr/>
            <p:nvPr/>
          </p:nvSpPr>
          <p:spPr>
            <a:xfrm>
              <a:off x="-1661800" y="1906000"/>
              <a:ext cx="41650" cy="38775"/>
            </a:xfrm>
            <a:custGeom>
              <a:avLst/>
              <a:gdLst/>
              <a:ahLst/>
              <a:cxnLst/>
              <a:rect l="l" t="t" r="r" b="b"/>
              <a:pathLst>
                <a:path w="1666" h="1551" extrusionOk="0">
                  <a:moveTo>
                    <a:pt x="641" y="0"/>
                  </a:moveTo>
                  <a:cubicBezTo>
                    <a:pt x="517" y="0"/>
                    <a:pt x="388" y="53"/>
                    <a:pt x="281" y="172"/>
                  </a:cubicBezTo>
                  <a:cubicBezTo>
                    <a:pt x="0" y="483"/>
                    <a:pt x="109" y="930"/>
                    <a:pt x="369" y="1212"/>
                  </a:cubicBezTo>
                  <a:cubicBezTo>
                    <a:pt x="531" y="1389"/>
                    <a:pt x="785" y="1551"/>
                    <a:pt x="1025" y="1551"/>
                  </a:cubicBezTo>
                  <a:cubicBezTo>
                    <a:pt x="1152" y="1551"/>
                    <a:pt x="1274" y="1506"/>
                    <a:pt x="1378" y="1397"/>
                  </a:cubicBezTo>
                  <a:cubicBezTo>
                    <a:pt x="1665" y="1097"/>
                    <a:pt x="1544" y="711"/>
                    <a:pt x="1298" y="449"/>
                  </a:cubicBezTo>
                  <a:cubicBezTo>
                    <a:pt x="1284" y="475"/>
                    <a:pt x="1253" y="489"/>
                    <a:pt x="1224" y="489"/>
                  </a:cubicBezTo>
                  <a:cubicBezTo>
                    <a:pt x="1190" y="489"/>
                    <a:pt x="1158" y="472"/>
                    <a:pt x="1149" y="436"/>
                  </a:cubicBezTo>
                  <a:cubicBezTo>
                    <a:pt x="1087" y="176"/>
                    <a:pt x="870" y="0"/>
                    <a:pt x="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61"/>
            <p:cNvSpPr/>
            <p:nvPr/>
          </p:nvSpPr>
          <p:spPr>
            <a:xfrm>
              <a:off x="-1560100" y="1836950"/>
              <a:ext cx="34825" cy="30350"/>
            </a:xfrm>
            <a:custGeom>
              <a:avLst/>
              <a:gdLst/>
              <a:ahLst/>
              <a:cxnLst/>
              <a:rect l="l" t="t" r="r" b="b"/>
              <a:pathLst>
                <a:path w="1393" h="1214" extrusionOk="0">
                  <a:moveTo>
                    <a:pt x="680" y="235"/>
                  </a:moveTo>
                  <a:cubicBezTo>
                    <a:pt x="837" y="235"/>
                    <a:pt x="996" y="326"/>
                    <a:pt x="1075" y="463"/>
                  </a:cubicBezTo>
                  <a:cubicBezTo>
                    <a:pt x="1076" y="475"/>
                    <a:pt x="1085" y="473"/>
                    <a:pt x="1088" y="480"/>
                  </a:cubicBezTo>
                  <a:cubicBezTo>
                    <a:pt x="1076" y="492"/>
                    <a:pt x="1059" y="507"/>
                    <a:pt x="1051" y="529"/>
                  </a:cubicBezTo>
                  <a:cubicBezTo>
                    <a:pt x="998" y="690"/>
                    <a:pt x="959" y="828"/>
                    <a:pt x="786" y="906"/>
                  </a:cubicBezTo>
                  <a:cubicBezTo>
                    <a:pt x="742" y="925"/>
                    <a:pt x="698" y="934"/>
                    <a:pt x="656" y="934"/>
                  </a:cubicBezTo>
                  <a:cubicBezTo>
                    <a:pt x="535" y="934"/>
                    <a:pt x="426" y="859"/>
                    <a:pt x="375" y="733"/>
                  </a:cubicBezTo>
                  <a:cubicBezTo>
                    <a:pt x="305" y="571"/>
                    <a:pt x="339" y="368"/>
                    <a:pt x="505" y="278"/>
                  </a:cubicBezTo>
                  <a:cubicBezTo>
                    <a:pt x="560" y="248"/>
                    <a:pt x="620" y="235"/>
                    <a:pt x="680" y="235"/>
                  </a:cubicBezTo>
                  <a:close/>
                  <a:moveTo>
                    <a:pt x="635" y="0"/>
                  </a:moveTo>
                  <a:cubicBezTo>
                    <a:pt x="568" y="0"/>
                    <a:pt x="501" y="11"/>
                    <a:pt x="436" y="35"/>
                  </a:cubicBezTo>
                  <a:cubicBezTo>
                    <a:pt x="122" y="143"/>
                    <a:pt x="1" y="493"/>
                    <a:pt x="101" y="791"/>
                  </a:cubicBezTo>
                  <a:cubicBezTo>
                    <a:pt x="185" y="1043"/>
                    <a:pt x="404" y="1214"/>
                    <a:pt x="658" y="1214"/>
                  </a:cubicBezTo>
                  <a:cubicBezTo>
                    <a:pt x="702" y="1214"/>
                    <a:pt x="746" y="1209"/>
                    <a:pt x="791" y="1198"/>
                  </a:cubicBezTo>
                  <a:cubicBezTo>
                    <a:pt x="1058" y="1137"/>
                    <a:pt x="1392" y="821"/>
                    <a:pt x="1273" y="522"/>
                  </a:cubicBezTo>
                  <a:cubicBezTo>
                    <a:pt x="1258" y="485"/>
                    <a:pt x="1229" y="468"/>
                    <a:pt x="1200" y="456"/>
                  </a:cubicBezTo>
                  <a:cubicBezTo>
                    <a:pt x="1209" y="442"/>
                    <a:pt x="1210" y="424"/>
                    <a:pt x="1207" y="403"/>
                  </a:cubicBezTo>
                  <a:cubicBezTo>
                    <a:pt x="1127" y="155"/>
                    <a:pt x="885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61"/>
            <p:cNvSpPr/>
            <p:nvPr/>
          </p:nvSpPr>
          <p:spPr>
            <a:xfrm>
              <a:off x="-1470475" y="1680625"/>
              <a:ext cx="108825" cy="81975"/>
            </a:xfrm>
            <a:custGeom>
              <a:avLst/>
              <a:gdLst/>
              <a:ahLst/>
              <a:cxnLst/>
              <a:rect l="l" t="t" r="r" b="b"/>
              <a:pathLst>
                <a:path w="4353" h="3279" extrusionOk="0">
                  <a:moveTo>
                    <a:pt x="946" y="389"/>
                  </a:moveTo>
                  <a:cubicBezTo>
                    <a:pt x="979" y="389"/>
                    <a:pt x="1011" y="403"/>
                    <a:pt x="1030" y="437"/>
                  </a:cubicBezTo>
                  <a:cubicBezTo>
                    <a:pt x="1507" y="1327"/>
                    <a:pt x="2200" y="1864"/>
                    <a:pt x="3097" y="2289"/>
                  </a:cubicBezTo>
                  <a:cubicBezTo>
                    <a:pt x="3249" y="2358"/>
                    <a:pt x="3179" y="2602"/>
                    <a:pt x="3032" y="2602"/>
                  </a:cubicBezTo>
                  <a:cubicBezTo>
                    <a:pt x="3017" y="2602"/>
                    <a:pt x="3002" y="2599"/>
                    <a:pt x="2987" y="2594"/>
                  </a:cubicBezTo>
                  <a:cubicBezTo>
                    <a:pt x="1996" y="2267"/>
                    <a:pt x="1244" y="1470"/>
                    <a:pt x="833" y="530"/>
                  </a:cubicBezTo>
                  <a:cubicBezTo>
                    <a:pt x="798" y="454"/>
                    <a:pt x="875" y="389"/>
                    <a:pt x="946" y="389"/>
                  </a:cubicBezTo>
                  <a:close/>
                  <a:moveTo>
                    <a:pt x="815" y="1"/>
                  </a:moveTo>
                  <a:cubicBezTo>
                    <a:pt x="550" y="1"/>
                    <a:pt x="281" y="174"/>
                    <a:pt x="5" y="520"/>
                  </a:cubicBezTo>
                  <a:cubicBezTo>
                    <a:pt x="9" y="539"/>
                    <a:pt x="7" y="558"/>
                    <a:pt x="0" y="575"/>
                  </a:cubicBezTo>
                  <a:lnTo>
                    <a:pt x="4" y="573"/>
                  </a:lnTo>
                  <a:cubicBezTo>
                    <a:pt x="822" y="1846"/>
                    <a:pt x="1677" y="3278"/>
                    <a:pt x="3356" y="3278"/>
                  </a:cubicBezTo>
                  <a:cubicBezTo>
                    <a:pt x="3367" y="3278"/>
                    <a:pt x="3379" y="3278"/>
                    <a:pt x="3391" y="3277"/>
                  </a:cubicBezTo>
                  <a:cubicBezTo>
                    <a:pt x="3393" y="3278"/>
                    <a:pt x="3394" y="3278"/>
                    <a:pt x="3396" y="3278"/>
                  </a:cubicBezTo>
                  <a:cubicBezTo>
                    <a:pt x="3398" y="3278"/>
                    <a:pt x="3400" y="3277"/>
                    <a:pt x="3400" y="3277"/>
                  </a:cubicBezTo>
                  <a:cubicBezTo>
                    <a:pt x="4353" y="3028"/>
                    <a:pt x="2703" y="1179"/>
                    <a:pt x="2470" y="979"/>
                  </a:cubicBezTo>
                  <a:cubicBezTo>
                    <a:pt x="2197" y="744"/>
                    <a:pt x="1898" y="530"/>
                    <a:pt x="1585" y="344"/>
                  </a:cubicBezTo>
                  <a:cubicBezTo>
                    <a:pt x="1456" y="264"/>
                    <a:pt x="1324" y="187"/>
                    <a:pt x="1188" y="118"/>
                  </a:cubicBezTo>
                  <a:cubicBezTo>
                    <a:pt x="1064" y="40"/>
                    <a:pt x="940" y="1"/>
                    <a:pt x="8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61"/>
            <p:cNvSpPr/>
            <p:nvPr/>
          </p:nvSpPr>
          <p:spPr>
            <a:xfrm>
              <a:off x="-1552500" y="1842825"/>
              <a:ext cx="19625" cy="17475"/>
            </a:xfrm>
            <a:custGeom>
              <a:avLst/>
              <a:gdLst/>
              <a:ahLst/>
              <a:cxnLst/>
              <a:rect l="l" t="t" r="r" b="b"/>
              <a:pathLst>
                <a:path w="785" h="699" extrusionOk="0">
                  <a:moveTo>
                    <a:pt x="376" y="0"/>
                  </a:moveTo>
                  <a:cubicBezTo>
                    <a:pt x="316" y="0"/>
                    <a:pt x="256" y="13"/>
                    <a:pt x="201" y="43"/>
                  </a:cubicBezTo>
                  <a:cubicBezTo>
                    <a:pt x="35" y="133"/>
                    <a:pt x="1" y="336"/>
                    <a:pt x="71" y="498"/>
                  </a:cubicBezTo>
                  <a:cubicBezTo>
                    <a:pt x="122" y="624"/>
                    <a:pt x="231" y="699"/>
                    <a:pt x="352" y="699"/>
                  </a:cubicBezTo>
                  <a:cubicBezTo>
                    <a:pt x="394" y="699"/>
                    <a:pt x="438" y="690"/>
                    <a:pt x="482" y="671"/>
                  </a:cubicBezTo>
                  <a:cubicBezTo>
                    <a:pt x="655" y="593"/>
                    <a:pt x="694" y="455"/>
                    <a:pt x="747" y="294"/>
                  </a:cubicBezTo>
                  <a:lnTo>
                    <a:pt x="747" y="296"/>
                  </a:lnTo>
                  <a:cubicBezTo>
                    <a:pt x="755" y="272"/>
                    <a:pt x="772" y="258"/>
                    <a:pt x="784" y="245"/>
                  </a:cubicBezTo>
                  <a:cubicBezTo>
                    <a:pt x="781" y="238"/>
                    <a:pt x="772" y="240"/>
                    <a:pt x="771" y="228"/>
                  </a:cubicBezTo>
                  <a:cubicBezTo>
                    <a:pt x="692" y="91"/>
                    <a:pt x="533" y="0"/>
                    <a:pt x="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61"/>
            <p:cNvSpPr/>
            <p:nvPr/>
          </p:nvSpPr>
          <p:spPr>
            <a:xfrm>
              <a:off x="-1450550" y="1690350"/>
              <a:ext cx="61325" cy="55325"/>
            </a:xfrm>
            <a:custGeom>
              <a:avLst/>
              <a:gdLst/>
              <a:ahLst/>
              <a:cxnLst/>
              <a:rect l="l" t="t" r="r" b="b"/>
              <a:pathLst>
                <a:path w="2453" h="2213" extrusionOk="0">
                  <a:moveTo>
                    <a:pt x="149" y="0"/>
                  </a:moveTo>
                  <a:cubicBezTo>
                    <a:pt x="77" y="0"/>
                    <a:pt x="0" y="65"/>
                    <a:pt x="34" y="141"/>
                  </a:cubicBezTo>
                  <a:cubicBezTo>
                    <a:pt x="447" y="1081"/>
                    <a:pt x="1198" y="1878"/>
                    <a:pt x="2190" y="2205"/>
                  </a:cubicBezTo>
                  <a:cubicBezTo>
                    <a:pt x="2205" y="2210"/>
                    <a:pt x="2220" y="2213"/>
                    <a:pt x="2235" y="2213"/>
                  </a:cubicBezTo>
                  <a:cubicBezTo>
                    <a:pt x="2382" y="2213"/>
                    <a:pt x="2452" y="1969"/>
                    <a:pt x="2300" y="1900"/>
                  </a:cubicBezTo>
                  <a:cubicBezTo>
                    <a:pt x="1403" y="1475"/>
                    <a:pt x="708" y="938"/>
                    <a:pt x="233" y="48"/>
                  </a:cubicBezTo>
                  <a:cubicBezTo>
                    <a:pt x="214" y="14"/>
                    <a:pt x="18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7" name="Google Shape;2647;p61"/>
          <p:cNvGrpSpPr/>
          <p:nvPr/>
        </p:nvGrpSpPr>
        <p:grpSpPr>
          <a:xfrm>
            <a:off x="8163850" y="3826500"/>
            <a:ext cx="431175" cy="484500"/>
            <a:chOff x="284200" y="742700"/>
            <a:chExt cx="431175" cy="484500"/>
          </a:xfrm>
        </p:grpSpPr>
        <p:sp>
          <p:nvSpPr>
            <p:cNvPr id="2648" name="Google Shape;2648;p61"/>
            <p:cNvSpPr/>
            <p:nvPr/>
          </p:nvSpPr>
          <p:spPr>
            <a:xfrm>
              <a:off x="284200" y="742700"/>
              <a:ext cx="431125" cy="484500"/>
            </a:xfrm>
            <a:custGeom>
              <a:avLst/>
              <a:gdLst/>
              <a:ahLst/>
              <a:cxnLst/>
              <a:rect l="l" t="t" r="r" b="b"/>
              <a:pathLst>
                <a:path w="17245" h="19380" extrusionOk="0">
                  <a:moveTo>
                    <a:pt x="4527" y="380"/>
                  </a:moveTo>
                  <a:cubicBezTo>
                    <a:pt x="4898" y="380"/>
                    <a:pt x="5264" y="446"/>
                    <a:pt x="5639" y="584"/>
                  </a:cubicBezTo>
                  <a:cubicBezTo>
                    <a:pt x="5041" y="2079"/>
                    <a:pt x="3383" y="2108"/>
                    <a:pt x="2010" y="2303"/>
                  </a:cubicBezTo>
                  <a:cubicBezTo>
                    <a:pt x="2002" y="2259"/>
                    <a:pt x="1960" y="2218"/>
                    <a:pt x="1911" y="2218"/>
                  </a:cubicBezTo>
                  <a:cubicBezTo>
                    <a:pt x="1907" y="2218"/>
                    <a:pt x="1903" y="2218"/>
                    <a:pt x="1900" y="2219"/>
                  </a:cubicBezTo>
                  <a:cubicBezTo>
                    <a:pt x="1499" y="1719"/>
                    <a:pt x="1558" y="1374"/>
                    <a:pt x="2068" y="1186"/>
                  </a:cubicBezTo>
                  <a:cubicBezTo>
                    <a:pt x="2153" y="1135"/>
                    <a:pt x="2238" y="1087"/>
                    <a:pt x="2321" y="1040"/>
                  </a:cubicBezTo>
                  <a:cubicBezTo>
                    <a:pt x="2690" y="826"/>
                    <a:pt x="3085" y="657"/>
                    <a:pt x="3493" y="540"/>
                  </a:cubicBezTo>
                  <a:cubicBezTo>
                    <a:pt x="3847" y="435"/>
                    <a:pt x="4189" y="380"/>
                    <a:pt x="4527" y="380"/>
                  </a:cubicBezTo>
                  <a:close/>
                  <a:moveTo>
                    <a:pt x="5572" y="1527"/>
                  </a:moveTo>
                  <a:cubicBezTo>
                    <a:pt x="5914" y="3255"/>
                    <a:pt x="6534" y="4930"/>
                    <a:pt x="7232" y="6539"/>
                  </a:cubicBezTo>
                  <a:cubicBezTo>
                    <a:pt x="7268" y="6620"/>
                    <a:pt x="7340" y="6654"/>
                    <a:pt x="7415" y="6654"/>
                  </a:cubicBezTo>
                  <a:cubicBezTo>
                    <a:pt x="7479" y="6654"/>
                    <a:pt x="7545" y="6630"/>
                    <a:pt x="7596" y="6590"/>
                  </a:cubicBezTo>
                  <a:cubicBezTo>
                    <a:pt x="7621" y="6615"/>
                    <a:pt x="7655" y="6640"/>
                    <a:pt x="7703" y="6656"/>
                  </a:cubicBezTo>
                  <a:cubicBezTo>
                    <a:pt x="10146" y="7471"/>
                    <a:pt x="13275" y="8638"/>
                    <a:pt x="15133" y="10534"/>
                  </a:cubicBezTo>
                  <a:cubicBezTo>
                    <a:pt x="17245" y="12690"/>
                    <a:pt x="14554" y="13961"/>
                    <a:pt x="12820" y="14876"/>
                  </a:cubicBezTo>
                  <a:cubicBezTo>
                    <a:pt x="11625" y="15508"/>
                    <a:pt x="10406" y="16099"/>
                    <a:pt x="9172" y="16650"/>
                  </a:cubicBezTo>
                  <a:cubicBezTo>
                    <a:pt x="8153" y="17103"/>
                    <a:pt x="4906" y="18692"/>
                    <a:pt x="2789" y="18692"/>
                  </a:cubicBezTo>
                  <a:cubicBezTo>
                    <a:pt x="1434" y="18692"/>
                    <a:pt x="542" y="18041"/>
                    <a:pt x="993" y="16026"/>
                  </a:cubicBezTo>
                  <a:cubicBezTo>
                    <a:pt x="1602" y="13286"/>
                    <a:pt x="3000" y="10701"/>
                    <a:pt x="3780" y="7996"/>
                  </a:cubicBezTo>
                  <a:cubicBezTo>
                    <a:pt x="3794" y="7937"/>
                    <a:pt x="3772" y="7886"/>
                    <a:pt x="3736" y="7845"/>
                  </a:cubicBezTo>
                  <a:cubicBezTo>
                    <a:pt x="3780" y="7806"/>
                    <a:pt x="3813" y="7743"/>
                    <a:pt x="3799" y="7661"/>
                  </a:cubicBezTo>
                  <a:cubicBezTo>
                    <a:pt x="3537" y="5942"/>
                    <a:pt x="2934" y="4147"/>
                    <a:pt x="2153" y="2589"/>
                  </a:cubicBezTo>
                  <a:lnTo>
                    <a:pt x="2153" y="2589"/>
                  </a:lnTo>
                  <a:cubicBezTo>
                    <a:pt x="2309" y="2609"/>
                    <a:pt x="2476" y="2620"/>
                    <a:pt x="2651" y="2620"/>
                  </a:cubicBezTo>
                  <a:cubicBezTo>
                    <a:pt x="3664" y="2620"/>
                    <a:pt x="4917" y="2271"/>
                    <a:pt x="5572" y="1527"/>
                  </a:cubicBezTo>
                  <a:close/>
                  <a:moveTo>
                    <a:pt x="4507" y="0"/>
                  </a:moveTo>
                  <a:cubicBezTo>
                    <a:pt x="3480" y="0"/>
                    <a:pt x="2423" y="393"/>
                    <a:pt x="1638" y="1021"/>
                  </a:cubicBezTo>
                  <a:cubicBezTo>
                    <a:pt x="1331" y="1267"/>
                    <a:pt x="1011" y="1641"/>
                    <a:pt x="1176" y="2064"/>
                  </a:cubicBezTo>
                  <a:cubicBezTo>
                    <a:pt x="1278" y="2323"/>
                    <a:pt x="1467" y="2449"/>
                    <a:pt x="1684" y="2449"/>
                  </a:cubicBezTo>
                  <a:cubicBezTo>
                    <a:pt x="1732" y="2449"/>
                    <a:pt x="1780" y="2443"/>
                    <a:pt x="1830" y="2431"/>
                  </a:cubicBezTo>
                  <a:cubicBezTo>
                    <a:pt x="1833" y="2487"/>
                    <a:pt x="1862" y="2538"/>
                    <a:pt x="1917" y="2553"/>
                  </a:cubicBezTo>
                  <a:cubicBezTo>
                    <a:pt x="1913" y="2567"/>
                    <a:pt x="1910" y="2579"/>
                    <a:pt x="1910" y="2594"/>
                  </a:cubicBezTo>
                  <a:lnTo>
                    <a:pt x="1910" y="2611"/>
                  </a:lnTo>
                  <a:cubicBezTo>
                    <a:pt x="2425" y="4327"/>
                    <a:pt x="2909" y="6053"/>
                    <a:pt x="3420" y="7768"/>
                  </a:cubicBezTo>
                  <a:cubicBezTo>
                    <a:pt x="3434" y="7809"/>
                    <a:pt x="3456" y="7838"/>
                    <a:pt x="3481" y="7860"/>
                  </a:cubicBezTo>
                  <a:cubicBezTo>
                    <a:pt x="3478" y="7864"/>
                    <a:pt x="3478" y="7867"/>
                    <a:pt x="3474" y="7870"/>
                  </a:cubicBezTo>
                  <a:cubicBezTo>
                    <a:pt x="2552" y="9943"/>
                    <a:pt x="1837" y="12121"/>
                    <a:pt x="1066" y="14256"/>
                  </a:cubicBezTo>
                  <a:cubicBezTo>
                    <a:pt x="653" y="15391"/>
                    <a:pt x="0" y="16871"/>
                    <a:pt x="570" y="18075"/>
                  </a:cubicBezTo>
                  <a:cubicBezTo>
                    <a:pt x="1025" y="19037"/>
                    <a:pt x="1865" y="19379"/>
                    <a:pt x="2849" y="19379"/>
                  </a:cubicBezTo>
                  <a:cubicBezTo>
                    <a:pt x="4798" y="19379"/>
                    <a:pt x="7311" y="18037"/>
                    <a:pt x="8515" y="17525"/>
                  </a:cubicBezTo>
                  <a:cubicBezTo>
                    <a:pt x="10604" y="16636"/>
                    <a:pt x="12794" y="15702"/>
                    <a:pt x="14700" y="14457"/>
                  </a:cubicBezTo>
                  <a:cubicBezTo>
                    <a:pt x="15600" y="13869"/>
                    <a:pt x="17014" y="12787"/>
                    <a:pt x="16745" y="11530"/>
                  </a:cubicBezTo>
                  <a:cubicBezTo>
                    <a:pt x="16486" y="10325"/>
                    <a:pt x="14372" y="9248"/>
                    <a:pt x="13448" y="8676"/>
                  </a:cubicBezTo>
                  <a:cubicBezTo>
                    <a:pt x="11697" y="7582"/>
                    <a:pt x="9814" y="6748"/>
                    <a:pt x="7842" y="6141"/>
                  </a:cubicBezTo>
                  <a:cubicBezTo>
                    <a:pt x="7814" y="6132"/>
                    <a:pt x="7788" y="6128"/>
                    <a:pt x="7763" y="6128"/>
                  </a:cubicBezTo>
                  <a:cubicBezTo>
                    <a:pt x="7696" y="6128"/>
                    <a:pt x="7640" y="6157"/>
                    <a:pt x="7601" y="6201"/>
                  </a:cubicBezTo>
                  <a:cubicBezTo>
                    <a:pt x="6943" y="4558"/>
                    <a:pt x="6395" y="2886"/>
                    <a:pt x="5785" y="1230"/>
                  </a:cubicBezTo>
                  <a:cubicBezTo>
                    <a:pt x="5895" y="1043"/>
                    <a:pt x="5977" y="834"/>
                    <a:pt x="6002" y="603"/>
                  </a:cubicBezTo>
                  <a:cubicBezTo>
                    <a:pt x="6009" y="559"/>
                    <a:pt x="5999" y="521"/>
                    <a:pt x="5977" y="496"/>
                  </a:cubicBezTo>
                  <a:cubicBezTo>
                    <a:pt x="6006" y="411"/>
                    <a:pt x="5990" y="316"/>
                    <a:pt x="5900" y="275"/>
                  </a:cubicBezTo>
                  <a:cubicBezTo>
                    <a:pt x="5463" y="86"/>
                    <a:pt x="4988" y="0"/>
                    <a:pt x="4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61"/>
            <p:cNvSpPr/>
            <p:nvPr/>
          </p:nvSpPr>
          <p:spPr>
            <a:xfrm>
              <a:off x="300075" y="953375"/>
              <a:ext cx="387025" cy="249050"/>
            </a:xfrm>
            <a:custGeom>
              <a:avLst/>
              <a:gdLst/>
              <a:ahLst/>
              <a:cxnLst/>
              <a:rect l="l" t="t" r="r" b="b"/>
              <a:pathLst>
                <a:path w="15481" h="9962" extrusionOk="0">
                  <a:moveTo>
                    <a:pt x="10418" y="495"/>
                  </a:moveTo>
                  <a:cubicBezTo>
                    <a:pt x="11186" y="884"/>
                    <a:pt x="11938" y="1292"/>
                    <a:pt x="12659" y="1769"/>
                  </a:cubicBezTo>
                  <a:cubicBezTo>
                    <a:pt x="13144" y="2082"/>
                    <a:pt x="13610" y="2420"/>
                    <a:pt x="14055" y="2787"/>
                  </a:cubicBezTo>
                  <a:cubicBezTo>
                    <a:pt x="14165" y="4064"/>
                    <a:pt x="13746" y="4902"/>
                    <a:pt x="12791" y="5292"/>
                  </a:cubicBezTo>
                  <a:cubicBezTo>
                    <a:pt x="11520" y="6166"/>
                    <a:pt x="9912" y="6753"/>
                    <a:pt x="8505" y="7370"/>
                  </a:cubicBezTo>
                  <a:lnTo>
                    <a:pt x="8505" y="7372"/>
                  </a:lnTo>
                  <a:cubicBezTo>
                    <a:pt x="7163" y="7963"/>
                    <a:pt x="5011" y="9237"/>
                    <a:pt x="3490" y="9336"/>
                  </a:cubicBezTo>
                  <a:cubicBezTo>
                    <a:pt x="3393" y="9342"/>
                    <a:pt x="3301" y="9345"/>
                    <a:pt x="3213" y="9345"/>
                  </a:cubicBezTo>
                  <a:cubicBezTo>
                    <a:pt x="118" y="9345"/>
                    <a:pt x="2485" y="5450"/>
                    <a:pt x="3060" y="3988"/>
                  </a:cubicBezTo>
                  <a:cubicBezTo>
                    <a:pt x="3072" y="3959"/>
                    <a:pt x="3067" y="3937"/>
                    <a:pt x="3057" y="3915"/>
                  </a:cubicBezTo>
                  <a:lnTo>
                    <a:pt x="3057" y="3915"/>
                  </a:lnTo>
                  <a:cubicBezTo>
                    <a:pt x="3059" y="3915"/>
                    <a:pt x="3062" y="3916"/>
                    <a:pt x="3064" y="3918"/>
                  </a:cubicBezTo>
                  <a:cubicBezTo>
                    <a:pt x="3841" y="4170"/>
                    <a:pt x="4682" y="4393"/>
                    <a:pt x="5506" y="4393"/>
                  </a:cubicBezTo>
                  <a:cubicBezTo>
                    <a:pt x="6108" y="4393"/>
                    <a:pt x="6700" y="4274"/>
                    <a:pt x="7251" y="3962"/>
                  </a:cubicBezTo>
                  <a:cubicBezTo>
                    <a:pt x="7707" y="3706"/>
                    <a:pt x="8063" y="3356"/>
                    <a:pt x="8395" y="2955"/>
                  </a:cubicBezTo>
                  <a:cubicBezTo>
                    <a:pt x="8967" y="2253"/>
                    <a:pt x="9416" y="862"/>
                    <a:pt x="10333" y="546"/>
                  </a:cubicBezTo>
                  <a:cubicBezTo>
                    <a:pt x="10367" y="531"/>
                    <a:pt x="10396" y="512"/>
                    <a:pt x="10418" y="495"/>
                  </a:cubicBezTo>
                  <a:close/>
                  <a:moveTo>
                    <a:pt x="10493" y="0"/>
                  </a:moveTo>
                  <a:cubicBezTo>
                    <a:pt x="10427" y="0"/>
                    <a:pt x="10367" y="29"/>
                    <a:pt x="10319" y="72"/>
                  </a:cubicBezTo>
                  <a:cubicBezTo>
                    <a:pt x="10306" y="69"/>
                    <a:pt x="10292" y="68"/>
                    <a:pt x="10277" y="68"/>
                  </a:cubicBezTo>
                  <a:cubicBezTo>
                    <a:pt x="10255" y="68"/>
                    <a:pt x="10232" y="71"/>
                    <a:pt x="10205" y="80"/>
                  </a:cubicBezTo>
                  <a:cubicBezTo>
                    <a:pt x="9320" y="371"/>
                    <a:pt x="9018" y="1101"/>
                    <a:pt x="8553" y="1857"/>
                  </a:cubicBezTo>
                  <a:cubicBezTo>
                    <a:pt x="8045" y="2685"/>
                    <a:pt x="7402" y="3495"/>
                    <a:pt x="6439" y="3801"/>
                  </a:cubicBezTo>
                  <a:cubicBezTo>
                    <a:pt x="6095" y="3909"/>
                    <a:pt x="5740" y="3950"/>
                    <a:pt x="5381" y="3950"/>
                  </a:cubicBezTo>
                  <a:cubicBezTo>
                    <a:pt x="4628" y="3950"/>
                    <a:pt x="3857" y="3768"/>
                    <a:pt x="3142" y="3639"/>
                  </a:cubicBezTo>
                  <a:cubicBezTo>
                    <a:pt x="3130" y="3637"/>
                    <a:pt x="3120" y="3636"/>
                    <a:pt x="3109" y="3636"/>
                  </a:cubicBezTo>
                  <a:cubicBezTo>
                    <a:pt x="2991" y="3636"/>
                    <a:pt x="2932" y="3761"/>
                    <a:pt x="2975" y="3845"/>
                  </a:cubicBezTo>
                  <a:cubicBezTo>
                    <a:pt x="2965" y="3843"/>
                    <a:pt x="2953" y="3841"/>
                    <a:pt x="2942" y="3841"/>
                  </a:cubicBezTo>
                  <a:cubicBezTo>
                    <a:pt x="2903" y="3841"/>
                    <a:pt x="2864" y="3856"/>
                    <a:pt x="2845" y="3896"/>
                  </a:cubicBezTo>
                  <a:cubicBezTo>
                    <a:pt x="2153" y="5163"/>
                    <a:pt x="1" y="8235"/>
                    <a:pt x="1621" y="9616"/>
                  </a:cubicBezTo>
                  <a:cubicBezTo>
                    <a:pt x="1922" y="9874"/>
                    <a:pt x="2234" y="9961"/>
                    <a:pt x="2557" y="9961"/>
                  </a:cubicBezTo>
                  <a:cubicBezTo>
                    <a:pt x="2897" y="9961"/>
                    <a:pt x="3249" y="9864"/>
                    <a:pt x="3612" y="9767"/>
                  </a:cubicBezTo>
                  <a:cubicBezTo>
                    <a:pt x="5140" y="9354"/>
                    <a:pt x="6641" y="8690"/>
                    <a:pt x="8097" y="8077"/>
                  </a:cubicBezTo>
                  <a:cubicBezTo>
                    <a:pt x="9570" y="7452"/>
                    <a:pt x="11021" y="6775"/>
                    <a:pt x="12438" y="6035"/>
                  </a:cubicBezTo>
                  <a:cubicBezTo>
                    <a:pt x="13272" y="5596"/>
                    <a:pt x="14422" y="5122"/>
                    <a:pt x="14760" y="4139"/>
                  </a:cubicBezTo>
                  <a:cubicBezTo>
                    <a:pt x="15480" y="2049"/>
                    <a:pt x="11964" y="719"/>
                    <a:pt x="10605" y="28"/>
                  </a:cubicBezTo>
                  <a:cubicBezTo>
                    <a:pt x="10566" y="9"/>
                    <a:pt x="10529" y="0"/>
                    <a:pt x="10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61"/>
            <p:cNvSpPr/>
            <p:nvPr/>
          </p:nvSpPr>
          <p:spPr>
            <a:xfrm>
              <a:off x="297750" y="780875"/>
              <a:ext cx="417625" cy="429125"/>
            </a:xfrm>
            <a:custGeom>
              <a:avLst/>
              <a:gdLst/>
              <a:ahLst/>
              <a:cxnLst/>
              <a:rect l="l" t="t" r="r" b="b"/>
              <a:pathLst>
                <a:path w="16705" h="17165" extrusionOk="0">
                  <a:moveTo>
                    <a:pt x="5382" y="4727"/>
                  </a:moveTo>
                  <a:cubicBezTo>
                    <a:pt x="5460" y="4727"/>
                    <a:pt x="5541" y="4744"/>
                    <a:pt x="5618" y="4779"/>
                  </a:cubicBezTo>
                  <a:cubicBezTo>
                    <a:pt x="5652" y="4794"/>
                    <a:pt x="5659" y="4823"/>
                    <a:pt x="5652" y="4854"/>
                  </a:cubicBezTo>
                  <a:cubicBezTo>
                    <a:pt x="5909" y="4981"/>
                    <a:pt x="6029" y="5287"/>
                    <a:pt x="5956" y="5565"/>
                  </a:cubicBezTo>
                  <a:cubicBezTo>
                    <a:pt x="5887" y="5831"/>
                    <a:pt x="5657" y="5982"/>
                    <a:pt x="5406" y="5982"/>
                  </a:cubicBezTo>
                  <a:cubicBezTo>
                    <a:pt x="5338" y="5982"/>
                    <a:pt x="5269" y="5970"/>
                    <a:pt x="5200" y="5948"/>
                  </a:cubicBezTo>
                  <a:cubicBezTo>
                    <a:pt x="4862" y="5837"/>
                    <a:pt x="4645" y="5477"/>
                    <a:pt x="4793" y="5132"/>
                  </a:cubicBezTo>
                  <a:cubicBezTo>
                    <a:pt x="4896" y="4890"/>
                    <a:pt x="5132" y="4727"/>
                    <a:pt x="5382" y="4727"/>
                  </a:cubicBezTo>
                  <a:close/>
                  <a:moveTo>
                    <a:pt x="5068" y="7475"/>
                  </a:moveTo>
                  <a:cubicBezTo>
                    <a:pt x="5470" y="7475"/>
                    <a:pt x="5842" y="7772"/>
                    <a:pt x="5919" y="8199"/>
                  </a:cubicBezTo>
                  <a:cubicBezTo>
                    <a:pt x="6007" y="8703"/>
                    <a:pt x="5669" y="9146"/>
                    <a:pt x="5170" y="9216"/>
                  </a:cubicBezTo>
                  <a:cubicBezTo>
                    <a:pt x="5124" y="9223"/>
                    <a:pt x="5079" y="9226"/>
                    <a:pt x="5033" y="9226"/>
                  </a:cubicBezTo>
                  <a:cubicBezTo>
                    <a:pt x="4632" y="9226"/>
                    <a:pt x="4258" y="8968"/>
                    <a:pt x="4215" y="8542"/>
                  </a:cubicBezTo>
                  <a:cubicBezTo>
                    <a:pt x="4178" y="8182"/>
                    <a:pt x="4373" y="7835"/>
                    <a:pt x="4686" y="7689"/>
                  </a:cubicBezTo>
                  <a:cubicBezTo>
                    <a:pt x="4657" y="7641"/>
                    <a:pt x="4657" y="7578"/>
                    <a:pt x="4726" y="7550"/>
                  </a:cubicBezTo>
                  <a:cubicBezTo>
                    <a:pt x="4839" y="7498"/>
                    <a:pt x="4955" y="7475"/>
                    <a:pt x="5068" y="7475"/>
                  </a:cubicBezTo>
                  <a:close/>
                  <a:moveTo>
                    <a:pt x="10585" y="6900"/>
                  </a:moveTo>
                  <a:cubicBezTo>
                    <a:pt x="10621" y="6900"/>
                    <a:pt x="10659" y="6909"/>
                    <a:pt x="10698" y="6928"/>
                  </a:cubicBezTo>
                  <a:cubicBezTo>
                    <a:pt x="12057" y="7619"/>
                    <a:pt x="15573" y="8949"/>
                    <a:pt x="14853" y="11039"/>
                  </a:cubicBezTo>
                  <a:cubicBezTo>
                    <a:pt x="14515" y="12022"/>
                    <a:pt x="13365" y="12496"/>
                    <a:pt x="12531" y="12935"/>
                  </a:cubicBezTo>
                  <a:cubicBezTo>
                    <a:pt x="11114" y="13675"/>
                    <a:pt x="9663" y="14352"/>
                    <a:pt x="8190" y="14977"/>
                  </a:cubicBezTo>
                  <a:cubicBezTo>
                    <a:pt x="6734" y="15590"/>
                    <a:pt x="5233" y="16254"/>
                    <a:pt x="3705" y="16667"/>
                  </a:cubicBezTo>
                  <a:cubicBezTo>
                    <a:pt x="3342" y="16764"/>
                    <a:pt x="2990" y="16861"/>
                    <a:pt x="2650" y="16861"/>
                  </a:cubicBezTo>
                  <a:cubicBezTo>
                    <a:pt x="2327" y="16861"/>
                    <a:pt x="2014" y="16774"/>
                    <a:pt x="1713" y="16516"/>
                  </a:cubicBezTo>
                  <a:cubicBezTo>
                    <a:pt x="94" y="15135"/>
                    <a:pt x="2246" y="12063"/>
                    <a:pt x="2938" y="10796"/>
                  </a:cubicBezTo>
                  <a:cubicBezTo>
                    <a:pt x="2957" y="10756"/>
                    <a:pt x="2996" y="10741"/>
                    <a:pt x="3035" y="10741"/>
                  </a:cubicBezTo>
                  <a:cubicBezTo>
                    <a:pt x="3046" y="10741"/>
                    <a:pt x="3058" y="10743"/>
                    <a:pt x="3068" y="10745"/>
                  </a:cubicBezTo>
                  <a:cubicBezTo>
                    <a:pt x="3025" y="10661"/>
                    <a:pt x="3083" y="10536"/>
                    <a:pt x="3202" y="10536"/>
                  </a:cubicBezTo>
                  <a:cubicBezTo>
                    <a:pt x="3212" y="10536"/>
                    <a:pt x="3223" y="10537"/>
                    <a:pt x="3235" y="10539"/>
                  </a:cubicBezTo>
                  <a:cubicBezTo>
                    <a:pt x="3950" y="10668"/>
                    <a:pt x="4721" y="10850"/>
                    <a:pt x="5474" y="10850"/>
                  </a:cubicBezTo>
                  <a:cubicBezTo>
                    <a:pt x="5833" y="10850"/>
                    <a:pt x="6188" y="10809"/>
                    <a:pt x="6532" y="10701"/>
                  </a:cubicBezTo>
                  <a:cubicBezTo>
                    <a:pt x="7495" y="10395"/>
                    <a:pt x="8138" y="9585"/>
                    <a:pt x="8646" y="8757"/>
                  </a:cubicBezTo>
                  <a:cubicBezTo>
                    <a:pt x="9111" y="8001"/>
                    <a:pt x="9412" y="7269"/>
                    <a:pt x="10298" y="6980"/>
                  </a:cubicBezTo>
                  <a:cubicBezTo>
                    <a:pt x="10325" y="6971"/>
                    <a:pt x="10348" y="6968"/>
                    <a:pt x="10370" y="6968"/>
                  </a:cubicBezTo>
                  <a:cubicBezTo>
                    <a:pt x="10385" y="6968"/>
                    <a:pt x="10399" y="6969"/>
                    <a:pt x="10412" y="6972"/>
                  </a:cubicBezTo>
                  <a:cubicBezTo>
                    <a:pt x="10460" y="6929"/>
                    <a:pt x="10519" y="6900"/>
                    <a:pt x="10585" y="6900"/>
                  </a:cubicBezTo>
                  <a:close/>
                  <a:moveTo>
                    <a:pt x="5030" y="0"/>
                  </a:moveTo>
                  <a:cubicBezTo>
                    <a:pt x="4375" y="744"/>
                    <a:pt x="3122" y="1093"/>
                    <a:pt x="2109" y="1093"/>
                  </a:cubicBezTo>
                  <a:cubicBezTo>
                    <a:pt x="1934" y="1093"/>
                    <a:pt x="1767" y="1082"/>
                    <a:pt x="1611" y="1062"/>
                  </a:cubicBezTo>
                  <a:lnTo>
                    <a:pt x="1611" y="1062"/>
                  </a:lnTo>
                  <a:cubicBezTo>
                    <a:pt x="2392" y="2620"/>
                    <a:pt x="2995" y="4415"/>
                    <a:pt x="3257" y="6134"/>
                  </a:cubicBezTo>
                  <a:cubicBezTo>
                    <a:pt x="3271" y="6216"/>
                    <a:pt x="3238" y="6279"/>
                    <a:pt x="3194" y="6320"/>
                  </a:cubicBezTo>
                  <a:cubicBezTo>
                    <a:pt x="3231" y="6359"/>
                    <a:pt x="3254" y="6411"/>
                    <a:pt x="3238" y="6469"/>
                  </a:cubicBezTo>
                  <a:cubicBezTo>
                    <a:pt x="2460" y="9174"/>
                    <a:pt x="1060" y="11759"/>
                    <a:pt x="451" y="14499"/>
                  </a:cubicBezTo>
                  <a:cubicBezTo>
                    <a:pt x="0" y="16514"/>
                    <a:pt x="892" y="17165"/>
                    <a:pt x="2247" y="17165"/>
                  </a:cubicBezTo>
                  <a:cubicBezTo>
                    <a:pt x="4364" y="17165"/>
                    <a:pt x="7611" y="15576"/>
                    <a:pt x="8630" y="15125"/>
                  </a:cubicBezTo>
                  <a:cubicBezTo>
                    <a:pt x="9865" y="14572"/>
                    <a:pt x="11085" y="13981"/>
                    <a:pt x="12278" y="13349"/>
                  </a:cubicBezTo>
                  <a:cubicBezTo>
                    <a:pt x="14012" y="12435"/>
                    <a:pt x="16705" y="11165"/>
                    <a:pt x="14593" y="9007"/>
                  </a:cubicBezTo>
                  <a:cubicBezTo>
                    <a:pt x="12733" y="7113"/>
                    <a:pt x="9604" y="5944"/>
                    <a:pt x="7161" y="5129"/>
                  </a:cubicBezTo>
                  <a:cubicBezTo>
                    <a:pt x="7113" y="5113"/>
                    <a:pt x="7081" y="5088"/>
                    <a:pt x="7054" y="5063"/>
                  </a:cubicBezTo>
                  <a:cubicBezTo>
                    <a:pt x="7004" y="5103"/>
                    <a:pt x="6938" y="5127"/>
                    <a:pt x="6874" y="5127"/>
                  </a:cubicBezTo>
                  <a:cubicBezTo>
                    <a:pt x="6798" y="5127"/>
                    <a:pt x="6726" y="5093"/>
                    <a:pt x="6690" y="5012"/>
                  </a:cubicBezTo>
                  <a:cubicBezTo>
                    <a:pt x="5992" y="3403"/>
                    <a:pt x="5372" y="1728"/>
                    <a:pt x="50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61"/>
            <p:cNvSpPr/>
            <p:nvPr/>
          </p:nvSpPr>
          <p:spPr>
            <a:xfrm>
              <a:off x="303000" y="965725"/>
              <a:ext cx="351225" cy="221300"/>
            </a:xfrm>
            <a:custGeom>
              <a:avLst/>
              <a:gdLst/>
              <a:ahLst/>
              <a:cxnLst/>
              <a:rect l="l" t="t" r="r" b="b"/>
              <a:pathLst>
                <a:path w="14049" h="8852" extrusionOk="0">
                  <a:moveTo>
                    <a:pt x="10301" y="1"/>
                  </a:moveTo>
                  <a:cubicBezTo>
                    <a:pt x="10279" y="20"/>
                    <a:pt x="10250" y="37"/>
                    <a:pt x="10216" y="52"/>
                  </a:cubicBezTo>
                  <a:cubicBezTo>
                    <a:pt x="9299" y="368"/>
                    <a:pt x="8850" y="1761"/>
                    <a:pt x="8278" y="2463"/>
                  </a:cubicBezTo>
                  <a:cubicBezTo>
                    <a:pt x="7946" y="2862"/>
                    <a:pt x="7590" y="3212"/>
                    <a:pt x="7134" y="3468"/>
                  </a:cubicBezTo>
                  <a:cubicBezTo>
                    <a:pt x="6582" y="3780"/>
                    <a:pt x="5990" y="3899"/>
                    <a:pt x="5388" y="3899"/>
                  </a:cubicBezTo>
                  <a:cubicBezTo>
                    <a:pt x="4565" y="3899"/>
                    <a:pt x="3724" y="3676"/>
                    <a:pt x="2947" y="3424"/>
                  </a:cubicBezTo>
                  <a:cubicBezTo>
                    <a:pt x="2945" y="3422"/>
                    <a:pt x="2942" y="3421"/>
                    <a:pt x="2940" y="3421"/>
                  </a:cubicBezTo>
                  <a:lnTo>
                    <a:pt x="2940" y="3421"/>
                  </a:lnTo>
                  <a:cubicBezTo>
                    <a:pt x="2950" y="3443"/>
                    <a:pt x="2953" y="3465"/>
                    <a:pt x="2943" y="3494"/>
                  </a:cubicBezTo>
                  <a:cubicBezTo>
                    <a:pt x="2368" y="4956"/>
                    <a:pt x="1" y="8851"/>
                    <a:pt x="3096" y="8851"/>
                  </a:cubicBezTo>
                  <a:cubicBezTo>
                    <a:pt x="3184" y="8851"/>
                    <a:pt x="3276" y="8848"/>
                    <a:pt x="3373" y="8842"/>
                  </a:cubicBezTo>
                  <a:cubicBezTo>
                    <a:pt x="4894" y="8743"/>
                    <a:pt x="7046" y="7469"/>
                    <a:pt x="8386" y="6878"/>
                  </a:cubicBezTo>
                  <a:cubicBezTo>
                    <a:pt x="9795" y="6261"/>
                    <a:pt x="11403" y="5673"/>
                    <a:pt x="12674" y="4798"/>
                  </a:cubicBezTo>
                  <a:cubicBezTo>
                    <a:pt x="13629" y="4409"/>
                    <a:pt x="14048" y="3572"/>
                    <a:pt x="13938" y="2293"/>
                  </a:cubicBezTo>
                  <a:cubicBezTo>
                    <a:pt x="13493" y="1926"/>
                    <a:pt x="13026" y="1588"/>
                    <a:pt x="12542" y="1275"/>
                  </a:cubicBezTo>
                  <a:cubicBezTo>
                    <a:pt x="11821" y="798"/>
                    <a:pt x="11069" y="390"/>
                    <a:pt x="10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61"/>
            <p:cNvSpPr/>
            <p:nvPr/>
          </p:nvSpPr>
          <p:spPr>
            <a:xfrm>
              <a:off x="413850" y="899075"/>
              <a:ext cx="34650" cy="31350"/>
            </a:xfrm>
            <a:custGeom>
              <a:avLst/>
              <a:gdLst/>
              <a:ahLst/>
              <a:cxnLst/>
              <a:rect l="l" t="t" r="r" b="b"/>
              <a:pathLst>
                <a:path w="1386" h="1254" extrusionOk="0">
                  <a:moveTo>
                    <a:pt x="776" y="211"/>
                  </a:moveTo>
                  <a:cubicBezTo>
                    <a:pt x="776" y="258"/>
                    <a:pt x="801" y="309"/>
                    <a:pt x="860" y="331"/>
                  </a:cubicBezTo>
                  <a:cubicBezTo>
                    <a:pt x="1186" y="461"/>
                    <a:pt x="1084" y="975"/>
                    <a:pt x="763" y="975"/>
                  </a:cubicBezTo>
                  <a:cubicBezTo>
                    <a:pt x="722" y="975"/>
                    <a:pt x="677" y="966"/>
                    <a:pt x="629" y="948"/>
                  </a:cubicBezTo>
                  <a:cubicBezTo>
                    <a:pt x="446" y="878"/>
                    <a:pt x="327" y="688"/>
                    <a:pt x="405" y="496"/>
                  </a:cubicBezTo>
                  <a:cubicBezTo>
                    <a:pt x="466" y="341"/>
                    <a:pt x="614" y="243"/>
                    <a:pt x="776" y="211"/>
                  </a:cubicBezTo>
                  <a:close/>
                  <a:moveTo>
                    <a:pt x="736" y="0"/>
                  </a:moveTo>
                  <a:cubicBezTo>
                    <a:pt x="487" y="0"/>
                    <a:pt x="250" y="162"/>
                    <a:pt x="147" y="404"/>
                  </a:cubicBezTo>
                  <a:cubicBezTo>
                    <a:pt x="1" y="749"/>
                    <a:pt x="218" y="1109"/>
                    <a:pt x="555" y="1220"/>
                  </a:cubicBezTo>
                  <a:cubicBezTo>
                    <a:pt x="623" y="1242"/>
                    <a:pt x="693" y="1254"/>
                    <a:pt x="761" y="1254"/>
                  </a:cubicBezTo>
                  <a:cubicBezTo>
                    <a:pt x="1013" y="1254"/>
                    <a:pt x="1243" y="1103"/>
                    <a:pt x="1312" y="837"/>
                  </a:cubicBezTo>
                  <a:cubicBezTo>
                    <a:pt x="1385" y="559"/>
                    <a:pt x="1265" y="255"/>
                    <a:pt x="1007" y="126"/>
                  </a:cubicBezTo>
                  <a:cubicBezTo>
                    <a:pt x="1015" y="97"/>
                    <a:pt x="1007" y="66"/>
                    <a:pt x="974" y="53"/>
                  </a:cubicBezTo>
                  <a:cubicBezTo>
                    <a:pt x="896" y="17"/>
                    <a:pt x="815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61"/>
            <p:cNvSpPr/>
            <p:nvPr/>
          </p:nvSpPr>
          <p:spPr>
            <a:xfrm>
              <a:off x="402175" y="967725"/>
              <a:ext cx="45775" cy="43825"/>
            </a:xfrm>
            <a:custGeom>
              <a:avLst/>
              <a:gdLst/>
              <a:ahLst/>
              <a:cxnLst/>
              <a:rect l="l" t="t" r="r" b="b"/>
              <a:pathLst>
                <a:path w="1831" h="1753" extrusionOk="0">
                  <a:moveTo>
                    <a:pt x="828" y="278"/>
                  </a:moveTo>
                  <a:cubicBezTo>
                    <a:pt x="1163" y="307"/>
                    <a:pt x="1457" y="527"/>
                    <a:pt x="1448" y="905"/>
                  </a:cubicBezTo>
                  <a:cubicBezTo>
                    <a:pt x="1438" y="1224"/>
                    <a:pt x="1192" y="1438"/>
                    <a:pt x="882" y="1457"/>
                  </a:cubicBezTo>
                  <a:cubicBezTo>
                    <a:pt x="867" y="1458"/>
                    <a:pt x="852" y="1458"/>
                    <a:pt x="838" y="1458"/>
                  </a:cubicBezTo>
                  <a:cubicBezTo>
                    <a:pt x="180" y="1458"/>
                    <a:pt x="159" y="505"/>
                    <a:pt x="765" y="351"/>
                  </a:cubicBezTo>
                  <a:cubicBezTo>
                    <a:pt x="803" y="339"/>
                    <a:pt x="816" y="310"/>
                    <a:pt x="828" y="278"/>
                  </a:cubicBezTo>
                  <a:close/>
                  <a:moveTo>
                    <a:pt x="891" y="1"/>
                  </a:moveTo>
                  <a:cubicBezTo>
                    <a:pt x="778" y="1"/>
                    <a:pt x="662" y="24"/>
                    <a:pt x="549" y="76"/>
                  </a:cubicBezTo>
                  <a:cubicBezTo>
                    <a:pt x="478" y="104"/>
                    <a:pt x="478" y="167"/>
                    <a:pt x="509" y="215"/>
                  </a:cubicBezTo>
                  <a:cubicBezTo>
                    <a:pt x="196" y="361"/>
                    <a:pt x="1" y="708"/>
                    <a:pt x="38" y="1068"/>
                  </a:cubicBezTo>
                  <a:cubicBezTo>
                    <a:pt x="81" y="1492"/>
                    <a:pt x="456" y="1752"/>
                    <a:pt x="857" y="1752"/>
                  </a:cubicBezTo>
                  <a:cubicBezTo>
                    <a:pt x="902" y="1752"/>
                    <a:pt x="947" y="1749"/>
                    <a:pt x="993" y="1742"/>
                  </a:cubicBezTo>
                  <a:cubicBezTo>
                    <a:pt x="1492" y="1672"/>
                    <a:pt x="1830" y="1229"/>
                    <a:pt x="1742" y="725"/>
                  </a:cubicBezTo>
                  <a:cubicBezTo>
                    <a:pt x="1665" y="298"/>
                    <a:pt x="129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61"/>
            <p:cNvSpPr/>
            <p:nvPr/>
          </p:nvSpPr>
          <p:spPr>
            <a:xfrm>
              <a:off x="406125" y="974650"/>
              <a:ext cx="32475" cy="29550"/>
            </a:xfrm>
            <a:custGeom>
              <a:avLst/>
              <a:gdLst/>
              <a:ahLst/>
              <a:cxnLst/>
              <a:rect l="l" t="t" r="r" b="b"/>
              <a:pathLst>
                <a:path w="1299" h="1182" extrusionOk="0">
                  <a:moveTo>
                    <a:pt x="670" y="1"/>
                  </a:moveTo>
                  <a:cubicBezTo>
                    <a:pt x="658" y="33"/>
                    <a:pt x="645" y="62"/>
                    <a:pt x="607" y="74"/>
                  </a:cubicBezTo>
                  <a:cubicBezTo>
                    <a:pt x="1" y="228"/>
                    <a:pt x="22" y="1181"/>
                    <a:pt x="680" y="1181"/>
                  </a:cubicBezTo>
                  <a:cubicBezTo>
                    <a:pt x="694" y="1181"/>
                    <a:pt x="709" y="1181"/>
                    <a:pt x="724" y="1180"/>
                  </a:cubicBezTo>
                  <a:cubicBezTo>
                    <a:pt x="1034" y="1161"/>
                    <a:pt x="1280" y="949"/>
                    <a:pt x="1290" y="628"/>
                  </a:cubicBezTo>
                  <a:cubicBezTo>
                    <a:pt x="1299" y="250"/>
                    <a:pt x="1005" y="30"/>
                    <a:pt x="6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61"/>
            <p:cNvSpPr/>
            <p:nvPr/>
          </p:nvSpPr>
          <p:spPr>
            <a:xfrm>
              <a:off x="422025" y="904275"/>
              <a:ext cx="21475" cy="19175"/>
            </a:xfrm>
            <a:custGeom>
              <a:avLst/>
              <a:gdLst/>
              <a:ahLst/>
              <a:cxnLst/>
              <a:rect l="l" t="t" r="r" b="b"/>
              <a:pathLst>
                <a:path w="859" h="767" extrusionOk="0">
                  <a:moveTo>
                    <a:pt x="449" y="1"/>
                  </a:moveTo>
                  <a:cubicBezTo>
                    <a:pt x="287" y="35"/>
                    <a:pt x="141" y="133"/>
                    <a:pt x="78" y="288"/>
                  </a:cubicBezTo>
                  <a:cubicBezTo>
                    <a:pt x="0" y="480"/>
                    <a:pt x="119" y="670"/>
                    <a:pt x="302" y="740"/>
                  </a:cubicBezTo>
                  <a:cubicBezTo>
                    <a:pt x="350" y="758"/>
                    <a:pt x="395" y="767"/>
                    <a:pt x="436" y="767"/>
                  </a:cubicBezTo>
                  <a:cubicBezTo>
                    <a:pt x="757" y="767"/>
                    <a:pt x="859" y="253"/>
                    <a:pt x="533" y="123"/>
                  </a:cubicBezTo>
                  <a:cubicBezTo>
                    <a:pt x="474" y="101"/>
                    <a:pt x="449" y="50"/>
                    <a:pt x="4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61"/>
            <p:cNvSpPr/>
            <p:nvPr/>
          </p:nvSpPr>
          <p:spPr>
            <a:xfrm>
              <a:off x="346950" y="754175"/>
              <a:ext cx="72025" cy="31675"/>
            </a:xfrm>
            <a:custGeom>
              <a:avLst/>
              <a:gdLst/>
              <a:ahLst/>
              <a:cxnLst/>
              <a:rect l="l" t="t" r="r" b="b"/>
              <a:pathLst>
                <a:path w="2881" h="1267" extrusionOk="0">
                  <a:moveTo>
                    <a:pt x="2620" y="1"/>
                  </a:moveTo>
                  <a:cubicBezTo>
                    <a:pt x="2582" y="1"/>
                    <a:pt x="2544" y="13"/>
                    <a:pt x="2509" y="40"/>
                  </a:cubicBezTo>
                  <a:cubicBezTo>
                    <a:pt x="1773" y="621"/>
                    <a:pt x="1002" y="973"/>
                    <a:pt x="79" y="1128"/>
                  </a:cubicBezTo>
                  <a:cubicBezTo>
                    <a:pt x="1" y="1143"/>
                    <a:pt x="16" y="1267"/>
                    <a:pt x="95" y="1267"/>
                  </a:cubicBezTo>
                  <a:cubicBezTo>
                    <a:pt x="96" y="1267"/>
                    <a:pt x="97" y="1267"/>
                    <a:pt x="98" y="1267"/>
                  </a:cubicBezTo>
                  <a:cubicBezTo>
                    <a:pt x="1056" y="1229"/>
                    <a:pt x="2001" y="885"/>
                    <a:pt x="2747" y="275"/>
                  </a:cubicBezTo>
                  <a:cubicBezTo>
                    <a:pt x="2881" y="167"/>
                    <a:pt x="2759" y="1"/>
                    <a:pt x="2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61"/>
            <p:cNvSpPr/>
            <p:nvPr/>
          </p:nvSpPr>
          <p:spPr>
            <a:xfrm>
              <a:off x="321650" y="752175"/>
              <a:ext cx="103525" cy="48125"/>
            </a:xfrm>
            <a:custGeom>
              <a:avLst/>
              <a:gdLst/>
              <a:ahLst/>
              <a:cxnLst/>
              <a:rect l="l" t="t" r="r" b="b"/>
              <a:pathLst>
                <a:path w="4141" h="1925" extrusionOk="0">
                  <a:moveTo>
                    <a:pt x="3632" y="81"/>
                  </a:moveTo>
                  <a:cubicBezTo>
                    <a:pt x="3771" y="81"/>
                    <a:pt x="3893" y="247"/>
                    <a:pt x="3759" y="355"/>
                  </a:cubicBezTo>
                  <a:cubicBezTo>
                    <a:pt x="3013" y="965"/>
                    <a:pt x="2068" y="1311"/>
                    <a:pt x="1110" y="1347"/>
                  </a:cubicBezTo>
                  <a:cubicBezTo>
                    <a:pt x="1109" y="1347"/>
                    <a:pt x="1108" y="1347"/>
                    <a:pt x="1107" y="1347"/>
                  </a:cubicBezTo>
                  <a:cubicBezTo>
                    <a:pt x="1028" y="1347"/>
                    <a:pt x="1013" y="1223"/>
                    <a:pt x="1091" y="1208"/>
                  </a:cubicBezTo>
                  <a:cubicBezTo>
                    <a:pt x="2014" y="1053"/>
                    <a:pt x="2785" y="701"/>
                    <a:pt x="3521" y="120"/>
                  </a:cubicBezTo>
                  <a:cubicBezTo>
                    <a:pt x="3556" y="93"/>
                    <a:pt x="3594" y="81"/>
                    <a:pt x="3632" y="81"/>
                  </a:cubicBezTo>
                  <a:close/>
                  <a:moveTo>
                    <a:pt x="3029" y="1"/>
                  </a:moveTo>
                  <a:cubicBezTo>
                    <a:pt x="2691" y="1"/>
                    <a:pt x="2349" y="56"/>
                    <a:pt x="1995" y="161"/>
                  </a:cubicBezTo>
                  <a:cubicBezTo>
                    <a:pt x="1587" y="278"/>
                    <a:pt x="1190" y="447"/>
                    <a:pt x="823" y="661"/>
                  </a:cubicBezTo>
                  <a:cubicBezTo>
                    <a:pt x="740" y="708"/>
                    <a:pt x="655" y="756"/>
                    <a:pt x="570" y="807"/>
                  </a:cubicBezTo>
                  <a:cubicBezTo>
                    <a:pt x="60" y="995"/>
                    <a:pt x="1" y="1340"/>
                    <a:pt x="402" y="1840"/>
                  </a:cubicBezTo>
                  <a:cubicBezTo>
                    <a:pt x="405" y="1839"/>
                    <a:pt x="409" y="1839"/>
                    <a:pt x="413" y="1839"/>
                  </a:cubicBezTo>
                  <a:cubicBezTo>
                    <a:pt x="462" y="1839"/>
                    <a:pt x="504" y="1880"/>
                    <a:pt x="512" y="1924"/>
                  </a:cubicBezTo>
                  <a:cubicBezTo>
                    <a:pt x="1885" y="1729"/>
                    <a:pt x="3541" y="1700"/>
                    <a:pt x="4141" y="205"/>
                  </a:cubicBezTo>
                  <a:cubicBezTo>
                    <a:pt x="3766" y="67"/>
                    <a:pt x="3400" y="1"/>
                    <a:pt x="30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8" name="Google Shape;2658;p61"/>
          <p:cNvGrpSpPr/>
          <p:nvPr/>
        </p:nvGrpSpPr>
        <p:grpSpPr>
          <a:xfrm>
            <a:off x="861913" y="189013"/>
            <a:ext cx="446975" cy="455625"/>
            <a:chOff x="-980375" y="1066250"/>
            <a:chExt cx="446975" cy="455625"/>
          </a:xfrm>
        </p:grpSpPr>
        <p:sp>
          <p:nvSpPr>
            <p:cNvPr id="2659" name="Google Shape;2659;p61"/>
            <p:cNvSpPr/>
            <p:nvPr/>
          </p:nvSpPr>
          <p:spPr>
            <a:xfrm>
              <a:off x="-980375" y="1066250"/>
              <a:ext cx="446975" cy="455625"/>
            </a:xfrm>
            <a:custGeom>
              <a:avLst/>
              <a:gdLst/>
              <a:ahLst/>
              <a:cxnLst/>
              <a:rect l="l" t="t" r="r" b="b"/>
              <a:pathLst>
                <a:path w="17879" h="18225" extrusionOk="0">
                  <a:moveTo>
                    <a:pt x="9915" y="496"/>
                  </a:moveTo>
                  <a:cubicBezTo>
                    <a:pt x="11206" y="496"/>
                    <a:pt x="12087" y="1306"/>
                    <a:pt x="12677" y="2437"/>
                  </a:cubicBezTo>
                  <a:cubicBezTo>
                    <a:pt x="11865" y="2683"/>
                    <a:pt x="11080" y="3065"/>
                    <a:pt x="10304" y="3490"/>
                  </a:cubicBezTo>
                  <a:cubicBezTo>
                    <a:pt x="10176" y="3561"/>
                    <a:pt x="10044" y="3634"/>
                    <a:pt x="9915" y="3707"/>
                  </a:cubicBezTo>
                  <a:cubicBezTo>
                    <a:pt x="8916" y="3167"/>
                    <a:pt x="7854" y="2766"/>
                    <a:pt x="6745" y="2569"/>
                  </a:cubicBezTo>
                  <a:cubicBezTo>
                    <a:pt x="7270" y="1628"/>
                    <a:pt x="7971" y="913"/>
                    <a:pt x="8894" y="648"/>
                  </a:cubicBezTo>
                  <a:cubicBezTo>
                    <a:pt x="9260" y="544"/>
                    <a:pt x="9599" y="496"/>
                    <a:pt x="9915" y="496"/>
                  </a:cubicBezTo>
                  <a:close/>
                  <a:moveTo>
                    <a:pt x="16423" y="2289"/>
                  </a:moveTo>
                  <a:cubicBezTo>
                    <a:pt x="16479" y="2289"/>
                    <a:pt x="16539" y="2295"/>
                    <a:pt x="16601" y="2308"/>
                  </a:cubicBezTo>
                  <a:cubicBezTo>
                    <a:pt x="16987" y="2386"/>
                    <a:pt x="17335" y="2708"/>
                    <a:pt x="17284" y="3123"/>
                  </a:cubicBezTo>
                  <a:cubicBezTo>
                    <a:pt x="17233" y="3553"/>
                    <a:pt x="16820" y="3904"/>
                    <a:pt x="16394" y="3904"/>
                  </a:cubicBezTo>
                  <a:cubicBezTo>
                    <a:pt x="16347" y="3904"/>
                    <a:pt x="16301" y="3900"/>
                    <a:pt x="16255" y="3891"/>
                  </a:cubicBezTo>
                  <a:cubicBezTo>
                    <a:pt x="16242" y="3889"/>
                    <a:pt x="16229" y="3887"/>
                    <a:pt x="16217" y="3887"/>
                  </a:cubicBezTo>
                  <a:cubicBezTo>
                    <a:pt x="16192" y="3887"/>
                    <a:pt x="16169" y="3892"/>
                    <a:pt x="16149" y="3903"/>
                  </a:cubicBezTo>
                  <a:lnTo>
                    <a:pt x="16131" y="3884"/>
                  </a:lnTo>
                  <a:cubicBezTo>
                    <a:pt x="15508" y="3462"/>
                    <a:pt x="15629" y="2289"/>
                    <a:pt x="16423" y="2289"/>
                  </a:cubicBezTo>
                  <a:close/>
                  <a:moveTo>
                    <a:pt x="2509" y="2571"/>
                  </a:moveTo>
                  <a:cubicBezTo>
                    <a:pt x="2710" y="2571"/>
                    <a:pt x="2909" y="2650"/>
                    <a:pt x="3057" y="2815"/>
                  </a:cubicBezTo>
                  <a:cubicBezTo>
                    <a:pt x="3373" y="3167"/>
                    <a:pt x="3198" y="3745"/>
                    <a:pt x="2841" y="3994"/>
                  </a:cubicBezTo>
                  <a:cubicBezTo>
                    <a:pt x="2685" y="4105"/>
                    <a:pt x="2501" y="4160"/>
                    <a:pt x="2319" y="4160"/>
                  </a:cubicBezTo>
                  <a:cubicBezTo>
                    <a:pt x="2007" y="4160"/>
                    <a:pt x="1703" y="4000"/>
                    <a:pt x="1562" y="3689"/>
                  </a:cubicBezTo>
                  <a:cubicBezTo>
                    <a:pt x="1390" y="3303"/>
                    <a:pt x="1548" y="2895"/>
                    <a:pt x="1852" y="2642"/>
                  </a:cubicBezTo>
                  <a:cubicBezTo>
                    <a:pt x="1891" y="2686"/>
                    <a:pt x="1945" y="2715"/>
                    <a:pt x="2001" y="2715"/>
                  </a:cubicBezTo>
                  <a:cubicBezTo>
                    <a:pt x="2030" y="2715"/>
                    <a:pt x="2059" y="2707"/>
                    <a:pt x="2088" y="2690"/>
                  </a:cubicBezTo>
                  <a:cubicBezTo>
                    <a:pt x="2218" y="2612"/>
                    <a:pt x="2364" y="2571"/>
                    <a:pt x="2509" y="2571"/>
                  </a:cubicBezTo>
                  <a:close/>
                  <a:moveTo>
                    <a:pt x="6492" y="3075"/>
                  </a:moveTo>
                  <a:cubicBezTo>
                    <a:pt x="7494" y="3249"/>
                    <a:pt x="8454" y="3571"/>
                    <a:pt x="9368" y="4020"/>
                  </a:cubicBezTo>
                  <a:cubicBezTo>
                    <a:pt x="8021" y="4801"/>
                    <a:pt x="6712" y="5676"/>
                    <a:pt x="5518" y="6679"/>
                  </a:cubicBezTo>
                  <a:cubicBezTo>
                    <a:pt x="5688" y="5455"/>
                    <a:pt x="5992" y="4163"/>
                    <a:pt x="6492" y="3075"/>
                  </a:cubicBezTo>
                  <a:close/>
                  <a:moveTo>
                    <a:pt x="12872" y="2848"/>
                  </a:moveTo>
                  <a:cubicBezTo>
                    <a:pt x="13397" y="4042"/>
                    <a:pt x="13650" y="5500"/>
                    <a:pt x="13754" y="6728"/>
                  </a:cubicBezTo>
                  <a:cubicBezTo>
                    <a:pt x="12747" y="5654"/>
                    <a:pt x="11593" y="4693"/>
                    <a:pt x="10334" y="3947"/>
                  </a:cubicBezTo>
                  <a:cubicBezTo>
                    <a:pt x="11153" y="3495"/>
                    <a:pt x="12006" y="3109"/>
                    <a:pt x="12872" y="2848"/>
                  </a:cubicBezTo>
                  <a:close/>
                  <a:moveTo>
                    <a:pt x="4737" y="2927"/>
                  </a:moveTo>
                  <a:cubicBezTo>
                    <a:pt x="5183" y="2927"/>
                    <a:pt x="5621" y="2955"/>
                    <a:pt x="6052" y="3009"/>
                  </a:cubicBezTo>
                  <a:cubicBezTo>
                    <a:pt x="5489" y="4361"/>
                    <a:pt x="5199" y="5911"/>
                    <a:pt x="5044" y="7090"/>
                  </a:cubicBezTo>
                  <a:cubicBezTo>
                    <a:pt x="4978" y="7149"/>
                    <a:pt x="4908" y="7209"/>
                    <a:pt x="4842" y="7266"/>
                  </a:cubicBezTo>
                  <a:cubicBezTo>
                    <a:pt x="4453" y="7623"/>
                    <a:pt x="3976" y="8100"/>
                    <a:pt x="3495" y="8647"/>
                  </a:cubicBezTo>
                  <a:cubicBezTo>
                    <a:pt x="2708" y="7424"/>
                    <a:pt x="2212" y="6058"/>
                    <a:pt x="2260" y="4570"/>
                  </a:cubicBezTo>
                  <a:lnTo>
                    <a:pt x="2260" y="4570"/>
                  </a:lnTo>
                  <a:cubicBezTo>
                    <a:pt x="2291" y="4572"/>
                    <a:pt x="2322" y="4573"/>
                    <a:pt x="2353" y="4573"/>
                  </a:cubicBezTo>
                  <a:cubicBezTo>
                    <a:pt x="2554" y="4573"/>
                    <a:pt x="2755" y="4530"/>
                    <a:pt x="2939" y="4431"/>
                  </a:cubicBezTo>
                  <a:cubicBezTo>
                    <a:pt x="3439" y="4159"/>
                    <a:pt x="3733" y="3534"/>
                    <a:pt x="3593" y="2987"/>
                  </a:cubicBezTo>
                  <a:lnTo>
                    <a:pt x="3605" y="2987"/>
                  </a:lnTo>
                  <a:cubicBezTo>
                    <a:pt x="3988" y="2947"/>
                    <a:pt x="4365" y="2927"/>
                    <a:pt x="4737" y="2927"/>
                  </a:cubicBezTo>
                  <a:close/>
                  <a:moveTo>
                    <a:pt x="15071" y="2506"/>
                  </a:moveTo>
                  <a:cubicBezTo>
                    <a:pt x="15175" y="2506"/>
                    <a:pt x="15280" y="2508"/>
                    <a:pt x="15385" y="2513"/>
                  </a:cubicBezTo>
                  <a:cubicBezTo>
                    <a:pt x="15363" y="2569"/>
                    <a:pt x="15337" y="2624"/>
                    <a:pt x="15322" y="2683"/>
                  </a:cubicBezTo>
                  <a:cubicBezTo>
                    <a:pt x="15167" y="3266"/>
                    <a:pt x="15436" y="3910"/>
                    <a:pt x="16017" y="4112"/>
                  </a:cubicBezTo>
                  <a:cubicBezTo>
                    <a:pt x="16024" y="4178"/>
                    <a:pt x="16064" y="4241"/>
                    <a:pt x="16153" y="4258"/>
                  </a:cubicBezTo>
                  <a:cubicBezTo>
                    <a:pt x="16235" y="4276"/>
                    <a:pt x="16318" y="4285"/>
                    <a:pt x="16400" y="4285"/>
                  </a:cubicBezTo>
                  <a:cubicBezTo>
                    <a:pt x="16599" y="4285"/>
                    <a:pt x="16795" y="4234"/>
                    <a:pt x="16971" y="4147"/>
                  </a:cubicBezTo>
                  <a:lnTo>
                    <a:pt x="16971" y="4147"/>
                  </a:lnTo>
                  <a:cubicBezTo>
                    <a:pt x="17148" y="5850"/>
                    <a:pt x="16504" y="7414"/>
                    <a:pt x="15502" y="8795"/>
                  </a:cubicBezTo>
                  <a:cubicBezTo>
                    <a:pt x="15084" y="8233"/>
                    <a:pt x="14642" y="7711"/>
                    <a:pt x="14250" y="7266"/>
                  </a:cubicBezTo>
                  <a:cubicBezTo>
                    <a:pt x="14241" y="7161"/>
                    <a:pt x="14238" y="7054"/>
                    <a:pt x="14231" y="6950"/>
                  </a:cubicBezTo>
                  <a:cubicBezTo>
                    <a:pt x="14150" y="5680"/>
                    <a:pt x="13900" y="4074"/>
                    <a:pt x="13302" y="2727"/>
                  </a:cubicBezTo>
                  <a:cubicBezTo>
                    <a:pt x="13885" y="2583"/>
                    <a:pt x="14477" y="2506"/>
                    <a:pt x="15071" y="2506"/>
                  </a:cubicBezTo>
                  <a:close/>
                  <a:moveTo>
                    <a:pt x="14275" y="7961"/>
                  </a:moveTo>
                  <a:cubicBezTo>
                    <a:pt x="14605" y="8331"/>
                    <a:pt x="14936" y="8732"/>
                    <a:pt x="15240" y="9144"/>
                  </a:cubicBezTo>
                  <a:cubicBezTo>
                    <a:pt x="14918" y="9551"/>
                    <a:pt x="14569" y="9940"/>
                    <a:pt x="14202" y="10312"/>
                  </a:cubicBezTo>
                  <a:cubicBezTo>
                    <a:pt x="14275" y="9510"/>
                    <a:pt x="14289" y="8710"/>
                    <a:pt x="14275" y="7961"/>
                  </a:cubicBezTo>
                  <a:close/>
                  <a:moveTo>
                    <a:pt x="4959" y="7832"/>
                  </a:moveTo>
                  <a:lnTo>
                    <a:pt x="4959" y="7832"/>
                  </a:lnTo>
                  <a:cubicBezTo>
                    <a:pt x="4879" y="8700"/>
                    <a:pt x="4879" y="9595"/>
                    <a:pt x="4971" y="10480"/>
                  </a:cubicBezTo>
                  <a:cubicBezTo>
                    <a:pt x="4529" y="10029"/>
                    <a:pt x="4118" y="9548"/>
                    <a:pt x="3758" y="9036"/>
                  </a:cubicBezTo>
                  <a:cubicBezTo>
                    <a:pt x="4149" y="8612"/>
                    <a:pt x="4560" y="8204"/>
                    <a:pt x="4959" y="7832"/>
                  </a:cubicBezTo>
                  <a:close/>
                  <a:moveTo>
                    <a:pt x="9813" y="4248"/>
                  </a:moveTo>
                  <a:cubicBezTo>
                    <a:pt x="10723" y="4744"/>
                    <a:pt x="11590" y="5360"/>
                    <a:pt x="12402" y="6094"/>
                  </a:cubicBezTo>
                  <a:cubicBezTo>
                    <a:pt x="12803" y="6459"/>
                    <a:pt x="13294" y="6918"/>
                    <a:pt x="13796" y="7446"/>
                  </a:cubicBezTo>
                  <a:cubicBezTo>
                    <a:pt x="13808" y="7633"/>
                    <a:pt x="13812" y="7813"/>
                    <a:pt x="13812" y="7980"/>
                  </a:cubicBezTo>
                  <a:cubicBezTo>
                    <a:pt x="13824" y="8862"/>
                    <a:pt x="13793" y="9842"/>
                    <a:pt x="13672" y="10830"/>
                  </a:cubicBezTo>
                  <a:cubicBezTo>
                    <a:pt x="12981" y="11476"/>
                    <a:pt x="12251" y="12060"/>
                    <a:pt x="11564" y="12575"/>
                  </a:cubicBezTo>
                  <a:cubicBezTo>
                    <a:pt x="11065" y="12945"/>
                    <a:pt x="10389" y="13435"/>
                    <a:pt x="9621" y="13919"/>
                  </a:cubicBezTo>
                  <a:cubicBezTo>
                    <a:pt x="8612" y="13379"/>
                    <a:pt x="7725" y="12791"/>
                    <a:pt x="7168" y="12380"/>
                  </a:cubicBezTo>
                  <a:cubicBezTo>
                    <a:pt x="6590" y="11957"/>
                    <a:pt x="6014" y="11483"/>
                    <a:pt x="5471" y="10973"/>
                  </a:cubicBezTo>
                  <a:cubicBezTo>
                    <a:pt x="5398" y="10499"/>
                    <a:pt x="5353" y="10015"/>
                    <a:pt x="5338" y="9516"/>
                  </a:cubicBezTo>
                  <a:cubicBezTo>
                    <a:pt x="5323" y="8931"/>
                    <a:pt x="5348" y="8199"/>
                    <a:pt x="5430" y="7411"/>
                  </a:cubicBezTo>
                  <a:cubicBezTo>
                    <a:pt x="6028" y="6881"/>
                    <a:pt x="6587" y="6444"/>
                    <a:pt x="6994" y="6147"/>
                  </a:cubicBezTo>
                  <a:cubicBezTo>
                    <a:pt x="7854" y="5518"/>
                    <a:pt x="8805" y="4842"/>
                    <a:pt x="9813" y="4248"/>
                  </a:cubicBezTo>
                  <a:close/>
                  <a:moveTo>
                    <a:pt x="13565" y="11590"/>
                  </a:moveTo>
                  <a:lnTo>
                    <a:pt x="13565" y="11590"/>
                  </a:lnTo>
                  <a:cubicBezTo>
                    <a:pt x="13350" y="12835"/>
                    <a:pt x="12967" y="14051"/>
                    <a:pt x="12310" y="15047"/>
                  </a:cubicBezTo>
                  <a:cubicBezTo>
                    <a:pt x="11579" y="14841"/>
                    <a:pt x="10830" y="14529"/>
                    <a:pt x="10129" y="14180"/>
                  </a:cubicBezTo>
                  <a:cubicBezTo>
                    <a:pt x="10771" y="13761"/>
                    <a:pt x="11347" y="13346"/>
                    <a:pt x="11814" y="13000"/>
                  </a:cubicBezTo>
                  <a:cubicBezTo>
                    <a:pt x="12392" y="12575"/>
                    <a:pt x="12986" y="12101"/>
                    <a:pt x="13565" y="11590"/>
                  </a:cubicBezTo>
                  <a:close/>
                  <a:moveTo>
                    <a:pt x="5610" y="11700"/>
                  </a:moveTo>
                  <a:cubicBezTo>
                    <a:pt x="6143" y="12164"/>
                    <a:pt x="6682" y="12578"/>
                    <a:pt x="7183" y="12934"/>
                  </a:cubicBezTo>
                  <a:cubicBezTo>
                    <a:pt x="7689" y="13294"/>
                    <a:pt x="8387" y="13749"/>
                    <a:pt x="9181" y="14194"/>
                  </a:cubicBezTo>
                  <a:cubicBezTo>
                    <a:pt x="8545" y="14576"/>
                    <a:pt x="7857" y="14947"/>
                    <a:pt x="7164" y="15244"/>
                  </a:cubicBezTo>
                  <a:cubicBezTo>
                    <a:pt x="6429" y="14157"/>
                    <a:pt x="5900" y="12981"/>
                    <a:pt x="5610" y="11700"/>
                  </a:cubicBezTo>
                  <a:close/>
                  <a:moveTo>
                    <a:pt x="15527" y="9555"/>
                  </a:moveTo>
                  <a:cubicBezTo>
                    <a:pt x="16552" y="11080"/>
                    <a:pt x="17143" y="12759"/>
                    <a:pt x="16255" y="14162"/>
                  </a:cubicBezTo>
                  <a:cubicBezTo>
                    <a:pt x="15728" y="14988"/>
                    <a:pt x="14907" y="15304"/>
                    <a:pt x="13962" y="15304"/>
                  </a:cubicBezTo>
                  <a:cubicBezTo>
                    <a:pt x="13583" y="15304"/>
                    <a:pt x="13185" y="15253"/>
                    <a:pt x="12777" y="15164"/>
                  </a:cubicBezTo>
                  <a:cubicBezTo>
                    <a:pt x="13514" y="13988"/>
                    <a:pt x="13919" y="12545"/>
                    <a:pt x="14117" y="11084"/>
                  </a:cubicBezTo>
                  <a:cubicBezTo>
                    <a:pt x="14617" y="10603"/>
                    <a:pt x="15098" y="10095"/>
                    <a:pt x="15527" y="9555"/>
                  </a:cubicBezTo>
                  <a:close/>
                  <a:moveTo>
                    <a:pt x="3432" y="9409"/>
                  </a:moveTo>
                  <a:cubicBezTo>
                    <a:pt x="3921" y="10054"/>
                    <a:pt x="4482" y="10661"/>
                    <a:pt x="5066" y="11211"/>
                  </a:cubicBezTo>
                  <a:cubicBezTo>
                    <a:pt x="5316" y="12728"/>
                    <a:pt x="5853" y="14191"/>
                    <a:pt x="6735" y="15421"/>
                  </a:cubicBezTo>
                  <a:cubicBezTo>
                    <a:pt x="5945" y="15721"/>
                    <a:pt x="5156" y="15914"/>
                    <a:pt x="4426" y="15914"/>
                  </a:cubicBezTo>
                  <a:cubicBezTo>
                    <a:pt x="3627" y="15914"/>
                    <a:pt x="2900" y="15683"/>
                    <a:pt x="2323" y="15110"/>
                  </a:cubicBezTo>
                  <a:cubicBezTo>
                    <a:pt x="714" y="13511"/>
                    <a:pt x="1820" y="11289"/>
                    <a:pt x="3432" y="9409"/>
                  </a:cubicBezTo>
                  <a:close/>
                  <a:moveTo>
                    <a:pt x="9684" y="14462"/>
                  </a:moveTo>
                  <a:cubicBezTo>
                    <a:pt x="10426" y="14848"/>
                    <a:pt x="11223" y="15205"/>
                    <a:pt x="12023" y="15446"/>
                  </a:cubicBezTo>
                  <a:cubicBezTo>
                    <a:pt x="11671" y="15891"/>
                    <a:pt x="11252" y="16280"/>
                    <a:pt x="10749" y="16593"/>
                  </a:cubicBezTo>
                  <a:cubicBezTo>
                    <a:pt x="10601" y="16273"/>
                    <a:pt x="10235" y="16025"/>
                    <a:pt x="9893" y="16025"/>
                  </a:cubicBezTo>
                  <a:cubicBezTo>
                    <a:pt x="9745" y="16025"/>
                    <a:pt x="9602" y="16072"/>
                    <a:pt x="9481" y="16178"/>
                  </a:cubicBezTo>
                  <a:cubicBezTo>
                    <a:pt x="9437" y="16169"/>
                    <a:pt x="9392" y="16165"/>
                    <a:pt x="9346" y="16165"/>
                  </a:cubicBezTo>
                  <a:cubicBezTo>
                    <a:pt x="8964" y="16165"/>
                    <a:pt x="8582" y="16472"/>
                    <a:pt x="8460" y="16846"/>
                  </a:cubicBezTo>
                  <a:cubicBezTo>
                    <a:pt x="8094" y="16460"/>
                    <a:pt x="7755" y="16064"/>
                    <a:pt x="7450" y="15653"/>
                  </a:cubicBezTo>
                  <a:cubicBezTo>
                    <a:pt x="8229" y="15315"/>
                    <a:pt x="8985" y="14896"/>
                    <a:pt x="9684" y="14462"/>
                  </a:cubicBezTo>
                  <a:close/>
                  <a:moveTo>
                    <a:pt x="9885" y="16473"/>
                  </a:moveTo>
                  <a:cubicBezTo>
                    <a:pt x="10161" y="16473"/>
                    <a:pt x="10404" y="16613"/>
                    <a:pt x="10407" y="16978"/>
                  </a:cubicBezTo>
                  <a:cubicBezTo>
                    <a:pt x="10411" y="17401"/>
                    <a:pt x="10037" y="17739"/>
                    <a:pt x="9629" y="17768"/>
                  </a:cubicBezTo>
                  <a:cubicBezTo>
                    <a:pt x="9612" y="17770"/>
                    <a:pt x="9596" y="17770"/>
                    <a:pt x="9579" y="17770"/>
                  </a:cubicBezTo>
                  <a:cubicBezTo>
                    <a:pt x="9201" y="17770"/>
                    <a:pt x="8833" y="17465"/>
                    <a:pt x="8878" y="17057"/>
                  </a:cubicBezTo>
                  <a:cubicBezTo>
                    <a:pt x="8926" y="16675"/>
                    <a:pt x="9274" y="16560"/>
                    <a:pt x="9598" y="16560"/>
                  </a:cubicBezTo>
                  <a:cubicBezTo>
                    <a:pt x="9633" y="16560"/>
                    <a:pt x="9668" y="16561"/>
                    <a:pt x="9702" y="16564"/>
                  </a:cubicBezTo>
                  <a:cubicBezTo>
                    <a:pt x="9705" y="16564"/>
                    <a:pt x="9707" y="16564"/>
                    <a:pt x="9709" y="16564"/>
                  </a:cubicBezTo>
                  <a:cubicBezTo>
                    <a:pt x="9763" y="16564"/>
                    <a:pt x="9805" y="16524"/>
                    <a:pt x="9823" y="16476"/>
                  </a:cubicBezTo>
                  <a:cubicBezTo>
                    <a:pt x="9844" y="16474"/>
                    <a:pt x="9865" y="16473"/>
                    <a:pt x="9885" y="16473"/>
                  </a:cubicBezTo>
                  <a:close/>
                  <a:moveTo>
                    <a:pt x="9615" y="0"/>
                  </a:moveTo>
                  <a:cubicBezTo>
                    <a:pt x="9603" y="0"/>
                    <a:pt x="9592" y="0"/>
                    <a:pt x="9580" y="1"/>
                  </a:cubicBezTo>
                  <a:cubicBezTo>
                    <a:pt x="8009" y="16"/>
                    <a:pt x="6972" y="1093"/>
                    <a:pt x="6283" y="2494"/>
                  </a:cubicBezTo>
                  <a:cubicBezTo>
                    <a:pt x="5900" y="2447"/>
                    <a:pt x="5513" y="2421"/>
                    <a:pt x="5122" y="2421"/>
                  </a:cubicBezTo>
                  <a:cubicBezTo>
                    <a:pt x="4604" y="2421"/>
                    <a:pt x="4079" y="2466"/>
                    <a:pt x="3549" y="2564"/>
                  </a:cubicBezTo>
                  <a:cubicBezTo>
                    <a:pt x="3495" y="2576"/>
                    <a:pt x="3461" y="2605"/>
                    <a:pt x="3435" y="2642"/>
                  </a:cubicBezTo>
                  <a:cubicBezTo>
                    <a:pt x="3221" y="2341"/>
                    <a:pt x="2867" y="2172"/>
                    <a:pt x="2515" y="2172"/>
                  </a:cubicBezTo>
                  <a:cubicBezTo>
                    <a:pt x="2343" y="2172"/>
                    <a:pt x="2171" y="2213"/>
                    <a:pt x="2017" y="2297"/>
                  </a:cubicBezTo>
                  <a:cubicBezTo>
                    <a:pt x="1349" y="2415"/>
                    <a:pt x="923" y="3043"/>
                    <a:pt x="1132" y="3723"/>
                  </a:cubicBezTo>
                  <a:cubicBezTo>
                    <a:pt x="1254" y="4125"/>
                    <a:pt x="1577" y="4406"/>
                    <a:pt x="1956" y="4519"/>
                  </a:cubicBezTo>
                  <a:cubicBezTo>
                    <a:pt x="1640" y="6103"/>
                    <a:pt x="2212" y="7652"/>
                    <a:pt x="3167" y="9036"/>
                  </a:cubicBezTo>
                  <a:cubicBezTo>
                    <a:pt x="1499" y="11058"/>
                    <a:pt x="0" y="13856"/>
                    <a:pt x="2149" y="15609"/>
                  </a:cubicBezTo>
                  <a:cubicBezTo>
                    <a:pt x="2822" y="16157"/>
                    <a:pt x="3610" y="16379"/>
                    <a:pt x="4449" y="16379"/>
                  </a:cubicBezTo>
                  <a:cubicBezTo>
                    <a:pt x="5282" y="16379"/>
                    <a:pt x="6165" y="16160"/>
                    <a:pt x="7035" y="15821"/>
                  </a:cubicBezTo>
                  <a:cubicBezTo>
                    <a:pt x="7440" y="16318"/>
                    <a:pt x="7895" y="16769"/>
                    <a:pt x="8427" y="17162"/>
                  </a:cubicBezTo>
                  <a:cubicBezTo>
                    <a:pt x="8447" y="17762"/>
                    <a:pt x="8970" y="18224"/>
                    <a:pt x="9562" y="18224"/>
                  </a:cubicBezTo>
                  <a:cubicBezTo>
                    <a:pt x="9604" y="18224"/>
                    <a:pt x="9647" y="18222"/>
                    <a:pt x="9690" y="18217"/>
                  </a:cubicBezTo>
                  <a:cubicBezTo>
                    <a:pt x="10290" y="18151"/>
                    <a:pt x="10808" y="17636"/>
                    <a:pt x="10834" y="17041"/>
                  </a:cubicBezTo>
                  <a:cubicBezTo>
                    <a:pt x="10869" y="17041"/>
                    <a:pt x="10907" y="17034"/>
                    <a:pt x="10944" y="17009"/>
                  </a:cubicBezTo>
                  <a:cubicBezTo>
                    <a:pt x="11564" y="16630"/>
                    <a:pt x="12076" y="16141"/>
                    <a:pt x="12493" y="15575"/>
                  </a:cubicBezTo>
                  <a:cubicBezTo>
                    <a:pt x="13002" y="15701"/>
                    <a:pt x="13503" y="15774"/>
                    <a:pt x="13981" y="15774"/>
                  </a:cubicBezTo>
                  <a:cubicBezTo>
                    <a:pt x="14895" y="15774"/>
                    <a:pt x="15723" y="15506"/>
                    <a:pt x="16343" y="14826"/>
                  </a:cubicBezTo>
                  <a:cubicBezTo>
                    <a:pt x="17879" y="13141"/>
                    <a:pt x="17022" y="10992"/>
                    <a:pt x="15796" y="9206"/>
                  </a:cubicBezTo>
                  <a:cubicBezTo>
                    <a:pt x="16956" y="7638"/>
                    <a:pt x="17692" y="5838"/>
                    <a:pt x="17411" y="3850"/>
                  </a:cubicBezTo>
                  <a:cubicBezTo>
                    <a:pt x="17411" y="3836"/>
                    <a:pt x="17405" y="3828"/>
                    <a:pt x="17401" y="3814"/>
                  </a:cubicBezTo>
                  <a:cubicBezTo>
                    <a:pt x="17522" y="3667"/>
                    <a:pt x="17617" y="3495"/>
                    <a:pt x="17665" y="3296"/>
                  </a:cubicBezTo>
                  <a:cubicBezTo>
                    <a:pt x="17816" y="2658"/>
                    <a:pt x="17357" y="2077"/>
                    <a:pt x="16747" y="1919"/>
                  </a:cubicBezTo>
                  <a:cubicBezTo>
                    <a:pt x="16641" y="1891"/>
                    <a:pt x="16533" y="1877"/>
                    <a:pt x="16426" y="1877"/>
                  </a:cubicBezTo>
                  <a:cubicBezTo>
                    <a:pt x="16096" y="1877"/>
                    <a:pt x="15778" y="2007"/>
                    <a:pt x="15561" y="2245"/>
                  </a:cubicBezTo>
                  <a:lnTo>
                    <a:pt x="15561" y="2245"/>
                  </a:lnTo>
                  <a:cubicBezTo>
                    <a:pt x="15207" y="2175"/>
                    <a:pt x="14859" y="2143"/>
                    <a:pt x="14517" y="2143"/>
                  </a:cubicBezTo>
                  <a:cubicBezTo>
                    <a:pt x="14034" y="2143"/>
                    <a:pt x="13563" y="2207"/>
                    <a:pt x="13100" y="2319"/>
                  </a:cubicBezTo>
                  <a:cubicBezTo>
                    <a:pt x="12403" y="992"/>
                    <a:pt x="11307" y="0"/>
                    <a:pt x="9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61"/>
            <p:cNvSpPr/>
            <p:nvPr/>
          </p:nvSpPr>
          <p:spPr>
            <a:xfrm>
              <a:off x="-592675" y="1123475"/>
              <a:ext cx="45675" cy="40375"/>
            </a:xfrm>
            <a:custGeom>
              <a:avLst/>
              <a:gdLst/>
              <a:ahLst/>
              <a:cxnLst/>
              <a:rect l="l" t="t" r="r" b="b"/>
              <a:pathLst>
                <a:path w="1827" h="1615" extrusionOk="0">
                  <a:moveTo>
                    <a:pt x="915" y="0"/>
                  </a:moveTo>
                  <a:cubicBezTo>
                    <a:pt x="121" y="0"/>
                    <a:pt x="0" y="1173"/>
                    <a:pt x="623" y="1595"/>
                  </a:cubicBezTo>
                  <a:lnTo>
                    <a:pt x="641" y="1614"/>
                  </a:lnTo>
                  <a:cubicBezTo>
                    <a:pt x="661" y="1603"/>
                    <a:pt x="684" y="1598"/>
                    <a:pt x="709" y="1598"/>
                  </a:cubicBezTo>
                  <a:cubicBezTo>
                    <a:pt x="721" y="1598"/>
                    <a:pt x="734" y="1600"/>
                    <a:pt x="747" y="1602"/>
                  </a:cubicBezTo>
                  <a:cubicBezTo>
                    <a:pt x="793" y="1611"/>
                    <a:pt x="839" y="1615"/>
                    <a:pt x="886" y="1615"/>
                  </a:cubicBezTo>
                  <a:cubicBezTo>
                    <a:pt x="1312" y="1615"/>
                    <a:pt x="1725" y="1264"/>
                    <a:pt x="1776" y="834"/>
                  </a:cubicBezTo>
                  <a:cubicBezTo>
                    <a:pt x="1827" y="419"/>
                    <a:pt x="1479" y="97"/>
                    <a:pt x="1093" y="19"/>
                  </a:cubicBezTo>
                  <a:cubicBezTo>
                    <a:pt x="1031" y="6"/>
                    <a:pt x="971" y="0"/>
                    <a:pt x="9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61"/>
            <p:cNvSpPr/>
            <p:nvPr/>
          </p:nvSpPr>
          <p:spPr>
            <a:xfrm>
              <a:off x="-801275" y="1239325"/>
              <a:ext cx="118550" cy="102075"/>
            </a:xfrm>
            <a:custGeom>
              <a:avLst/>
              <a:gdLst/>
              <a:ahLst/>
              <a:cxnLst/>
              <a:rect l="l" t="t" r="r" b="b"/>
              <a:pathLst>
                <a:path w="4742" h="4083" extrusionOk="0">
                  <a:moveTo>
                    <a:pt x="2292" y="498"/>
                  </a:moveTo>
                  <a:cubicBezTo>
                    <a:pt x="2457" y="498"/>
                    <a:pt x="2627" y="521"/>
                    <a:pt x="2795" y="568"/>
                  </a:cubicBezTo>
                  <a:cubicBezTo>
                    <a:pt x="3622" y="799"/>
                    <a:pt x="4295" y="1714"/>
                    <a:pt x="4026" y="2584"/>
                  </a:cubicBezTo>
                  <a:cubicBezTo>
                    <a:pt x="3790" y="3352"/>
                    <a:pt x="2924" y="3580"/>
                    <a:pt x="2175" y="3668"/>
                  </a:cubicBezTo>
                  <a:cubicBezTo>
                    <a:pt x="2168" y="3661"/>
                    <a:pt x="2159" y="3649"/>
                    <a:pt x="2149" y="3646"/>
                  </a:cubicBezTo>
                  <a:cubicBezTo>
                    <a:pt x="1315" y="3393"/>
                    <a:pt x="452" y="2881"/>
                    <a:pt x="629" y="1869"/>
                  </a:cubicBezTo>
                  <a:cubicBezTo>
                    <a:pt x="774" y="1019"/>
                    <a:pt x="1494" y="498"/>
                    <a:pt x="2292" y="498"/>
                  </a:cubicBezTo>
                  <a:close/>
                  <a:moveTo>
                    <a:pt x="2259" y="1"/>
                  </a:moveTo>
                  <a:cubicBezTo>
                    <a:pt x="1205" y="1"/>
                    <a:pt x="268" y="753"/>
                    <a:pt x="121" y="1831"/>
                  </a:cubicBezTo>
                  <a:cubicBezTo>
                    <a:pt x="0" y="2728"/>
                    <a:pt x="702" y="3841"/>
                    <a:pt x="1624" y="3899"/>
                  </a:cubicBezTo>
                  <a:cubicBezTo>
                    <a:pt x="1628" y="3987"/>
                    <a:pt x="1686" y="4072"/>
                    <a:pt x="1804" y="4079"/>
                  </a:cubicBezTo>
                  <a:cubicBezTo>
                    <a:pt x="1869" y="4082"/>
                    <a:pt x="1935" y="4083"/>
                    <a:pt x="2001" y="4083"/>
                  </a:cubicBezTo>
                  <a:cubicBezTo>
                    <a:pt x="3082" y="4083"/>
                    <a:pt x="4333" y="3728"/>
                    <a:pt x="4536" y="2496"/>
                  </a:cubicBezTo>
                  <a:cubicBezTo>
                    <a:pt x="4742" y="1247"/>
                    <a:pt x="3707" y="141"/>
                    <a:pt x="2501" y="14"/>
                  </a:cubicBezTo>
                  <a:cubicBezTo>
                    <a:pt x="2420" y="5"/>
                    <a:pt x="2339" y="1"/>
                    <a:pt x="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61"/>
            <p:cNvSpPr/>
            <p:nvPr/>
          </p:nvSpPr>
          <p:spPr>
            <a:xfrm>
              <a:off x="-789975" y="1251775"/>
              <a:ext cx="96075" cy="79250"/>
            </a:xfrm>
            <a:custGeom>
              <a:avLst/>
              <a:gdLst/>
              <a:ahLst/>
              <a:cxnLst/>
              <a:rect l="l" t="t" r="r" b="b"/>
              <a:pathLst>
                <a:path w="3843" h="3170" extrusionOk="0">
                  <a:moveTo>
                    <a:pt x="1840" y="0"/>
                  </a:moveTo>
                  <a:cubicBezTo>
                    <a:pt x="1042" y="0"/>
                    <a:pt x="322" y="521"/>
                    <a:pt x="177" y="1371"/>
                  </a:cubicBezTo>
                  <a:cubicBezTo>
                    <a:pt x="0" y="2383"/>
                    <a:pt x="863" y="2895"/>
                    <a:pt x="1697" y="3148"/>
                  </a:cubicBezTo>
                  <a:cubicBezTo>
                    <a:pt x="1707" y="3151"/>
                    <a:pt x="1716" y="3163"/>
                    <a:pt x="1723" y="3170"/>
                  </a:cubicBezTo>
                  <a:cubicBezTo>
                    <a:pt x="2472" y="3082"/>
                    <a:pt x="3338" y="2854"/>
                    <a:pt x="3574" y="2086"/>
                  </a:cubicBezTo>
                  <a:cubicBezTo>
                    <a:pt x="3843" y="1216"/>
                    <a:pt x="3170" y="301"/>
                    <a:pt x="2343" y="70"/>
                  </a:cubicBezTo>
                  <a:cubicBezTo>
                    <a:pt x="2175" y="23"/>
                    <a:pt x="2005" y="0"/>
                    <a:pt x="1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61"/>
            <p:cNvSpPr/>
            <p:nvPr/>
          </p:nvSpPr>
          <p:spPr>
            <a:xfrm>
              <a:off x="-759575" y="1478075"/>
              <a:ext cx="39475" cy="32450"/>
            </a:xfrm>
            <a:custGeom>
              <a:avLst/>
              <a:gdLst/>
              <a:ahLst/>
              <a:cxnLst/>
              <a:rect l="l" t="t" r="r" b="b"/>
              <a:pathLst>
                <a:path w="1579" h="1298" extrusionOk="0">
                  <a:moveTo>
                    <a:pt x="1054" y="0"/>
                  </a:moveTo>
                  <a:cubicBezTo>
                    <a:pt x="1033" y="0"/>
                    <a:pt x="1012" y="1"/>
                    <a:pt x="991" y="3"/>
                  </a:cubicBezTo>
                  <a:cubicBezTo>
                    <a:pt x="973" y="51"/>
                    <a:pt x="933" y="91"/>
                    <a:pt x="877" y="91"/>
                  </a:cubicBezTo>
                  <a:cubicBezTo>
                    <a:pt x="875" y="91"/>
                    <a:pt x="873" y="91"/>
                    <a:pt x="870" y="91"/>
                  </a:cubicBezTo>
                  <a:cubicBezTo>
                    <a:pt x="836" y="88"/>
                    <a:pt x="801" y="87"/>
                    <a:pt x="766" y="87"/>
                  </a:cubicBezTo>
                  <a:cubicBezTo>
                    <a:pt x="442" y="87"/>
                    <a:pt x="94" y="202"/>
                    <a:pt x="48" y="584"/>
                  </a:cubicBezTo>
                  <a:cubicBezTo>
                    <a:pt x="1" y="992"/>
                    <a:pt x="369" y="1297"/>
                    <a:pt x="747" y="1297"/>
                  </a:cubicBezTo>
                  <a:cubicBezTo>
                    <a:pt x="764" y="1297"/>
                    <a:pt x="780" y="1297"/>
                    <a:pt x="797" y="1295"/>
                  </a:cubicBezTo>
                  <a:cubicBezTo>
                    <a:pt x="1205" y="1266"/>
                    <a:pt x="1579" y="928"/>
                    <a:pt x="1575" y="505"/>
                  </a:cubicBezTo>
                  <a:cubicBezTo>
                    <a:pt x="1572" y="140"/>
                    <a:pt x="1331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61"/>
            <p:cNvSpPr/>
            <p:nvPr/>
          </p:nvSpPr>
          <p:spPr>
            <a:xfrm>
              <a:off x="-945625" y="1130525"/>
              <a:ext cx="49575" cy="39725"/>
            </a:xfrm>
            <a:custGeom>
              <a:avLst/>
              <a:gdLst/>
              <a:ahLst/>
              <a:cxnLst/>
              <a:rect l="l" t="t" r="r" b="b"/>
              <a:pathLst>
                <a:path w="1983" h="1589" extrusionOk="0">
                  <a:moveTo>
                    <a:pt x="1119" y="0"/>
                  </a:moveTo>
                  <a:cubicBezTo>
                    <a:pt x="974" y="0"/>
                    <a:pt x="828" y="41"/>
                    <a:pt x="698" y="119"/>
                  </a:cubicBezTo>
                  <a:cubicBezTo>
                    <a:pt x="669" y="136"/>
                    <a:pt x="640" y="144"/>
                    <a:pt x="611" y="144"/>
                  </a:cubicBezTo>
                  <a:cubicBezTo>
                    <a:pt x="555" y="144"/>
                    <a:pt x="501" y="115"/>
                    <a:pt x="462" y="71"/>
                  </a:cubicBezTo>
                  <a:cubicBezTo>
                    <a:pt x="158" y="324"/>
                    <a:pt x="0" y="732"/>
                    <a:pt x="172" y="1118"/>
                  </a:cubicBezTo>
                  <a:cubicBezTo>
                    <a:pt x="313" y="1429"/>
                    <a:pt x="617" y="1589"/>
                    <a:pt x="929" y="1589"/>
                  </a:cubicBezTo>
                  <a:cubicBezTo>
                    <a:pt x="1111" y="1589"/>
                    <a:pt x="1295" y="1534"/>
                    <a:pt x="1451" y="1423"/>
                  </a:cubicBezTo>
                  <a:cubicBezTo>
                    <a:pt x="1808" y="1174"/>
                    <a:pt x="1983" y="596"/>
                    <a:pt x="1667" y="244"/>
                  </a:cubicBezTo>
                  <a:cubicBezTo>
                    <a:pt x="1519" y="79"/>
                    <a:pt x="1320" y="0"/>
                    <a:pt x="1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5" name="Google Shape;2665;p61"/>
          <p:cNvGrpSpPr/>
          <p:nvPr/>
        </p:nvGrpSpPr>
        <p:grpSpPr>
          <a:xfrm>
            <a:off x="4285138" y="253963"/>
            <a:ext cx="472725" cy="433300"/>
            <a:chOff x="1149725" y="1443925"/>
            <a:chExt cx="472725" cy="433300"/>
          </a:xfrm>
        </p:grpSpPr>
        <p:sp>
          <p:nvSpPr>
            <p:cNvPr id="2666" name="Google Shape;2666;p61"/>
            <p:cNvSpPr/>
            <p:nvPr/>
          </p:nvSpPr>
          <p:spPr>
            <a:xfrm>
              <a:off x="1149725" y="1443925"/>
              <a:ext cx="472725" cy="433300"/>
            </a:xfrm>
            <a:custGeom>
              <a:avLst/>
              <a:gdLst/>
              <a:ahLst/>
              <a:cxnLst/>
              <a:rect l="l" t="t" r="r" b="b"/>
              <a:pathLst>
                <a:path w="18909" h="17332" extrusionOk="0">
                  <a:moveTo>
                    <a:pt x="6000" y="463"/>
                  </a:moveTo>
                  <a:lnTo>
                    <a:pt x="6000" y="463"/>
                  </a:lnTo>
                  <a:cubicBezTo>
                    <a:pt x="6535" y="472"/>
                    <a:pt x="7079" y="519"/>
                    <a:pt x="7559" y="735"/>
                  </a:cubicBezTo>
                  <a:cubicBezTo>
                    <a:pt x="8261" y="1054"/>
                    <a:pt x="8604" y="1678"/>
                    <a:pt x="8652" y="2396"/>
                  </a:cubicBezTo>
                  <a:cubicBezTo>
                    <a:pt x="7801" y="1712"/>
                    <a:pt x="6892" y="1097"/>
                    <a:pt x="6000" y="463"/>
                  </a:cubicBezTo>
                  <a:close/>
                  <a:moveTo>
                    <a:pt x="5762" y="590"/>
                  </a:moveTo>
                  <a:lnTo>
                    <a:pt x="5762" y="590"/>
                  </a:lnTo>
                  <a:cubicBezTo>
                    <a:pt x="6684" y="1295"/>
                    <a:pt x="7593" y="2034"/>
                    <a:pt x="8553" y="2685"/>
                  </a:cubicBezTo>
                  <a:cubicBezTo>
                    <a:pt x="8578" y="2704"/>
                    <a:pt x="8603" y="2709"/>
                    <a:pt x="8626" y="2709"/>
                  </a:cubicBezTo>
                  <a:cubicBezTo>
                    <a:pt x="8635" y="2709"/>
                    <a:pt x="8643" y="2708"/>
                    <a:pt x="8652" y="2707"/>
                  </a:cubicBezTo>
                  <a:cubicBezTo>
                    <a:pt x="8652" y="2724"/>
                    <a:pt x="8655" y="2739"/>
                    <a:pt x="8652" y="2762"/>
                  </a:cubicBezTo>
                  <a:cubicBezTo>
                    <a:pt x="8652" y="2773"/>
                    <a:pt x="8655" y="2782"/>
                    <a:pt x="8655" y="2796"/>
                  </a:cubicBezTo>
                  <a:cubicBezTo>
                    <a:pt x="8508" y="2818"/>
                    <a:pt x="8363" y="2828"/>
                    <a:pt x="8220" y="2828"/>
                  </a:cubicBezTo>
                  <a:cubicBezTo>
                    <a:pt x="6936" y="2828"/>
                    <a:pt x="5838" y="1958"/>
                    <a:pt x="5762" y="590"/>
                  </a:cubicBezTo>
                  <a:close/>
                  <a:moveTo>
                    <a:pt x="10243" y="1032"/>
                  </a:moveTo>
                  <a:cubicBezTo>
                    <a:pt x="10605" y="1224"/>
                    <a:pt x="10860" y="1601"/>
                    <a:pt x="10880" y="2014"/>
                  </a:cubicBezTo>
                  <a:cubicBezTo>
                    <a:pt x="10880" y="2065"/>
                    <a:pt x="10903" y="2102"/>
                    <a:pt x="10931" y="2133"/>
                  </a:cubicBezTo>
                  <a:cubicBezTo>
                    <a:pt x="10087" y="3059"/>
                    <a:pt x="9708" y="4554"/>
                    <a:pt x="10091" y="5743"/>
                  </a:cubicBezTo>
                  <a:cubicBezTo>
                    <a:pt x="10019" y="5765"/>
                    <a:pt x="9943" y="5790"/>
                    <a:pt x="9870" y="5816"/>
                  </a:cubicBezTo>
                  <a:cubicBezTo>
                    <a:pt x="9272" y="4189"/>
                    <a:pt x="9382" y="2643"/>
                    <a:pt x="10218" y="1105"/>
                  </a:cubicBezTo>
                  <a:cubicBezTo>
                    <a:pt x="10232" y="1080"/>
                    <a:pt x="10240" y="1054"/>
                    <a:pt x="10243" y="1032"/>
                  </a:cubicBezTo>
                  <a:close/>
                  <a:moveTo>
                    <a:pt x="13948" y="2745"/>
                  </a:moveTo>
                  <a:cubicBezTo>
                    <a:pt x="14599" y="2745"/>
                    <a:pt x="15261" y="2911"/>
                    <a:pt x="15897" y="3283"/>
                  </a:cubicBezTo>
                  <a:cubicBezTo>
                    <a:pt x="17570" y="4262"/>
                    <a:pt x="18080" y="6190"/>
                    <a:pt x="18165" y="7999"/>
                  </a:cubicBezTo>
                  <a:cubicBezTo>
                    <a:pt x="18229" y="9414"/>
                    <a:pt x="18012" y="10866"/>
                    <a:pt x="17536" y="12200"/>
                  </a:cubicBezTo>
                  <a:cubicBezTo>
                    <a:pt x="16847" y="14151"/>
                    <a:pt x="15877" y="15345"/>
                    <a:pt x="14187" y="15345"/>
                  </a:cubicBezTo>
                  <a:cubicBezTo>
                    <a:pt x="13724" y="15345"/>
                    <a:pt x="13207" y="15256"/>
                    <a:pt x="12627" y="15068"/>
                  </a:cubicBezTo>
                  <a:cubicBezTo>
                    <a:pt x="12664" y="15003"/>
                    <a:pt x="12703" y="14940"/>
                    <a:pt x="12737" y="14872"/>
                  </a:cubicBezTo>
                  <a:cubicBezTo>
                    <a:pt x="12837" y="14684"/>
                    <a:pt x="12671" y="14510"/>
                    <a:pt x="12511" y="14510"/>
                  </a:cubicBezTo>
                  <a:cubicBezTo>
                    <a:pt x="12439" y="14510"/>
                    <a:pt x="12369" y="14545"/>
                    <a:pt x="12324" y="14629"/>
                  </a:cubicBezTo>
                  <a:cubicBezTo>
                    <a:pt x="11475" y="16203"/>
                    <a:pt x="10427" y="16810"/>
                    <a:pt x="9332" y="16810"/>
                  </a:cubicBezTo>
                  <a:cubicBezTo>
                    <a:pt x="7014" y="16810"/>
                    <a:pt x="4487" y="14085"/>
                    <a:pt x="3197" y="12051"/>
                  </a:cubicBezTo>
                  <a:cubicBezTo>
                    <a:pt x="535" y="7859"/>
                    <a:pt x="3467" y="4489"/>
                    <a:pt x="7606" y="4489"/>
                  </a:cubicBezTo>
                  <a:cubicBezTo>
                    <a:pt x="8097" y="4489"/>
                    <a:pt x="8605" y="4536"/>
                    <a:pt x="9122" y="4635"/>
                  </a:cubicBezTo>
                  <a:cubicBezTo>
                    <a:pt x="9221" y="5085"/>
                    <a:pt x="9374" y="5522"/>
                    <a:pt x="9598" y="5930"/>
                  </a:cubicBezTo>
                  <a:cubicBezTo>
                    <a:pt x="9280" y="6074"/>
                    <a:pt x="8978" y="6244"/>
                    <a:pt x="8711" y="6431"/>
                  </a:cubicBezTo>
                  <a:cubicBezTo>
                    <a:pt x="8560" y="6536"/>
                    <a:pt x="8645" y="6748"/>
                    <a:pt x="8794" y="6748"/>
                  </a:cubicBezTo>
                  <a:cubicBezTo>
                    <a:pt x="8821" y="6748"/>
                    <a:pt x="8850" y="6741"/>
                    <a:pt x="8881" y="6725"/>
                  </a:cubicBezTo>
                  <a:cubicBezTo>
                    <a:pt x="9785" y="6241"/>
                    <a:pt x="10622" y="6105"/>
                    <a:pt x="11616" y="5943"/>
                  </a:cubicBezTo>
                  <a:cubicBezTo>
                    <a:pt x="11866" y="5901"/>
                    <a:pt x="11781" y="5548"/>
                    <a:pt x="11560" y="5531"/>
                  </a:cubicBezTo>
                  <a:cubicBezTo>
                    <a:pt x="11477" y="5523"/>
                    <a:pt x="11394" y="5519"/>
                    <a:pt x="11311" y="5519"/>
                  </a:cubicBezTo>
                  <a:cubicBezTo>
                    <a:pt x="10979" y="5519"/>
                    <a:pt x="10641" y="5577"/>
                    <a:pt x="10311" y="5672"/>
                  </a:cubicBezTo>
                  <a:cubicBezTo>
                    <a:pt x="10299" y="5233"/>
                    <a:pt x="10325" y="4834"/>
                    <a:pt x="10388" y="4460"/>
                  </a:cubicBezTo>
                  <a:cubicBezTo>
                    <a:pt x="11337" y="3432"/>
                    <a:pt x="12622" y="2745"/>
                    <a:pt x="13948" y="2745"/>
                  </a:cubicBezTo>
                  <a:close/>
                  <a:moveTo>
                    <a:pt x="5524" y="1"/>
                  </a:moveTo>
                  <a:cubicBezTo>
                    <a:pt x="5398" y="1"/>
                    <a:pt x="5317" y="109"/>
                    <a:pt x="5303" y="230"/>
                  </a:cubicBezTo>
                  <a:cubicBezTo>
                    <a:pt x="5166" y="1866"/>
                    <a:pt x="6461" y="3241"/>
                    <a:pt x="7958" y="3241"/>
                  </a:cubicBezTo>
                  <a:cubicBezTo>
                    <a:pt x="8319" y="3241"/>
                    <a:pt x="8691" y="3161"/>
                    <a:pt x="9058" y="2986"/>
                  </a:cubicBezTo>
                  <a:lnTo>
                    <a:pt x="9058" y="2986"/>
                  </a:lnTo>
                  <a:cubicBezTo>
                    <a:pt x="9003" y="3407"/>
                    <a:pt x="9007" y="3837"/>
                    <a:pt x="9058" y="4256"/>
                  </a:cubicBezTo>
                  <a:cubicBezTo>
                    <a:pt x="8449" y="4094"/>
                    <a:pt x="7842" y="4018"/>
                    <a:pt x="7253" y="4018"/>
                  </a:cubicBezTo>
                  <a:cubicBezTo>
                    <a:pt x="3222" y="4018"/>
                    <a:pt x="1" y="7592"/>
                    <a:pt x="2427" y="11762"/>
                  </a:cubicBezTo>
                  <a:cubicBezTo>
                    <a:pt x="3857" y="14218"/>
                    <a:pt x="6764" y="17331"/>
                    <a:pt x="9393" y="17331"/>
                  </a:cubicBezTo>
                  <a:cubicBezTo>
                    <a:pt x="10484" y="17331"/>
                    <a:pt x="11528" y="16795"/>
                    <a:pt x="12397" y="15453"/>
                  </a:cubicBezTo>
                  <a:cubicBezTo>
                    <a:pt x="12401" y="15458"/>
                    <a:pt x="12406" y="15462"/>
                    <a:pt x="12414" y="15467"/>
                  </a:cubicBezTo>
                  <a:cubicBezTo>
                    <a:pt x="13181" y="15729"/>
                    <a:pt x="13851" y="15875"/>
                    <a:pt x="14447" y="15875"/>
                  </a:cubicBezTo>
                  <a:cubicBezTo>
                    <a:pt x="15689" y="15875"/>
                    <a:pt x="16605" y="15240"/>
                    <a:pt x="17392" y="13703"/>
                  </a:cubicBezTo>
                  <a:cubicBezTo>
                    <a:pt x="18510" y="11524"/>
                    <a:pt x="18909" y="8913"/>
                    <a:pt x="18454" y="6504"/>
                  </a:cubicBezTo>
                  <a:cubicBezTo>
                    <a:pt x="17975" y="3978"/>
                    <a:pt x="15867" y="2316"/>
                    <a:pt x="13724" y="2316"/>
                  </a:cubicBezTo>
                  <a:cubicBezTo>
                    <a:pt x="12594" y="2316"/>
                    <a:pt x="11453" y="2778"/>
                    <a:pt x="10537" y="3820"/>
                  </a:cubicBezTo>
                  <a:cubicBezTo>
                    <a:pt x="10716" y="3249"/>
                    <a:pt x="11008" y="2714"/>
                    <a:pt x="11450" y="2153"/>
                  </a:cubicBezTo>
                  <a:cubicBezTo>
                    <a:pt x="11563" y="2007"/>
                    <a:pt x="11455" y="1831"/>
                    <a:pt x="11311" y="1831"/>
                  </a:cubicBezTo>
                  <a:cubicBezTo>
                    <a:pt x="11276" y="1831"/>
                    <a:pt x="11239" y="1842"/>
                    <a:pt x="11203" y="1865"/>
                  </a:cubicBezTo>
                  <a:cubicBezTo>
                    <a:pt x="11118" y="1326"/>
                    <a:pt x="10750" y="879"/>
                    <a:pt x="10215" y="723"/>
                  </a:cubicBezTo>
                  <a:cubicBezTo>
                    <a:pt x="10199" y="719"/>
                    <a:pt x="10185" y="717"/>
                    <a:pt x="10173" y="717"/>
                  </a:cubicBezTo>
                  <a:cubicBezTo>
                    <a:pt x="10115" y="717"/>
                    <a:pt x="10078" y="754"/>
                    <a:pt x="10062" y="799"/>
                  </a:cubicBezTo>
                  <a:cubicBezTo>
                    <a:pt x="10052" y="798"/>
                    <a:pt x="10042" y="798"/>
                    <a:pt x="10031" y="798"/>
                  </a:cubicBezTo>
                  <a:cubicBezTo>
                    <a:pt x="9967" y="798"/>
                    <a:pt x="9901" y="822"/>
                    <a:pt x="9853" y="893"/>
                  </a:cubicBezTo>
                  <a:cubicBezTo>
                    <a:pt x="9470" y="1436"/>
                    <a:pt x="9216" y="2057"/>
                    <a:pt x="9097" y="2697"/>
                  </a:cubicBezTo>
                  <a:lnTo>
                    <a:pt x="9092" y="2697"/>
                  </a:lnTo>
                  <a:cubicBezTo>
                    <a:pt x="9058" y="2711"/>
                    <a:pt x="9029" y="2714"/>
                    <a:pt x="8995" y="2722"/>
                  </a:cubicBezTo>
                  <a:cubicBezTo>
                    <a:pt x="9071" y="1907"/>
                    <a:pt x="8777" y="1117"/>
                    <a:pt x="8111" y="616"/>
                  </a:cubicBezTo>
                  <a:cubicBezTo>
                    <a:pt x="7367" y="60"/>
                    <a:pt x="6421" y="13"/>
                    <a:pt x="5533" y="1"/>
                  </a:cubicBezTo>
                  <a:cubicBezTo>
                    <a:pt x="5530" y="1"/>
                    <a:pt x="5527" y="1"/>
                    <a:pt x="5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61"/>
            <p:cNvSpPr/>
            <p:nvPr/>
          </p:nvSpPr>
          <p:spPr>
            <a:xfrm>
              <a:off x="1163075" y="1512550"/>
              <a:ext cx="442400" cy="351625"/>
            </a:xfrm>
            <a:custGeom>
              <a:avLst/>
              <a:gdLst/>
              <a:ahLst/>
              <a:cxnLst/>
              <a:rect l="l" t="t" r="r" b="b"/>
              <a:pathLst>
                <a:path w="17696" h="14065" extrusionOk="0">
                  <a:moveTo>
                    <a:pt x="13414" y="0"/>
                  </a:moveTo>
                  <a:cubicBezTo>
                    <a:pt x="12088" y="0"/>
                    <a:pt x="10803" y="687"/>
                    <a:pt x="9854" y="1715"/>
                  </a:cubicBezTo>
                  <a:cubicBezTo>
                    <a:pt x="9791" y="2089"/>
                    <a:pt x="9765" y="2488"/>
                    <a:pt x="9777" y="2927"/>
                  </a:cubicBezTo>
                  <a:cubicBezTo>
                    <a:pt x="10107" y="2832"/>
                    <a:pt x="10445" y="2774"/>
                    <a:pt x="10777" y="2774"/>
                  </a:cubicBezTo>
                  <a:cubicBezTo>
                    <a:pt x="10860" y="2774"/>
                    <a:pt x="10943" y="2778"/>
                    <a:pt x="11026" y="2786"/>
                  </a:cubicBezTo>
                  <a:cubicBezTo>
                    <a:pt x="11247" y="2803"/>
                    <a:pt x="11332" y="3156"/>
                    <a:pt x="11082" y="3198"/>
                  </a:cubicBezTo>
                  <a:cubicBezTo>
                    <a:pt x="10088" y="3360"/>
                    <a:pt x="9251" y="3496"/>
                    <a:pt x="8347" y="3980"/>
                  </a:cubicBezTo>
                  <a:cubicBezTo>
                    <a:pt x="8316" y="3996"/>
                    <a:pt x="8287" y="4003"/>
                    <a:pt x="8260" y="4003"/>
                  </a:cubicBezTo>
                  <a:cubicBezTo>
                    <a:pt x="8111" y="4003"/>
                    <a:pt x="8026" y="3791"/>
                    <a:pt x="8177" y="3686"/>
                  </a:cubicBezTo>
                  <a:cubicBezTo>
                    <a:pt x="8444" y="3499"/>
                    <a:pt x="8746" y="3329"/>
                    <a:pt x="9064" y="3185"/>
                  </a:cubicBezTo>
                  <a:cubicBezTo>
                    <a:pt x="8840" y="2777"/>
                    <a:pt x="8687" y="2340"/>
                    <a:pt x="8588" y="1890"/>
                  </a:cubicBezTo>
                  <a:cubicBezTo>
                    <a:pt x="8071" y="1791"/>
                    <a:pt x="7563" y="1744"/>
                    <a:pt x="7072" y="1744"/>
                  </a:cubicBezTo>
                  <a:cubicBezTo>
                    <a:pt x="2933" y="1744"/>
                    <a:pt x="1" y="5114"/>
                    <a:pt x="2663" y="9306"/>
                  </a:cubicBezTo>
                  <a:cubicBezTo>
                    <a:pt x="3953" y="11340"/>
                    <a:pt x="6480" y="14065"/>
                    <a:pt x="8798" y="14065"/>
                  </a:cubicBezTo>
                  <a:cubicBezTo>
                    <a:pt x="9893" y="14065"/>
                    <a:pt x="10941" y="13458"/>
                    <a:pt x="11790" y="11884"/>
                  </a:cubicBezTo>
                  <a:cubicBezTo>
                    <a:pt x="11835" y="11800"/>
                    <a:pt x="11905" y="11765"/>
                    <a:pt x="11977" y="11765"/>
                  </a:cubicBezTo>
                  <a:cubicBezTo>
                    <a:pt x="12137" y="11765"/>
                    <a:pt x="12303" y="11939"/>
                    <a:pt x="12203" y="12127"/>
                  </a:cubicBezTo>
                  <a:cubicBezTo>
                    <a:pt x="12169" y="12195"/>
                    <a:pt x="12130" y="12258"/>
                    <a:pt x="12093" y="12323"/>
                  </a:cubicBezTo>
                  <a:cubicBezTo>
                    <a:pt x="12673" y="12511"/>
                    <a:pt x="13190" y="12600"/>
                    <a:pt x="13653" y="12600"/>
                  </a:cubicBezTo>
                  <a:cubicBezTo>
                    <a:pt x="15343" y="12600"/>
                    <a:pt x="16313" y="11406"/>
                    <a:pt x="17002" y="9455"/>
                  </a:cubicBezTo>
                  <a:cubicBezTo>
                    <a:pt x="17478" y="8121"/>
                    <a:pt x="17695" y="6669"/>
                    <a:pt x="17631" y="5254"/>
                  </a:cubicBezTo>
                  <a:cubicBezTo>
                    <a:pt x="17546" y="3445"/>
                    <a:pt x="17036" y="1517"/>
                    <a:pt x="15363" y="538"/>
                  </a:cubicBezTo>
                  <a:cubicBezTo>
                    <a:pt x="14727" y="166"/>
                    <a:pt x="14065" y="0"/>
                    <a:pt x="13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61"/>
            <p:cNvSpPr/>
            <p:nvPr/>
          </p:nvSpPr>
          <p:spPr>
            <a:xfrm>
              <a:off x="1381450" y="1469725"/>
              <a:ext cx="41575" cy="119600"/>
            </a:xfrm>
            <a:custGeom>
              <a:avLst/>
              <a:gdLst/>
              <a:ahLst/>
              <a:cxnLst/>
              <a:rect l="l" t="t" r="r" b="b"/>
              <a:pathLst>
                <a:path w="1663" h="4784" extrusionOk="0">
                  <a:moveTo>
                    <a:pt x="974" y="0"/>
                  </a:moveTo>
                  <a:cubicBezTo>
                    <a:pt x="971" y="22"/>
                    <a:pt x="963" y="48"/>
                    <a:pt x="949" y="73"/>
                  </a:cubicBezTo>
                  <a:cubicBezTo>
                    <a:pt x="113" y="1611"/>
                    <a:pt x="1" y="3157"/>
                    <a:pt x="601" y="4784"/>
                  </a:cubicBezTo>
                  <a:cubicBezTo>
                    <a:pt x="674" y="4758"/>
                    <a:pt x="750" y="4733"/>
                    <a:pt x="822" y="4711"/>
                  </a:cubicBezTo>
                  <a:cubicBezTo>
                    <a:pt x="439" y="3522"/>
                    <a:pt x="818" y="2027"/>
                    <a:pt x="1662" y="1101"/>
                  </a:cubicBezTo>
                  <a:cubicBezTo>
                    <a:pt x="1634" y="1070"/>
                    <a:pt x="1611" y="1033"/>
                    <a:pt x="1611" y="982"/>
                  </a:cubicBezTo>
                  <a:cubicBezTo>
                    <a:pt x="1591" y="569"/>
                    <a:pt x="1336" y="192"/>
                    <a:pt x="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61"/>
            <p:cNvSpPr/>
            <p:nvPr/>
          </p:nvSpPr>
          <p:spPr>
            <a:xfrm>
              <a:off x="1293750" y="1458675"/>
              <a:ext cx="72375" cy="55975"/>
            </a:xfrm>
            <a:custGeom>
              <a:avLst/>
              <a:gdLst/>
              <a:ahLst/>
              <a:cxnLst/>
              <a:rect l="l" t="t" r="r" b="b"/>
              <a:pathLst>
                <a:path w="2895" h="2239" extrusionOk="0">
                  <a:moveTo>
                    <a:pt x="1" y="0"/>
                  </a:moveTo>
                  <a:cubicBezTo>
                    <a:pt x="77" y="1368"/>
                    <a:pt x="1175" y="2238"/>
                    <a:pt x="2459" y="2238"/>
                  </a:cubicBezTo>
                  <a:cubicBezTo>
                    <a:pt x="2602" y="2238"/>
                    <a:pt x="2747" y="2228"/>
                    <a:pt x="2894" y="2206"/>
                  </a:cubicBezTo>
                  <a:cubicBezTo>
                    <a:pt x="2894" y="2192"/>
                    <a:pt x="2891" y="2183"/>
                    <a:pt x="2891" y="2172"/>
                  </a:cubicBezTo>
                  <a:cubicBezTo>
                    <a:pt x="2894" y="2149"/>
                    <a:pt x="2891" y="2132"/>
                    <a:pt x="2891" y="2115"/>
                  </a:cubicBezTo>
                  <a:cubicBezTo>
                    <a:pt x="2881" y="2117"/>
                    <a:pt x="2871" y="2118"/>
                    <a:pt x="2861" y="2118"/>
                  </a:cubicBezTo>
                  <a:cubicBezTo>
                    <a:pt x="2839" y="2118"/>
                    <a:pt x="2816" y="2113"/>
                    <a:pt x="2792" y="2095"/>
                  </a:cubicBezTo>
                  <a:cubicBezTo>
                    <a:pt x="1832" y="1444"/>
                    <a:pt x="923" y="70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61"/>
            <p:cNvSpPr/>
            <p:nvPr/>
          </p:nvSpPr>
          <p:spPr>
            <a:xfrm>
              <a:off x="1299700" y="1455500"/>
              <a:ext cx="66325" cy="48350"/>
            </a:xfrm>
            <a:custGeom>
              <a:avLst/>
              <a:gdLst/>
              <a:ahLst/>
              <a:cxnLst/>
              <a:rect l="l" t="t" r="r" b="b"/>
              <a:pathLst>
                <a:path w="2653" h="1934" extrusionOk="0">
                  <a:moveTo>
                    <a:pt x="1" y="0"/>
                  </a:moveTo>
                  <a:cubicBezTo>
                    <a:pt x="893" y="634"/>
                    <a:pt x="1802" y="1249"/>
                    <a:pt x="2653" y="1933"/>
                  </a:cubicBezTo>
                  <a:cubicBezTo>
                    <a:pt x="2605" y="1215"/>
                    <a:pt x="2262" y="591"/>
                    <a:pt x="1560" y="272"/>
                  </a:cubicBezTo>
                  <a:cubicBezTo>
                    <a:pt x="1080" y="56"/>
                    <a:pt x="536" y="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1" name="Google Shape;2671;p61"/>
          <p:cNvGrpSpPr/>
          <p:nvPr/>
        </p:nvGrpSpPr>
        <p:grpSpPr>
          <a:xfrm>
            <a:off x="1204675" y="2613825"/>
            <a:ext cx="296850" cy="390925"/>
            <a:chOff x="-2421200" y="-205225"/>
            <a:chExt cx="296850" cy="390925"/>
          </a:xfrm>
        </p:grpSpPr>
        <p:sp>
          <p:nvSpPr>
            <p:cNvPr id="2672" name="Google Shape;2672;p61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61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61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61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61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61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61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61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61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61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2" name="Google Shape;2682;p61"/>
          <p:cNvSpPr/>
          <p:nvPr/>
        </p:nvSpPr>
        <p:spPr>
          <a:xfrm rot="9196425">
            <a:off x="8339940" y="24676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61"/>
          <p:cNvSpPr/>
          <p:nvPr/>
        </p:nvSpPr>
        <p:spPr>
          <a:xfrm rot="9196425">
            <a:off x="2833278" y="289383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4" name="Google Shape;2684;p61"/>
          <p:cNvGrpSpPr/>
          <p:nvPr/>
        </p:nvGrpSpPr>
        <p:grpSpPr>
          <a:xfrm>
            <a:off x="1352619" y="4456154"/>
            <a:ext cx="290179" cy="294694"/>
            <a:chOff x="5015625" y="2751225"/>
            <a:chExt cx="404825" cy="411125"/>
          </a:xfrm>
        </p:grpSpPr>
        <p:sp>
          <p:nvSpPr>
            <p:cNvPr id="2685" name="Google Shape;2685;p61"/>
            <p:cNvSpPr/>
            <p:nvPr/>
          </p:nvSpPr>
          <p:spPr>
            <a:xfrm>
              <a:off x="5015625" y="2751225"/>
              <a:ext cx="404825" cy="411125"/>
            </a:xfrm>
            <a:custGeom>
              <a:avLst/>
              <a:gdLst/>
              <a:ahLst/>
              <a:cxnLst/>
              <a:rect l="l" t="t" r="r" b="b"/>
              <a:pathLst>
                <a:path w="16193" h="16445" extrusionOk="0">
                  <a:moveTo>
                    <a:pt x="4285" y="676"/>
                  </a:moveTo>
                  <a:cubicBezTo>
                    <a:pt x="4623" y="676"/>
                    <a:pt x="4961" y="682"/>
                    <a:pt x="5298" y="695"/>
                  </a:cubicBezTo>
                  <a:cubicBezTo>
                    <a:pt x="4562" y="1417"/>
                    <a:pt x="4125" y="2445"/>
                    <a:pt x="4261" y="3470"/>
                  </a:cubicBezTo>
                  <a:cubicBezTo>
                    <a:pt x="3526" y="2564"/>
                    <a:pt x="2792" y="1660"/>
                    <a:pt x="2068" y="743"/>
                  </a:cubicBezTo>
                  <a:cubicBezTo>
                    <a:pt x="2799" y="704"/>
                    <a:pt x="3542" y="676"/>
                    <a:pt x="4285" y="676"/>
                  </a:cubicBezTo>
                  <a:close/>
                  <a:moveTo>
                    <a:pt x="1734" y="760"/>
                  </a:moveTo>
                  <a:cubicBezTo>
                    <a:pt x="2422" y="1774"/>
                    <a:pt x="3140" y="2782"/>
                    <a:pt x="3874" y="3784"/>
                  </a:cubicBezTo>
                  <a:cubicBezTo>
                    <a:pt x="3576" y="3731"/>
                    <a:pt x="3277" y="3704"/>
                    <a:pt x="2978" y="3704"/>
                  </a:cubicBezTo>
                  <a:cubicBezTo>
                    <a:pt x="2430" y="3704"/>
                    <a:pt x="1885" y="3794"/>
                    <a:pt x="1360" y="3979"/>
                  </a:cubicBezTo>
                  <a:cubicBezTo>
                    <a:pt x="1368" y="2917"/>
                    <a:pt x="1445" y="1842"/>
                    <a:pt x="1572" y="763"/>
                  </a:cubicBezTo>
                  <a:cubicBezTo>
                    <a:pt x="1627" y="763"/>
                    <a:pt x="1678" y="760"/>
                    <a:pt x="1734" y="760"/>
                  </a:cubicBezTo>
                  <a:close/>
                  <a:moveTo>
                    <a:pt x="5974" y="734"/>
                  </a:moveTo>
                  <a:cubicBezTo>
                    <a:pt x="6772" y="797"/>
                    <a:pt x="7562" y="908"/>
                    <a:pt x="8330" y="1103"/>
                  </a:cubicBezTo>
                  <a:cubicBezTo>
                    <a:pt x="6903" y="2301"/>
                    <a:pt x="6682" y="4553"/>
                    <a:pt x="6665" y="6349"/>
                  </a:cubicBezTo>
                  <a:cubicBezTo>
                    <a:pt x="5977" y="5539"/>
                    <a:pt x="5294" y="4723"/>
                    <a:pt x="4618" y="3903"/>
                  </a:cubicBezTo>
                  <a:cubicBezTo>
                    <a:pt x="4550" y="2663"/>
                    <a:pt x="4949" y="1482"/>
                    <a:pt x="5974" y="734"/>
                  </a:cubicBezTo>
                  <a:close/>
                  <a:moveTo>
                    <a:pt x="2923" y="4059"/>
                  </a:moveTo>
                  <a:cubicBezTo>
                    <a:pt x="3344" y="4059"/>
                    <a:pt x="3767" y="4112"/>
                    <a:pt x="4193" y="4222"/>
                  </a:cubicBezTo>
                  <a:cubicBezTo>
                    <a:pt x="4749" y="4978"/>
                    <a:pt x="5318" y="5720"/>
                    <a:pt x="5896" y="6459"/>
                  </a:cubicBezTo>
                  <a:cubicBezTo>
                    <a:pt x="5689" y="6444"/>
                    <a:pt x="5483" y="6436"/>
                    <a:pt x="5276" y="6436"/>
                  </a:cubicBezTo>
                  <a:cubicBezTo>
                    <a:pt x="4007" y="6436"/>
                    <a:pt x="2751" y="6728"/>
                    <a:pt x="1610" y="7305"/>
                  </a:cubicBezTo>
                  <a:cubicBezTo>
                    <a:pt x="1445" y="6320"/>
                    <a:pt x="1368" y="5318"/>
                    <a:pt x="1360" y="4302"/>
                  </a:cubicBezTo>
                  <a:cubicBezTo>
                    <a:pt x="1878" y="4142"/>
                    <a:pt x="2399" y="4059"/>
                    <a:pt x="2923" y="4059"/>
                  </a:cubicBezTo>
                  <a:close/>
                  <a:moveTo>
                    <a:pt x="8908" y="1273"/>
                  </a:moveTo>
                  <a:cubicBezTo>
                    <a:pt x="9816" y="1558"/>
                    <a:pt x="10683" y="1966"/>
                    <a:pt x="11486" y="2552"/>
                  </a:cubicBezTo>
                  <a:cubicBezTo>
                    <a:pt x="9825" y="4044"/>
                    <a:pt x="8568" y="6176"/>
                    <a:pt x="8457" y="8435"/>
                  </a:cubicBezTo>
                  <a:cubicBezTo>
                    <a:pt x="7973" y="7880"/>
                    <a:pt x="7486" y="7322"/>
                    <a:pt x="7005" y="6758"/>
                  </a:cubicBezTo>
                  <a:lnTo>
                    <a:pt x="7005" y="6757"/>
                  </a:lnTo>
                  <a:cubicBezTo>
                    <a:pt x="7188" y="4587"/>
                    <a:pt x="7430" y="2872"/>
                    <a:pt x="8908" y="1273"/>
                  </a:cubicBezTo>
                  <a:close/>
                  <a:moveTo>
                    <a:pt x="5405" y="6872"/>
                  </a:moveTo>
                  <a:cubicBezTo>
                    <a:pt x="5682" y="6872"/>
                    <a:pt x="5962" y="6884"/>
                    <a:pt x="6246" y="6906"/>
                  </a:cubicBezTo>
                  <a:cubicBezTo>
                    <a:pt x="6798" y="7606"/>
                    <a:pt x="7362" y="8299"/>
                    <a:pt x="7931" y="8984"/>
                  </a:cubicBezTo>
                  <a:cubicBezTo>
                    <a:pt x="7756" y="8974"/>
                    <a:pt x="7582" y="8969"/>
                    <a:pt x="7407" y="8969"/>
                  </a:cubicBezTo>
                  <a:cubicBezTo>
                    <a:pt x="5672" y="8969"/>
                    <a:pt x="3955" y="9452"/>
                    <a:pt x="2481" y="10389"/>
                  </a:cubicBezTo>
                  <a:cubicBezTo>
                    <a:pt x="2121" y="9488"/>
                    <a:pt x="1858" y="8568"/>
                    <a:pt x="1679" y="7637"/>
                  </a:cubicBezTo>
                  <a:cubicBezTo>
                    <a:pt x="2899" y="7119"/>
                    <a:pt x="4116" y="6872"/>
                    <a:pt x="5405" y="6872"/>
                  </a:cubicBezTo>
                  <a:close/>
                  <a:moveTo>
                    <a:pt x="11894" y="2866"/>
                  </a:moveTo>
                  <a:cubicBezTo>
                    <a:pt x="11903" y="2875"/>
                    <a:pt x="11914" y="2883"/>
                    <a:pt x="11923" y="2892"/>
                  </a:cubicBezTo>
                  <a:cubicBezTo>
                    <a:pt x="12947" y="3755"/>
                    <a:pt x="13661" y="4791"/>
                    <a:pt x="14159" y="5921"/>
                  </a:cubicBezTo>
                  <a:cubicBezTo>
                    <a:pt x="14107" y="5867"/>
                    <a:pt x="14035" y="5832"/>
                    <a:pt x="13964" y="5832"/>
                  </a:cubicBezTo>
                  <a:cubicBezTo>
                    <a:pt x="13912" y="5832"/>
                    <a:pt x="13860" y="5852"/>
                    <a:pt x="13819" y="5899"/>
                  </a:cubicBezTo>
                  <a:cubicBezTo>
                    <a:pt x="12451" y="7441"/>
                    <a:pt x="11498" y="9417"/>
                    <a:pt x="11079" y="11442"/>
                  </a:cubicBezTo>
                  <a:cubicBezTo>
                    <a:pt x="10306" y="10564"/>
                    <a:pt x="9536" y="9684"/>
                    <a:pt x="8772" y="8800"/>
                  </a:cubicBezTo>
                  <a:cubicBezTo>
                    <a:pt x="9227" y="6476"/>
                    <a:pt x="10080" y="4472"/>
                    <a:pt x="11894" y="2866"/>
                  </a:cubicBezTo>
                  <a:close/>
                  <a:moveTo>
                    <a:pt x="14218" y="6057"/>
                  </a:moveTo>
                  <a:cubicBezTo>
                    <a:pt x="14779" y="7399"/>
                    <a:pt x="15025" y="8877"/>
                    <a:pt x="15093" y="10380"/>
                  </a:cubicBezTo>
                  <a:cubicBezTo>
                    <a:pt x="14031" y="11082"/>
                    <a:pt x="13211" y="12152"/>
                    <a:pt x="12757" y="13338"/>
                  </a:cubicBezTo>
                  <a:cubicBezTo>
                    <a:pt x="12293" y="12811"/>
                    <a:pt x="11821" y="12291"/>
                    <a:pt x="11362" y="11765"/>
                  </a:cubicBezTo>
                  <a:cubicBezTo>
                    <a:pt x="11982" y="9706"/>
                    <a:pt x="12905" y="7931"/>
                    <a:pt x="14184" y="6179"/>
                  </a:cubicBezTo>
                  <a:cubicBezTo>
                    <a:pt x="14213" y="6142"/>
                    <a:pt x="14218" y="6099"/>
                    <a:pt x="14218" y="6057"/>
                  </a:cubicBezTo>
                  <a:close/>
                  <a:moveTo>
                    <a:pt x="7609" y="9437"/>
                  </a:moveTo>
                  <a:cubicBezTo>
                    <a:pt x="7848" y="9437"/>
                    <a:pt x="8090" y="9444"/>
                    <a:pt x="8335" y="9460"/>
                  </a:cubicBezTo>
                  <a:cubicBezTo>
                    <a:pt x="9032" y="10283"/>
                    <a:pt x="9740" y="11090"/>
                    <a:pt x="10462" y="11884"/>
                  </a:cubicBezTo>
                  <a:cubicBezTo>
                    <a:pt x="10000" y="11802"/>
                    <a:pt x="9532" y="11762"/>
                    <a:pt x="9065" y="11762"/>
                  </a:cubicBezTo>
                  <a:cubicBezTo>
                    <a:pt x="7333" y="11762"/>
                    <a:pt x="5610" y="12315"/>
                    <a:pt x="4202" y="13350"/>
                  </a:cubicBezTo>
                  <a:cubicBezTo>
                    <a:pt x="3896" y="12998"/>
                    <a:pt x="3607" y="12602"/>
                    <a:pt x="3344" y="12152"/>
                  </a:cubicBezTo>
                  <a:cubicBezTo>
                    <a:pt x="3072" y="11680"/>
                    <a:pt x="2834" y="11204"/>
                    <a:pt x="2625" y="10725"/>
                  </a:cubicBezTo>
                  <a:cubicBezTo>
                    <a:pt x="4231" y="9853"/>
                    <a:pt x="5845" y="9437"/>
                    <a:pt x="7609" y="9437"/>
                  </a:cubicBezTo>
                  <a:close/>
                  <a:moveTo>
                    <a:pt x="15105" y="10958"/>
                  </a:moveTo>
                  <a:lnTo>
                    <a:pt x="15105" y="10958"/>
                  </a:lnTo>
                  <a:cubicBezTo>
                    <a:pt x="15127" y="12446"/>
                    <a:pt x="14986" y="13941"/>
                    <a:pt x="14796" y="15342"/>
                  </a:cubicBezTo>
                  <a:cubicBezTo>
                    <a:pt x="14714" y="15354"/>
                    <a:pt x="14634" y="15368"/>
                    <a:pt x="14549" y="15385"/>
                  </a:cubicBezTo>
                  <a:cubicBezTo>
                    <a:pt x="14536" y="15354"/>
                    <a:pt x="14519" y="15320"/>
                    <a:pt x="14493" y="15291"/>
                  </a:cubicBezTo>
                  <a:cubicBezTo>
                    <a:pt x="13992" y="14734"/>
                    <a:pt x="13505" y="14174"/>
                    <a:pt x="13007" y="13618"/>
                  </a:cubicBezTo>
                  <a:cubicBezTo>
                    <a:pt x="13513" y="12551"/>
                    <a:pt x="14204" y="11693"/>
                    <a:pt x="15105" y="10958"/>
                  </a:cubicBezTo>
                  <a:close/>
                  <a:moveTo>
                    <a:pt x="9085" y="12276"/>
                  </a:moveTo>
                  <a:cubicBezTo>
                    <a:pt x="9701" y="12276"/>
                    <a:pt x="10334" y="12340"/>
                    <a:pt x="10985" y="12466"/>
                  </a:cubicBezTo>
                  <a:cubicBezTo>
                    <a:pt x="11452" y="12973"/>
                    <a:pt x="11925" y="13469"/>
                    <a:pt x="12400" y="13958"/>
                  </a:cubicBezTo>
                  <a:cubicBezTo>
                    <a:pt x="10700" y="14051"/>
                    <a:pt x="9077" y="14556"/>
                    <a:pt x="7634" y="15470"/>
                  </a:cubicBezTo>
                  <a:cubicBezTo>
                    <a:pt x="6453" y="15147"/>
                    <a:pt x="5369" y="14573"/>
                    <a:pt x="4452" y="13618"/>
                  </a:cubicBezTo>
                  <a:cubicBezTo>
                    <a:pt x="5932" y="12721"/>
                    <a:pt x="7454" y="12276"/>
                    <a:pt x="9085" y="12276"/>
                  </a:cubicBezTo>
                  <a:close/>
                  <a:moveTo>
                    <a:pt x="12791" y="14352"/>
                  </a:moveTo>
                  <a:cubicBezTo>
                    <a:pt x="13168" y="14734"/>
                    <a:pt x="13542" y="15117"/>
                    <a:pt x="13924" y="15487"/>
                  </a:cubicBezTo>
                  <a:cubicBezTo>
                    <a:pt x="12763" y="15672"/>
                    <a:pt x="11584" y="15805"/>
                    <a:pt x="10439" y="15805"/>
                  </a:cubicBezTo>
                  <a:cubicBezTo>
                    <a:pt x="9637" y="15805"/>
                    <a:pt x="8850" y="15739"/>
                    <a:pt x="8097" y="15580"/>
                  </a:cubicBezTo>
                  <a:cubicBezTo>
                    <a:pt x="9536" y="14850"/>
                    <a:pt x="11045" y="14454"/>
                    <a:pt x="12676" y="14395"/>
                  </a:cubicBezTo>
                  <a:cubicBezTo>
                    <a:pt x="12723" y="14391"/>
                    <a:pt x="12760" y="14374"/>
                    <a:pt x="12791" y="14352"/>
                  </a:cubicBezTo>
                  <a:close/>
                  <a:moveTo>
                    <a:pt x="4547" y="1"/>
                  </a:moveTo>
                  <a:cubicBezTo>
                    <a:pt x="3466" y="1"/>
                    <a:pt x="2394" y="94"/>
                    <a:pt x="1377" y="250"/>
                  </a:cubicBezTo>
                  <a:cubicBezTo>
                    <a:pt x="1207" y="276"/>
                    <a:pt x="1159" y="449"/>
                    <a:pt x="1207" y="590"/>
                  </a:cubicBezTo>
                  <a:cubicBezTo>
                    <a:pt x="1" y="4812"/>
                    <a:pt x="867" y="10300"/>
                    <a:pt x="3696" y="13746"/>
                  </a:cubicBezTo>
                  <a:cubicBezTo>
                    <a:pt x="5415" y="15835"/>
                    <a:pt x="7809" y="16444"/>
                    <a:pt x="10300" y="16444"/>
                  </a:cubicBezTo>
                  <a:cubicBezTo>
                    <a:pt x="11913" y="16444"/>
                    <a:pt x="13567" y="16189"/>
                    <a:pt x="15105" y="15915"/>
                  </a:cubicBezTo>
                  <a:cubicBezTo>
                    <a:pt x="15215" y="15895"/>
                    <a:pt x="15280" y="15830"/>
                    <a:pt x="15305" y="15754"/>
                  </a:cubicBezTo>
                  <a:cubicBezTo>
                    <a:pt x="15360" y="15716"/>
                    <a:pt x="15399" y="15660"/>
                    <a:pt x="15411" y="15572"/>
                  </a:cubicBezTo>
                  <a:cubicBezTo>
                    <a:pt x="16010" y="11158"/>
                    <a:pt x="16192" y="5929"/>
                    <a:pt x="12604" y="2649"/>
                  </a:cubicBezTo>
                  <a:cubicBezTo>
                    <a:pt x="10452" y="682"/>
                    <a:pt x="7466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61"/>
            <p:cNvSpPr/>
            <p:nvPr/>
          </p:nvSpPr>
          <p:spPr>
            <a:xfrm>
              <a:off x="5340775" y="3025150"/>
              <a:ext cx="53025" cy="110700"/>
            </a:xfrm>
            <a:custGeom>
              <a:avLst/>
              <a:gdLst/>
              <a:ahLst/>
              <a:cxnLst/>
              <a:rect l="l" t="t" r="r" b="b"/>
              <a:pathLst>
                <a:path w="2121" h="4428" extrusionOk="0">
                  <a:moveTo>
                    <a:pt x="2099" y="1"/>
                  </a:moveTo>
                  <a:lnTo>
                    <a:pt x="2099" y="1"/>
                  </a:lnTo>
                  <a:cubicBezTo>
                    <a:pt x="1198" y="736"/>
                    <a:pt x="507" y="1594"/>
                    <a:pt x="1" y="2661"/>
                  </a:cubicBezTo>
                  <a:cubicBezTo>
                    <a:pt x="499" y="3217"/>
                    <a:pt x="986" y="3777"/>
                    <a:pt x="1487" y="4334"/>
                  </a:cubicBezTo>
                  <a:cubicBezTo>
                    <a:pt x="1513" y="4363"/>
                    <a:pt x="1530" y="4397"/>
                    <a:pt x="1543" y="4428"/>
                  </a:cubicBezTo>
                  <a:cubicBezTo>
                    <a:pt x="1628" y="4411"/>
                    <a:pt x="1708" y="4397"/>
                    <a:pt x="1790" y="4385"/>
                  </a:cubicBezTo>
                  <a:cubicBezTo>
                    <a:pt x="1980" y="2984"/>
                    <a:pt x="2121" y="1489"/>
                    <a:pt x="20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61"/>
            <p:cNvSpPr/>
            <p:nvPr/>
          </p:nvSpPr>
          <p:spPr>
            <a:xfrm>
              <a:off x="5299675" y="2902625"/>
              <a:ext cx="93275" cy="182050"/>
            </a:xfrm>
            <a:custGeom>
              <a:avLst/>
              <a:gdLst/>
              <a:ahLst/>
              <a:cxnLst/>
              <a:rect l="l" t="t" r="r" b="b"/>
              <a:pathLst>
                <a:path w="3731" h="7282" extrusionOk="0">
                  <a:moveTo>
                    <a:pt x="2856" y="1"/>
                  </a:moveTo>
                  <a:cubicBezTo>
                    <a:pt x="2856" y="43"/>
                    <a:pt x="2851" y="86"/>
                    <a:pt x="2822" y="123"/>
                  </a:cubicBezTo>
                  <a:cubicBezTo>
                    <a:pt x="1543" y="1875"/>
                    <a:pt x="620" y="3650"/>
                    <a:pt x="0" y="5709"/>
                  </a:cubicBezTo>
                  <a:cubicBezTo>
                    <a:pt x="459" y="6235"/>
                    <a:pt x="931" y="6755"/>
                    <a:pt x="1393" y="7282"/>
                  </a:cubicBezTo>
                  <a:cubicBezTo>
                    <a:pt x="1849" y="6096"/>
                    <a:pt x="2669" y="5026"/>
                    <a:pt x="3731" y="4324"/>
                  </a:cubicBezTo>
                  <a:cubicBezTo>
                    <a:pt x="3663" y="2821"/>
                    <a:pt x="3417" y="1343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61"/>
            <p:cNvSpPr/>
            <p:nvPr/>
          </p:nvSpPr>
          <p:spPr>
            <a:xfrm>
              <a:off x="5234900" y="2822875"/>
              <a:ext cx="134700" cy="214425"/>
            </a:xfrm>
            <a:custGeom>
              <a:avLst/>
              <a:gdLst/>
              <a:ahLst/>
              <a:cxnLst/>
              <a:rect l="l" t="t" r="r" b="b"/>
              <a:pathLst>
                <a:path w="5388" h="8577" extrusionOk="0">
                  <a:moveTo>
                    <a:pt x="3123" y="0"/>
                  </a:moveTo>
                  <a:cubicBezTo>
                    <a:pt x="1309" y="1606"/>
                    <a:pt x="456" y="3610"/>
                    <a:pt x="1" y="5934"/>
                  </a:cubicBezTo>
                  <a:cubicBezTo>
                    <a:pt x="765" y="6818"/>
                    <a:pt x="1535" y="7698"/>
                    <a:pt x="2308" y="8576"/>
                  </a:cubicBezTo>
                  <a:cubicBezTo>
                    <a:pt x="2727" y="6551"/>
                    <a:pt x="3680" y="4575"/>
                    <a:pt x="5048" y="3033"/>
                  </a:cubicBezTo>
                  <a:cubicBezTo>
                    <a:pt x="5089" y="2986"/>
                    <a:pt x="5141" y="2966"/>
                    <a:pt x="5193" y="2966"/>
                  </a:cubicBezTo>
                  <a:cubicBezTo>
                    <a:pt x="5264" y="2966"/>
                    <a:pt x="5336" y="3001"/>
                    <a:pt x="5388" y="3055"/>
                  </a:cubicBezTo>
                  <a:cubicBezTo>
                    <a:pt x="4890" y="1925"/>
                    <a:pt x="4176" y="889"/>
                    <a:pt x="3152" y="26"/>
                  </a:cubicBezTo>
                  <a:cubicBezTo>
                    <a:pt x="3143" y="17"/>
                    <a:pt x="3132" y="9"/>
                    <a:pt x="31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61"/>
            <p:cNvSpPr/>
            <p:nvPr/>
          </p:nvSpPr>
          <p:spPr>
            <a:xfrm>
              <a:off x="5218050" y="3110025"/>
              <a:ext cx="145700" cy="36325"/>
            </a:xfrm>
            <a:custGeom>
              <a:avLst/>
              <a:gdLst/>
              <a:ahLst/>
              <a:cxnLst/>
              <a:rect l="l" t="t" r="r" b="b"/>
              <a:pathLst>
                <a:path w="5828" h="1453" extrusionOk="0">
                  <a:moveTo>
                    <a:pt x="4694" y="0"/>
                  </a:moveTo>
                  <a:cubicBezTo>
                    <a:pt x="4663" y="22"/>
                    <a:pt x="4626" y="39"/>
                    <a:pt x="4579" y="43"/>
                  </a:cubicBezTo>
                  <a:cubicBezTo>
                    <a:pt x="2948" y="102"/>
                    <a:pt x="1439" y="498"/>
                    <a:pt x="0" y="1228"/>
                  </a:cubicBezTo>
                  <a:cubicBezTo>
                    <a:pt x="753" y="1387"/>
                    <a:pt x="1540" y="1453"/>
                    <a:pt x="2342" y="1453"/>
                  </a:cubicBezTo>
                  <a:cubicBezTo>
                    <a:pt x="3487" y="1453"/>
                    <a:pt x="4666" y="1320"/>
                    <a:pt x="5827" y="1135"/>
                  </a:cubicBezTo>
                  <a:cubicBezTo>
                    <a:pt x="5445" y="765"/>
                    <a:pt x="5071" y="382"/>
                    <a:pt x="46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61"/>
            <p:cNvSpPr/>
            <p:nvPr/>
          </p:nvSpPr>
          <p:spPr>
            <a:xfrm>
              <a:off x="5126900" y="3058100"/>
              <a:ext cx="198750" cy="79875"/>
            </a:xfrm>
            <a:custGeom>
              <a:avLst/>
              <a:gdLst/>
              <a:ahLst/>
              <a:cxnLst/>
              <a:rect l="l" t="t" r="r" b="b"/>
              <a:pathLst>
                <a:path w="7950" h="3195" extrusionOk="0">
                  <a:moveTo>
                    <a:pt x="4634" y="1"/>
                  </a:moveTo>
                  <a:cubicBezTo>
                    <a:pt x="3003" y="1"/>
                    <a:pt x="1481" y="446"/>
                    <a:pt x="1" y="1343"/>
                  </a:cubicBezTo>
                  <a:cubicBezTo>
                    <a:pt x="918" y="2298"/>
                    <a:pt x="2002" y="2872"/>
                    <a:pt x="3183" y="3195"/>
                  </a:cubicBezTo>
                  <a:cubicBezTo>
                    <a:pt x="4626" y="2281"/>
                    <a:pt x="6249" y="1776"/>
                    <a:pt x="7949" y="1683"/>
                  </a:cubicBezTo>
                  <a:cubicBezTo>
                    <a:pt x="7474" y="1194"/>
                    <a:pt x="7001" y="698"/>
                    <a:pt x="6534" y="191"/>
                  </a:cubicBezTo>
                  <a:cubicBezTo>
                    <a:pt x="5883" y="65"/>
                    <a:pt x="5250" y="1"/>
                    <a:pt x="4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61"/>
            <p:cNvSpPr/>
            <p:nvPr/>
          </p:nvSpPr>
          <p:spPr>
            <a:xfrm>
              <a:off x="5190725" y="2783075"/>
              <a:ext cx="112075" cy="179050"/>
            </a:xfrm>
            <a:custGeom>
              <a:avLst/>
              <a:gdLst/>
              <a:ahLst/>
              <a:cxnLst/>
              <a:rect l="l" t="t" r="r" b="b"/>
              <a:pathLst>
                <a:path w="4483" h="7162" extrusionOk="0">
                  <a:moveTo>
                    <a:pt x="1904" y="1"/>
                  </a:moveTo>
                  <a:cubicBezTo>
                    <a:pt x="426" y="1598"/>
                    <a:pt x="184" y="3313"/>
                    <a:pt x="1" y="5484"/>
                  </a:cubicBezTo>
                  <a:cubicBezTo>
                    <a:pt x="482" y="6048"/>
                    <a:pt x="969" y="6606"/>
                    <a:pt x="1453" y="7161"/>
                  </a:cubicBezTo>
                  <a:cubicBezTo>
                    <a:pt x="1564" y="4902"/>
                    <a:pt x="2821" y="2770"/>
                    <a:pt x="4482" y="1278"/>
                  </a:cubicBezTo>
                  <a:cubicBezTo>
                    <a:pt x="3679" y="692"/>
                    <a:pt x="2812" y="284"/>
                    <a:pt x="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61"/>
            <p:cNvSpPr/>
            <p:nvPr/>
          </p:nvSpPr>
          <p:spPr>
            <a:xfrm>
              <a:off x="5081250" y="2987125"/>
              <a:ext cx="195925" cy="97850"/>
            </a:xfrm>
            <a:custGeom>
              <a:avLst/>
              <a:gdLst/>
              <a:ahLst/>
              <a:cxnLst/>
              <a:rect l="l" t="t" r="r" b="b"/>
              <a:pathLst>
                <a:path w="7837" h="3914" extrusionOk="0">
                  <a:moveTo>
                    <a:pt x="4983" y="1"/>
                  </a:moveTo>
                  <a:cubicBezTo>
                    <a:pt x="3220" y="1"/>
                    <a:pt x="1606" y="417"/>
                    <a:pt x="0" y="1289"/>
                  </a:cubicBezTo>
                  <a:cubicBezTo>
                    <a:pt x="209" y="1768"/>
                    <a:pt x="446" y="2246"/>
                    <a:pt x="719" y="2716"/>
                  </a:cubicBezTo>
                  <a:cubicBezTo>
                    <a:pt x="982" y="3166"/>
                    <a:pt x="1271" y="3562"/>
                    <a:pt x="1577" y="3914"/>
                  </a:cubicBezTo>
                  <a:cubicBezTo>
                    <a:pt x="2984" y="2881"/>
                    <a:pt x="4706" y="2327"/>
                    <a:pt x="6438" y="2327"/>
                  </a:cubicBezTo>
                  <a:cubicBezTo>
                    <a:pt x="6906" y="2327"/>
                    <a:pt x="7374" y="2367"/>
                    <a:pt x="7837" y="2449"/>
                  </a:cubicBezTo>
                  <a:cubicBezTo>
                    <a:pt x="7115" y="1654"/>
                    <a:pt x="6407" y="847"/>
                    <a:pt x="5708" y="24"/>
                  </a:cubicBezTo>
                  <a:cubicBezTo>
                    <a:pt x="5464" y="8"/>
                    <a:pt x="5222" y="1"/>
                    <a:pt x="49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61"/>
            <p:cNvSpPr/>
            <p:nvPr/>
          </p:nvSpPr>
          <p:spPr>
            <a:xfrm>
              <a:off x="5057550" y="2923025"/>
              <a:ext cx="156350" cy="87925"/>
            </a:xfrm>
            <a:custGeom>
              <a:avLst/>
              <a:gdLst/>
              <a:ahLst/>
              <a:cxnLst/>
              <a:rect l="l" t="t" r="r" b="b"/>
              <a:pathLst>
                <a:path w="6254" h="3517" extrusionOk="0">
                  <a:moveTo>
                    <a:pt x="3727" y="0"/>
                  </a:moveTo>
                  <a:cubicBezTo>
                    <a:pt x="2439" y="0"/>
                    <a:pt x="1221" y="247"/>
                    <a:pt x="1" y="765"/>
                  </a:cubicBezTo>
                  <a:cubicBezTo>
                    <a:pt x="181" y="1696"/>
                    <a:pt x="444" y="2616"/>
                    <a:pt x="804" y="3517"/>
                  </a:cubicBezTo>
                  <a:cubicBezTo>
                    <a:pt x="2278" y="2580"/>
                    <a:pt x="3995" y="2097"/>
                    <a:pt x="5730" y="2097"/>
                  </a:cubicBezTo>
                  <a:cubicBezTo>
                    <a:pt x="5905" y="2097"/>
                    <a:pt x="6079" y="2102"/>
                    <a:pt x="6254" y="2112"/>
                  </a:cubicBezTo>
                  <a:cubicBezTo>
                    <a:pt x="5685" y="1427"/>
                    <a:pt x="5119" y="736"/>
                    <a:pt x="4567" y="34"/>
                  </a:cubicBezTo>
                  <a:cubicBezTo>
                    <a:pt x="4283" y="12"/>
                    <a:pt x="4003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61"/>
            <p:cNvSpPr/>
            <p:nvPr/>
          </p:nvSpPr>
          <p:spPr>
            <a:xfrm>
              <a:off x="5129375" y="2769575"/>
              <a:ext cx="94500" cy="140400"/>
            </a:xfrm>
            <a:custGeom>
              <a:avLst/>
              <a:gdLst/>
              <a:ahLst/>
              <a:cxnLst/>
              <a:rect l="l" t="t" r="r" b="b"/>
              <a:pathLst>
                <a:path w="3780" h="5616" extrusionOk="0">
                  <a:moveTo>
                    <a:pt x="1422" y="0"/>
                  </a:moveTo>
                  <a:cubicBezTo>
                    <a:pt x="399" y="748"/>
                    <a:pt x="0" y="1929"/>
                    <a:pt x="68" y="3169"/>
                  </a:cubicBezTo>
                  <a:cubicBezTo>
                    <a:pt x="743" y="3989"/>
                    <a:pt x="1427" y="4805"/>
                    <a:pt x="2115" y="5615"/>
                  </a:cubicBezTo>
                  <a:cubicBezTo>
                    <a:pt x="2132" y="3819"/>
                    <a:pt x="2353" y="1568"/>
                    <a:pt x="3780" y="369"/>
                  </a:cubicBezTo>
                  <a:cubicBezTo>
                    <a:pt x="3012" y="174"/>
                    <a:pt x="2222" y="63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61"/>
            <p:cNvSpPr/>
            <p:nvPr/>
          </p:nvSpPr>
          <p:spPr>
            <a:xfrm>
              <a:off x="5049600" y="2852675"/>
              <a:ext cx="113425" cy="81200"/>
            </a:xfrm>
            <a:custGeom>
              <a:avLst/>
              <a:gdLst/>
              <a:ahLst/>
              <a:cxnLst/>
              <a:rect l="l" t="t" r="r" b="b"/>
              <a:pathLst>
                <a:path w="4537" h="3248" extrusionOk="0">
                  <a:moveTo>
                    <a:pt x="4535" y="2401"/>
                  </a:moveTo>
                  <a:cubicBezTo>
                    <a:pt x="4536" y="2402"/>
                    <a:pt x="4536" y="2403"/>
                    <a:pt x="4537" y="2403"/>
                  </a:cubicBezTo>
                  <a:lnTo>
                    <a:pt x="4537" y="2401"/>
                  </a:lnTo>
                  <a:cubicBezTo>
                    <a:pt x="4536" y="2401"/>
                    <a:pt x="4536" y="2401"/>
                    <a:pt x="4535" y="2401"/>
                  </a:cubicBezTo>
                  <a:close/>
                  <a:moveTo>
                    <a:pt x="1564" y="1"/>
                  </a:moveTo>
                  <a:cubicBezTo>
                    <a:pt x="1040" y="1"/>
                    <a:pt x="519" y="84"/>
                    <a:pt x="1" y="244"/>
                  </a:cubicBezTo>
                  <a:cubicBezTo>
                    <a:pt x="9" y="1260"/>
                    <a:pt x="86" y="2262"/>
                    <a:pt x="252" y="3247"/>
                  </a:cubicBezTo>
                  <a:cubicBezTo>
                    <a:pt x="1392" y="2670"/>
                    <a:pt x="2648" y="2378"/>
                    <a:pt x="3917" y="2378"/>
                  </a:cubicBezTo>
                  <a:cubicBezTo>
                    <a:pt x="4123" y="2378"/>
                    <a:pt x="4329" y="2386"/>
                    <a:pt x="4535" y="2401"/>
                  </a:cubicBezTo>
                  <a:lnTo>
                    <a:pt x="4535" y="2401"/>
                  </a:lnTo>
                  <a:cubicBezTo>
                    <a:pt x="3958" y="1661"/>
                    <a:pt x="3389" y="919"/>
                    <a:pt x="2834" y="164"/>
                  </a:cubicBezTo>
                  <a:cubicBezTo>
                    <a:pt x="2408" y="54"/>
                    <a:pt x="1985" y="1"/>
                    <a:pt x="1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61"/>
            <p:cNvSpPr/>
            <p:nvPr/>
          </p:nvSpPr>
          <p:spPr>
            <a:xfrm>
              <a:off x="5067350" y="2768125"/>
              <a:ext cx="80725" cy="69850"/>
            </a:xfrm>
            <a:custGeom>
              <a:avLst/>
              <a:gdLst/>
              <a:ahLst/>
              <a:cxnLst/>
              <a:rect l="l" t="t" r="r" b="b"/>
              <a:pathLst>
                <a:path w="3229" h="2794" extrusionOk="0">
                  <a:moveTo>
                    <a:pt x="2216" y="0"/>
                  </a:moveTo>
                  <a:cubicBezTo>
                    <a:pt x="1473" y="0"/>
                    <a:pt x="731" y="28"/>
                    <a:pt x="1" y="67"/>
                  </a:cubicBezTo>
                  <a:cubicBezTo>
                    <a:pt x="723" y="984"/>
                    <a:pt x="1457" y="1890"/>
                    <a:pt x="2192" y="2794"/>
                  </a:cubicBezTo>
                  <a:cubicBezTo>
                    <a:pt x="2056" y="1771"/>
                    <a:pt x="2493" y="743"/>
                    <a:pt x="3229" y="19"/>
                  </a:cubicBezTo>
                  <a:cubicBezTo>
                    <a:pt x="2892" y="6"/>
                    <a:pt x="2554" y="0"/>
                    <a:pt x="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61"/>
            <p:cNvSpPr/>
            <p:nvPr/>
          </p:nvSpPr>
          <p:spPr>
            <a:xfrm>
              <a:off x="5049600" y="2770200"/>
              <a:ext cx="62900" cy="80525"/>
            </a:xfrm>
            <a:custGeom>
              <a:avLst/>
              <a:gdLst/>
              <a:ahLst/>
              <a:cxnLst/>
              <a:rect l="l" t="t" r="r" b="b"/>
              <a:pathLst>
                <a:path w="2516" h="3221" extrusionOk="0">
                  <a:moveTo>
                    <a:pt x="375" y="1"/>
                  </a:moveTo>
                  <a:cubicBezTo>
                    <a:pt x="319" y="1"/>
                    <a:pt x="268" y="4"/>
                    <a:pt x="213" y="4"/>
                  </a:cubicBezTo>
                  <a:cubicBezTo>
                    <a:pt x="86" y="1083"/>
                    <a:pt x="9" y="2158"/>
                    <a:pt x="1" y="3220"/>
                  </a:cubicBezTo>
                  <a:cubicBezTo>
                    <a:pt x="527" y="3036"/>
                    <a:pt x="1073" y="2947"/>
                    <a:pt x="1622" y="2947"/>
                  </a:cubicBezTo>
                  <a:cubicBezTo>
                    <a:pt x="1919" y="2947"/>
                    <a:pt x="2218" y="2973"/>
                    <a:pt x="2515" y="3025"/>
                  </a:cubicBezTo>
                  <a:cubicBezTo>
                    <a:pt x="1781" y="2023"/>
                    <a:pt x="1063" y="1015"/>
                    <a:pt x="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8" name="Google Shape;2698;p61"/>
          <p:cNvSpPr/>
          <p:nvPr/>
        </p:nvSpPr>
        <p:spPr>
          <a:xfrm>
            <a:off x="935256" y="20869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Google Shape;2699;p61"/>
          <p:cNvSpPr/>
          <p:nvPr/>
        </p:nvSpPr>
        <p:spPr>
          <a:xfrm>
            <a:off x="6056931" y="6205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0" name="Google Shape;2700;p61"/>
          <p:cNvSpPr/>
          <p:nvPr/>
        </p:nvSpPr>
        <p:spPr>
          <a:xfrm rot="9196425">
            <a:off x="860903" y="349026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p62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 alternativos</a:t>
            </a:r>
            <a:endParaRPr/>
          </a:p>
        </p:txBody>
      </p:sp>
      <p:sp>
        <p:nvSpPr>
          <p:cNvPr id="2706" name="Google Shape;2706;p62"/>
          <p:cNvSpPr txBox="1">
            <a:spLocks noGrp="1"/>
          </p:cNvSpPr>
          <p:nvPr>
            <p:ph type="body" idx="1"/>
          </p:nvPr>
        </p:nvSpPr>
        <p:spPr>
          <a:xfrm>
            <a:off x="822250" y="1304450"/>
            <a:ext cx="6853800" cy="31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A continuación, se muestra una variedad de recursos alternativos cuyo estilo encaja en esta plantilla:</a:t>
            </a:r>
            <a:endParaRPr sz="13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Chango"/>
                <a:ea typeface="Chango"/>
                <a:cs typeface="Chango"/>
                <a:sym typeface="Chango"/>
              </a:rPr>
              <a:t>Vectores:</a:t>
            </a:r>
            <a:endParaRPr sz="1300">
              <a:highlight>
                <a:schemeClr val="lt2"/>
              </a:highlight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lang="es" sz="1300">
                <a:uFill>
                  <a:noFill/>
                </a:uFill>
                <a:hlinkClick r:id="rId3"/>
              </a:rPr>
              <a:t>Back to school chalkboard background</a:t>
            </a:r>
            <a:endParaRPr sz="1300"/>
          </a:p>
        </p:txBody>
      </p:sp>
      <p:grpSp>
        <p:nvGrpSpPr>
          <p:cNvPr id="2707" name="Google Shape;2707;p62"/>
          <p:cNvGrpSpPr/>
          <p:nvPr/>
        </p:nvGrpSpPr>
        <p:grpSpPr>
          <a:xfrm>
            <a:off x="8223925" y="1348163"/>
            <a:ext cx="400150" cy="590325"/>
            <a:chOff x="-3685000" y="236025"/>
            <a:chExt cx="400150" cy="590325"/>
          </a:xfrm>
        </p:grpSpPr>
        <p:sp>
          <p:nvSpPr>
            <p:cNvPr id="2708" name="Google Shape;2708;p62"/>
            <p:cNvSpPr/>
            <p:nvPr/>
          </p:nvSpPr>
          <p:spPr>
            <a:xfrm>
              <a:off x="-3676450" y="792375"/>
              <a:ext cx="27650" cy="23925"/>
            </a:xfrm>
            <a:custGeom>
              <a:avLst/>
              <a:gdLst/>
              <a:ahLst/>
              <a:cxnLst/>
              <a:rect l="l" t="t" r="r" b="b"/>
              <a:pathLst>
                <a:path w="1106" h="957" extrusionOk="0">
                  <a:moveTo>
                    <a:pt x="658" y="0"/>
                  </a:moveTo>
                  <a:cubicBezTo>
                    <a:pt x="661" y="73"/>
                    <a:pt x="610" y="143"/>
                    <a:pt x="512" y="150"/>
                  </a:cubicBezTo>
                  <a:cubicBezTo>
                    <a:pt x="109" y="170"/>
                    <a:pt x="0" y="719"/>
                    <a:pt x="357" y="899"/>
                  </a:cubicBezTo>
                  <a:cubicBezTo>
                    <a:pt x="435" y="939"/>
                    <a:pt x="510" y="956"/>
                    <a:pt x="580" y="956"/>
                  </a:cubicBezTo>
                  <a:cubicBezTo>
                    <a:pt x="893" y="956"/>
                    <a:pt x="1106" y="598"/>
                    <a:pt x="1064" y="272"/>
                  </a:cubicBezTo>
                  <a:cubicBezTo>
                    <a:pt x="1064" y="265"/>
                    <a:pt x="1067" y="258"/>
                    <a:pt x="1067" y="253"/>
                  </a:cubicBezTo>
                  <a:cubicBezTo>
                    <a:pt x="926" y="177"/>
                    <a:pt x="792" y="88"/>
                    <a:pt x="658" y="0"/>
                  </a:cubicBezTo>
                  <a:close/>
                </a:path>
              </a:pathLst>
            </a:custGeom>
            <a:solidFill>
              <a:srgbClr val="8021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2"/>
            <p:cNvSpPr/>
            <p:nvPr/>
          </p:nvSpPr>
          <p:spPr>
            <a:xfrm>
              <a:off x="-3486475" y="309650"/>
              <a:ext cx="122875" cy="161800"/>
            </a:xfrm>
            <a:custGeom>
              <a:avLst/>
              <a:gdLst/>
              <a:ahLst/>
              <a:cxnLst/>
              <a:rect l="l" t="t" r="r" b="b"/>
              <a:pathLst>
                <a:path w="4915" h="6472" extrusionOk="0">
                  <a:moveTo>
                    <a:pt x="3304" y="1"/>
                  </a:moveTo>
                  <a:cubicBezTo>
                    <a:pt x="2047" y="1905"/>
                    <a:pt x="889" y="3700"/>
                    <a:pt x="12" y="5843"/>
                  </a:cubicBezTo>
                  <a:cubicBezTo>
                    <a:pt x="9" y="5849"/>
                    <a:pt x="5" y="5855"/>
                    <a:pt x="0" y="5865"/>
                  </a:cubicBezTo>
                  <a:cubicBezTo>
                    <a:pt x="267" y="6318"/>
                    <a:pt x="695" y="6454"/>
                    <a:pt x="1196" y="6464"/>
                  </a:cubicBezTo>
                  <a:cubicBezTo>
                    <a:pt x="1197" y="6464"/>
                    <a:pt x="1199" y="6464"/>
                    <a:pt x="1200" y="6464"/>
                  </a:cubicBezTo>
                  <a:cubicBezTo>
                    <a:pt x="1210" y="6464"/>
                    <a:pt x="1219" y="6470"/>
                    <a:pt x="1228" y="6471"/>
                  </a:cubicBezTo>
                  <a:lnTo>
                    <a:pt x="1240" y="6458"/>
                  </a:lnTo>
                  <a:cubicBezTo>
                    <a:pt x="1291" y="6409"/>
                    <a:pt x="1346" y="6389"/>
                    <a:pt x="1399" y="6389"/>
                  </a:cubicBezTo>
                  <a:cubicBezTo>
                    <a:pt x="1446" y="6389"/>
                    <a:pt x="1491" y="6405"/>
                    <a:pt x="1529" y="6432"/>
                  </a:cubicBezTo>
                  <a:cubicBezTo>
                    <a:pt x="1509" y="6157"/>
                    <a:pt x="1631" y="5933"/>
                    <a:pt x="1899" y="5753"/>
                  </a:cubicBezTo>
                  <a:cubicBezTo>
                    <a:pt x="2012" y="5622"/>
                    <a:pt x="2120" y="5488"/>
                    <a:pt x="2232" y="5355"/>
                  </a:cubicBezTo>
                  <a:cubicBezTo>
                    <a:pt x="2652" y="4844"/>
                    <a:pt x="3066" y="4315"/>
                    <a:pt x="3440" y="3768"/>
                  </a:cubicBezTo>
                  <a:cubicBezTo>
                    <a:pt x="4048" y="2871"/>
                    <a:pt x="4536" y="1924"/>
                    <a:pt x="4915" y="911"/>
                  </a:cubicBezTo>
                  <a:cubicBezTo>
                    <a:pt x="4417" y="488"/>
                    <a:pt x="3929" y="155"/>
                    <a:pt x="3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2"/>
            <p:cNvSpPr/>
            <p:nvPr/>
          </p:nvSpPr>
          <p:spPr>
            <a:xfrm>
              <a:off x="-3440075" y="248200"/>
              <a:ext cx="141600" cy="111250"/>
            </a:xfrm>
            <a:custGeom>
              <a:avLst/>
              <a:gdLst/>
              <a:ahLst/>
              <a:cxnLst/>
              <a:rect l="l" t="t" r="r" b="b"/>
              <a:pathLst>
                <a:path w="5664" h="4450" extrusionOk="0">
                  <a:moveTo>
                    <a:pt x="2511" y="0"/>
                  </a:moveTo>
                  <a:cubicBezTo>
                    <a:pt x="1324" y="0"/>
                    <a:pt x="235" y="810"/>
                    <a:pt x="4" y="2166"/>
                  </a:cubicBezTo>
                  <a:cubicBezTo>
                    <a:pt x="6" y="2171"/>
                    <a:pt x="1" y="2173"/>
                    <a:pt x="1" y="2180"/>
                  </a:cubicBezTo>
                  <a:cubicBezTo>
                    <a:pt x="240" y="2307"/>
                    <a:pt x="480" y="2438"/>
                    <a:pt x="706" y="2594"/>
                  </a:cubicBezTo>
                  <a:cubicBezTo>
                    <a:pt x="796" y="2487"/>
                    <a:pt x="883" y="2377"/>
                    <a:pt x="976" y="2275"/>
                  </a:cubicBezTo>
                  <a:cubicBezTo>
                    <a:pt x="930" y="2172"/>
                    <a:pt x="975" y="2033"/>
                    <a:pt x="1119" y="2033"/>
                  </a:cubicBezTo>
                  <a:cubicBezTo>
                    <a:pt x="1124" y="2033"/>
                    <a:pt x="1129" y="2033"/>
                    <a:pt x="1134" y="2034"/>
                  </a:cubicBezTo>
                  <a:cubicBezTo>
                    <a:pt x="1149" y="2034"/>
                    <a:pt x="1168" y="2037"/>
                    <a:pt x="1187" y="2041"/>
                  </a:cubicBezTo>
                  <a:cubicBezTo>
                    <a:pt x="1199" y="2030"/>
                    <a:pt x="1205" y="2019"/>
                    <a:pt x="1217" y="2005"/>
                  </a:cubicBezTo>
                  <a:cubicBezTo>
                    <a:pt x="1260" y="1963"/>
                    <a:pt x="1309" y="1945"/>
                    <a:pt x="1358" y="1945"/>
                  </a:cubicBezTo>
                  <a:cubicBezTo>
                    <a:pt x="1451" y="1945"/>
                    <a:pt x="1542" y="2009"/>
                    <a:pt x="1579" y="2093"/>
                  </a:cubicBezTo>
                  <a:cubicBezTo>
                    <a:pt x="2223" y="2217"/>
                    <a:pt x="2843" y="2509"/>
                    <a:pt x="3278" y="2994"/>
                  </a:cubicBezTo>
                  <a:cubicBezTo>
                    <a:pt x="3286" y="2993"/>
                    <a:pt x="3294" y="2992"/>
                    <a:pt x="3302" y="2992"/>
                  </a:cubicBezTo>
                  <a:cubicBezTo>
                    <a:pt x="3395" y="2992"/>
                    <a:pt x="3486" y="3064"/>
                    <a:pt x="3460" y="3186"/>
                  </a:cubicBezTo>
                  <a:cubicBezTo>
                    <a:pt x="3456" y="3196"/>
                    <a:pt x="3456" y="3204"/>
                    <a:pt x="3453" y="3214"/>
                  </a:cubicBezTo>
                  <a:cubicBezTo>
                    <a:pt x="3455" y="3220"/>
                    <a:pt x="3458" y="3221"/>
                    <a:pt x="3458" y="3221"/>
                  </a:cubicBezTo>
                  <a:cubicBezTo>
                    <a:pt x="3531" y="3328"/>
                    <a:pt x="3480" y="3422"/>
                    <a:pt x="3390" y="3468"/>
                  </a:cubicBezTo>
                  <a:cubicBezTo>
                    <a:pt x="3332" y="3694"/>
                    <a:pt x="3263" y="3914"/>
                    <a:pt x="3191" y="4132"/>
                  </a:cubicBezTo>
                  <a:cubicBezTo>
                    <a:pt x="3395" y="4234"/>
                    <a:pt x="3621" y="4336"/>
                    <a:pt x="3839" y="4450"/>
                  </a:cubicBezTo>
                  <a:cubicBezTo>
                    <a:pt x="4710" y="3284"/>
                    <a:pt x="5663" y="1640"/>
                    <a:pt x="4148" y="546"/>
                  </a:cubicBezTo>
                  <a:cubicBezTo>
                    <a:pt x="3631" y="173"/>
                    <a:pt x="3060" y="0"/>
                    <a:pt x="2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2"/>
            <p:cNvSpPr/>
            <p:nvPr/>
          </p:nvSpPr>
          <p:spPr>
            <a:xfrm>
              <a:off x="-3661575" y="649400"/>
              <a:ext cx="107600" cy="144650"/>
            </a:xfrm>
            <a:custGeom>
              <a:avLst/>
              <a:gdLst/>
              <a:ahLst/>
              <a:cxnLst/>
              <a:rect l="l" t="t" r="r" b="b"/>
              <a:pathLst>
                <a:path w="4304" h="5786" extrusionOk="0">
                  <a:moveTo>
                    <a:pt x="1160" y="1"/>
                  </a:moveTo>
                  <a:cubicBezTo>
                    <a:pt x="651" y="1712"/>
                    <a:pt x="270" y="3463"/>
                    <a:pt x="10" y="5272"/>
                  </a:cubicBezTo>
                  <a:cubicBezTo>
                    <a:pt x="9" y="5284"/>
                    <a:pt x="5" y="5291"/>
                    <a:pt x="0" y="5299"/>
                  </a:cubicBezTo>
                  <a:cubicBezTo>
                    <a:pt x="255" y="5427"/>
                    <a:pt x="515" y="5554"/>
                    <a:pt x="744" y="5717"/>
                  </a:cubicBezTo>
                  <a:cubicBezTo>
                    <a:pt x="771" y="5736"/>
                    <a:pt x="790" y="5760"/>
                    <a:pt x="804" y="5785"/>
                  </a:cubicBezTo>
                  <a:cubicBezTo>
                    <a:pt x="814" y="5762"/>
                    <a:pt x="822" y="5739"/>
                    <a:pt x="843" y="5721"/>
                  </a:cubicBezTo>
                  <a:cubicBezTo>
                    <a:pt x="2001" y="4416"/>
                    <a:pt x="3163" y="3118"/>
                    <a:pt x="4303" y="1797"/>
                  </a:cubicBezTo>
                  <a:cubicBezTo>
                    <a:pt x="3479" y="827"/>
                    <a:pt x="2475" y="279"/>
                    <a:pt x="1204" y="20"/>
                  </a:cubicBezTo>
                  <a:cubicBezTo>
                    <a:pt x="1184" y="16"/>
                    <a:pt x="1172" y="9"/>
                    <a:pt x="11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2"/>
            <p:cNvSpPr/>
            <p:nvPr/>
          </p:nvSpPr>
          <p:spPr>
            <a:xfrm>
              <a:off x="-3630275" y="300175"/>
              <a:ext cx="292200" cy="385475"/>
            </a:xfrm>
            <a:custGeom>
              <a:avLst/>
              <a:gdLst/>
              <a:ahLst/>
              <a:cxnLst/>
              <a:rect l="l" t="t" r="r" b="b"/>
              <a:pathLst>
                <a:path w="11688" h="15419" extrusionOk="0">
                  <a:moveTo>
                    <a:pt x="6727" y="1"/>
                  </a:moveTo>
                  <a:cubicBezTo>
                    <a:pt x="5113" y="3028"/>
                    <a:pt x="3258" y="5911"/>
                    <a:pt x="1799" y="9020"/>
                  </a:cubicBezTo>
                  <a:cubicBezTo>
                    <a:pt x="1079" y="10554"/>
                    <a:pt x="484" y="12101"/>
                    <a:pt x="0" y="13678"/>
                  </a:cubicBezTo>
                  <a:cubicBezTo>
                    <a:pt x="1315" y="13747"/>
                    <a:pt x="2516" y="14417"/>
                    <a:pt x="3345" y="15419"/>
                  </a:cubicBezTo>
                  <a:cubicBezTo>
                    <a:pt x="4429" y="14152"/>
                    <a:pt x="5484" y="12861"/>
                    <a:pt x="6486" y="11519"/>
                  </a:cubicBezTo>
                  <a:cubicBezTo>
                    <a:pt x="8487" y="8836"/>
                    <a:pt x="10052" y="5960"/>
                    <a:pt x="11688" y="3050"/>
                  </a:cubicBezTo>
                  <a:lnTo>
                    <a:pt x="11686" y="3050"/>
                  </a:lnTo>
                  <a:cubicBezTo>
                    <a:pt x="11331" y="2875"/>
                    <a:pt x="10991" y="2617"/>
                    <a:pt x="10677" y="2387"/>
                  </a:cubicBezTo>
                  <a:cubicBezTo>
                    <a:pt x="9953" y="4239"/>
                    <a:pt x="8657" y="5788"/>
                    <a:pt x="7347" y="7302"/>
                  </a:cubicBezTo>
                  <a:cubicBezTo>
                    <a:pt x="7303" y="7354"/>
                    <a:pt x="7242" y="7376"/>
                    <a:pt x="7180" y="7376"/>
                  </a:cubicBezTo>
                  <a:cubicBezTo>
                    <a:pt x="7104" y="7376"/>
                    <a:pt x="7026" y="7344"/>
                    <a:pt x="6972" y="7294"/>
                  </a:cubicBezTo>
                  <a:cubicBezTo>
                    <a:pt x="6958" y="7282"/>
                    <a:pt x="6948" y="7270"/>
                    <a:pt x="6935" y="7258"/>
                  </a:cubicBezTo>
                  <a:cubicBezTo>
                    <a:pt x="6871" y="7269"/>
                    <a:pt x="6807" y="7274"/>
                    <a:pt x="6744" y="7274"/>
                  </a:cubicBezTo>
                  <a:cubicBezTo>
                    <a:pt x="6180" y="7274"/>
                    <a:pt x="5669" y="6853"/>
                    <a:pt x="5468" y="6334"/>
                  </a:cubicBezTo>
                  <a:cubicBezTo>
                    <a:pt x="5460" y="6313"/>
                    <a:pt x="5455" y="6293"/>
                    <a:pt x="5458" y="6274"/>
                  </a:cubicBezTo>
                  <a:cubicBezTo>
                    <a:pt x="5429" y="6240"/>
                    <a:pt x="5417" y="6191"/>
                    <a:pt x="5433" y="6130"/>
                  </a:cubicBezTo>
                  <a:cubicBezTo>
                    <a:pt x="5966" y="4285"/>
                    <a:pt x="6828" y="2396"/>
                    <a:pt x="8035" y="850"/>
                  </a:cubicBezTo>
                  <a:cubicBezTo>
                    <a:pt x="7753" y="697"/>
                    <a:pt x="7490" y="521"/>
                    <a:pt x="7222" y="346"/>
                  </a:cubicBezTo>
                  <a:cubicBezTo>
                    <a:pt x="7053" y="237"/>
                    <a:pt x="6873" y="138"/>
                    <a:pt x="6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2"/>
            <p:cNvSpPr/>
            <p:nvPr/>
          </p:nvSpPr>
          <p:spPr>
            <a:xfrm>
              <a:off x="-3685000" y="236025"/>
              <a:ext cx="400150" cy="590325"/>
            </a:xfrm>
            <a:custGeom>
              <a:avLst/>
              <a:gdLst/>
              <a:ahLst/>
              <a:cxnLst/>
              <a:rect l="l" t="t" r="r" b="b"/>
              <a:pathLst>
                <a:path w="16006" h="23613" extrusionOk="0">
                  <a:moveTo>
                    <a:pt x="12309" y="487"/>
                  </a:moveTo>
                  <a:cubicBezTo>
                    <a:pt x="12858" y="487"/>
                    <a:pt x="13428" y="660"/>
                    <a:pt x="13945" y="1033"/>
                  </a:cubicBezTo>
                  <a:cubicBezTo>
                    <a:pt x="15460" y="2127"/>
                    <a:pt x="14509" y="3771"/>
                    <a:pt x="13636" y="4937"/>
                  </a:cubicBezTo>
                  <a:cubicBezTo>
                    <a:pt x="13418" y="4823"/>
                    <a:pt x="13192" y="4721"/>
                    <a:pt x="12988" y="4619"/>
                  </a:cubicBezTo>
                  <a:cubicBezTo>
                    <a:pt x="13060" y="4401"/>
                    <a:pt x="13129" y="4181"/>
                    <a:pt x="13187" y="3955"/>
                  </a:cubicBezTo>
                  <a:cubicBezTo>
                    <a:pt x="13277" y="3909"/>
                    <a:pt x="13328" y="3815"/>
                    <a:pt x="13255" y="3708"/>
                  </a:cubicBezTo>
                  <a:cubicBezTo>
                    <a:pt x="13255" y="3708"/>
                    <a:pt x="13252" y="3707"/>
                    <a:pt x="13250" y="3701"/>
                  </a:cubicBezTo>
                  <a:cubicBezTo>
                    <a:pt x="13253" y="3691"/>
                    <a:pt x="13253" y="3683"/>
                    <a:pt x="13257" y="3673"/>
                  </a:cubicBezTo>
                  <a:cubicBezTo>
                    <a:pt x="13283" y="3551"/>
                    <a:pt x="13192" y="3479"/>
                    <a:pt x="13100" y="3479"/>
                  </a:cubicBezTo>
                  <a:cubicBezTo>
                    <a:pt x="13092" y="3479"/>
                    <a:pt x="13084" y="3480"/>
                    <a:pt x="13077" y="3481"/>
                  </a:cubicBezTo>
                  <a:cubicBezTo>
                    <a:pt x="12640" y="2996"/>
                    <a:pt x="12020" y="2704"/>
                    <a:pt x="11376" y="2580"/>
                  </a:cubicBezTo>
                  <a:cubicBezTo>
                    <a:pt x="11339" y="2496"/>
                    <a:pt x="11248" y="2432"/>
                    <a:pt x="11155" y="2432"/>
                  </a:cubicBezTo>
                  <a:cubicBezTo>
                    <a:pt x="11106" y="2432"/>
                    <a:pt x="11057" y="2450"/>
                    <a:pt x="11014" y="2492"/>
                  </a:cubicBezTo>
                  <a:cubicBezTo>
                    <a:pt x="11002" y="2506"/>
                    <a:pt x="10996" y="2517"/>
                    <a:pt x="10985" y="2528"/>
                  </a:cubicBezTo>
                  <a:cubicBezTo>
                    <a:pt x="10965" y="2524"/>
                    <a:pt x="10946" y="2523"/>
                    <a:pt x="10931" y="2521"/>
                  </a:cubicBezTo>
                  <a:cubicBezTo>
                    <a:pt x="10926" y="2520"/>
                    <a:pt x="10921" y="2520"/>
                    <a:pt x="10916" y="2520"/>
                  </a:cubicBezTo>
                  <a:cubicBezTo>
                    <a:pt x="10772" y="2520"/>
                    <a:pt x="10727" y="2659"/>
                    <a:pt x="10773" y="2762"/>
                  </a:cubicBezTo>
                  <a:cubicBezTo>
                    <a:pt x="10680" y="2864"/>
                    <a:pt x="10593" y="2973"/>
                    <a:pt x="10503" y="3081"/>
                  </a:cubicBezTo>
                  <a:cubicBezTo>
                    <a:pt x="10277" y="2925"/>
                    <a:pt x="10037" y="2794"/>
                    <a:pt x="9798" y="2667"/>
                  </a:cubicBezTo>
                  <a:cubicBezTo>
                    <a:pt x="9798" y="2660"/>
                    <a:pt x="9803" y="2658"/>
                    <a:pt x="9801" y="2653"/>
                  </a:cubicBezTo>
                  <a:cubicBezTo>
                    <a:pt x="10032" y="1297"/>
                    <a:pt x="11121" y="487"/>
                    <a:pt x="12309" y="487"/>
                  </a:cubicBezTo>
                  <a:close/>
                  <a:moveTo>
                    <a:pt x="11245" y="2946"/>
                  </a:moveTo>
                  <a:cubicBezTo>
                    <a:pt x="11870" y="3100"/>
                    <a:pt x="12358" y="3433"/>
                    <a:pt x="12856" y="3856"/>
                  </a:cubicBezTo>
                  <a:cubicBezTo>
                    <a:pt x="12477" y="4869"/>
                    <a:pt x="11989" y="5816"/>
                    <a:pt x="11381" y="6713"/>
                  </a:cubicBezTo>
                  <a:cubicBezTo>
                    <a:pt x="11007" y="7260"/>
                    <a:pt x="10593" y="7789"/>
                    <a:pt x="10173" y="8300"/>
                  </a:cubicBezTo>
                  <a:cubicBezTo>
                    <a:pt x="10061" y="8433"/>
                    <a:pt x="9953" y="8567"/>
                    <a:pt x="9840" y="8698"/>
                  </a:cubicBezTo>
                  <a:cubicBezTo>
                    <a:pt x="9572" y="8878"/>
                    <a:pt x="9448" y="9102"/>
                    <a:pt x="9472" y="9377"/>
                  </a:cubicBezTo>
                  <a:cubicBezTo>
                    <a:pt x="9433" y="9350"/>
                    <a:pt x="9387" y="9334"/>
                    <a:pt x="9340" y="9334"/>
                  </a:cubicBezTo>
                  <a:cubicBezTo>
                    <a:pt x="9287" y="9334"/>
                    <a:pt x="9232" y="9354"/>
                    <a:pt x="9181" y="9403"/>
                  </a:cubicBezTo>
                  <a:lnTo>
                    <a:pt x="9169" y="9416"/>
                  </a:lnTo>
                  <a:cubicBezTo>
                    <a:pt x="9160" y="9415"/>
                    <a:pt x="9151" y="9409"/>
                    <a:pt x="9141" y="9409"/>
                  </a:cubicBezTo>
                  <a:cubicBezTo>
                    <a:pt x="9140" y="9409"/>
                    <a:pt x="9138" y="9409"/>
                    <a:pt x="9137" y="9409"/>
                  </a:cubicBezTo>
                  <a:cubicBezTo>
                    <a:pt x="8636" y="9399"/>
                    <a:pt x="8208" y="9263"/>
                    <a:pt x="7941" y="8810"/>
                  </a:cubicBezTo>
                  <a:cubicBezTo>
                    <a:pt x="7946" y="8800"/>
                    <a:pt x="7950" y="8794"/>
                    <a:pt x="7953" y="8788"/>
                  </a:cubicBezTo>
                  <a:cubicBezTo>
                    <a:pt x="8830" y="6645"/>
                    <a:pt x="9988" y="4850"/>
                    <a:pt x="11245" y="2946"/>
                  </a:cubicBezTo>
                  <a:close/>
                  <a:moveTo>
                    <a:pt x="8916" y="2567"/>
                  </a:moveTo>
                  <a:cubicBezTo>
                    <a:pt x="9062" y="2704"/>
                    <a:pt x="9244" y="2803"/>
                    <a:pt x="9411" y="2912"/>
                  </a:cubicBezTo>
                  <a:cubicBezTo>
                    <a:pt x="9681" y="3085"/>
                    <a:pt x="9942" y="3263"/>
                    <a:pt x="10224" y="3416"/>
                  </a:cubicBezTo>
                  <a:cubicBezTo>
                    <a:pt x="9017" y="4962"/>
                    <a:pt x="8155" y="6851"/>
                    <a:pt x="7622" y="8696"/>
                  </a:cubicBezTo>
                  <a:cubicBezTo>
                    <a:pt x="7606" y="8757"/>
                    <a:pt x="7618" y="8806"/>
                    <a:pt x="7647" y="8840"/>
                  </a:cubicBezTo>
                  <a:cubicBezTo>
                    <a:pt x="7646" y="8859"/>
                    <a:pt x="7649" y="8879"/>
                    <a:pt x="7657" y="8900"/>
                  </a:cubicBezTo>
                  <a:cubicBezTo>
                    <a:pt x="7858" y="9419"/>
                    <a:pt x="8369" y="9840"/>
                    <a:pt x="8933" y="9840"/>
                  </a:cubicBezTo>
                  <a:cubicBezTo>
                    <a:pt x="8996" y="9840"/>
                    <a:pt x="9060" y="9835"/>
                    <a:pt x="9124" y="9824"/>
                  </a:cubicBezTo>
                  <a:cubicBezTo>
                    <a:pt x="9137" y="9838"/>
                    <a:pt x="9147" y="9848"/>
                    <a:pt x="9161" y="9860"/>
                  </a:cubicBezTo>
                  <a:cubicBezTo>
                    <a:pt x="9215" y="9910"/>
                    <a:pt x="9293" y="9942"/>
                    <a:pt x="9370" y="9942"/>
                  </a:cubicBezTo>
                  <a:cubicBezTo>
                    <a:pt x="9432" y="9942"/>
                    <a:pt x="9494" y="9920"/>
                    <a:pt x="9538" y="9868"/>
                  </a:cubicBezTo>
                  <a:cubicBezTo>
                    <a:pt x="10846" y="8354"/>
                    <a:pt x="12144" y="6805"/>
                    <a:pt x="12868" y="4953"/>
                  </a:cubicBezTo>
                  <a:cubicBezTo>
                    <a:pt x="13182" y="5183"/>
                    <a:pt x="13522" y="5441"/>
                    <a:pt x="13877" y="5616"/>
                  </a:cubicBezTo>
                  <a:cubicBezTo>
                    <a:pt x="12241" y="8526"/>
                    <a:pt x="10676" y="11402"/>
                    <a:pt x="8675" y="14085"/>
                  </a:cubicBezTo>
                  <a:lnTo>
                    <a:pt x="8677" y="14085"/>
                  </a:lnTo>
                  <a:cubicBezTo>
                    <a:pt x="7674" y="15427"/>
                    <a:pt x="6618" y="16718"/>
                    <a:pt x="5536" y="17985"/>
                  </a:cubicBezTo>
                  <a:cubicBezTo>
                    <a:pt x="4705" y="16983"/>
                    <a:pt x="3506" y="16313"/>
                    <a:pt x="2191" y="16244"/>
                  </a:cubicBezTo>
                  <a:cubicBezTo>
                    <a:pt x="2675" y="14667"/>
                    <a:pt x="3269" y="13120"/>
                    <a:pt x="3990" y="11586"/>
                  </a:cubicBezTo>
                  <a:cubicBezTo>
                    <a:pt x="5447" y="8477"/>
                    <a:pt x="7302" y="5594"/>
                    <a:pt x="8916" y="2567"/>
                  </a:cubicBezTo>
                  <a:close/>
                  <a:moveTo>
                    <a:pt x="2097" y="16538"/>
                  </a:moveTo>
                  <a:cubicBezTo>
                    <a:pt x="2109" y="16544"/>
                    <a:pt x="2121" y="16551"/>
                    <a:pt x="2141" y="16555"/>
                  </a:cubicBezTo>
                  <a:cubicBezTo>
                    <a:pt x="3412" y="16814"/>
                    <a:pt x="4416" y="17362"/>
                    <a:pt x="5240" y="18332"/>
                  </a:cubicBezTo>
                  <a:cubicBezTo>
                    <a:pt x="4102" y="19653"/>
                    <a:pt x="2938" y="20951"/>
                    <a:pt x="1780" y="22256"/>
                  </a:cubicBezTo>
                  <a:cubicBezTo>
                    <a:pt x="1759" y="22274"/>
                    <a:pt x="1751" y="22298"/>
                    <a:pt x="1741" y="22320"/>
                  </a:cubicBezTo>
                  <a:cubicBezTo>
                    <a:pt x="1727" y="22295"/>
                    <a:pt x="1708" y="22271"/>
                    <a:pt x="1681" y="22252"/>
                  </a:cubicBezTo>
                  <a:cubicBezTo>
                    <a:pt x="1452" y="22089"/>
                    <a:pt x="1192" y="21964"/>
                    <a:pt x="937" y="21834"/>
                  </a:cubicBezTo>
                  <a:cubicBezTo>
                    <a:pt x="942" y="21826"/>
                    <a:pt x="946" y="21819"/>
                    <a:pt x="947" y="21809"/>
                  </a:cubicBezTo>
                  <a:cubicBezTo>
                    <a:pt x="1207" y="19998"/>
                    <a:pt x="1588" y="18247"/>
                    <a:pt x="2097" y="16538"/>
                  </a:cubicBezTo>
                  <a:close/>
                  <a:moveTo>
                    <a:pt x="1000" y="22254"/>
                  </a:moveTo>
                  <a:cubicBezTo>
                    <a:pt x="1134" y="22342"/>
                    <a:pt x="1268" y="22431"/>
                    <a:pt x="1409" y="22507"/>
                  </a:cubicBezTo>
                  <a:cubicBezTo>
                    <a:pt x="1409" y="22512"/>
                    <a:pt x="1406" y="22519"/>
                    <a:pt x="1406" y="22526"/>
                  </a:cubicBezTo>
                  <a:cubicBezTo>
                    <a:pt x="1448" y="22853"/>
                    <a:pt x="1235" y="23211"/>
                    <a:pt x="922" y="23211"/>
                  </a:cubicBezTo>
                  <a:cubicBezTo>
                    <a:pt x="852" y="23211"/>
                    <a:pt x="777" y="23193"/>
                    <a:pt x="699" y="23153"/>
                  </a:cubicBezTo>
                  <a:cubicBezTo>
                    <a:pt x="342" y="22973"/>
                    <a:pt x="451" y="22424"/>
                    <a:pt x="854" y="22404"/>
                  </a:cubicBezTo>
                  <a:cubicBezTo>
                    <a:pt x="952" y="22397"/>
                    <a:pt x="1003" y="22327"/>
                    <a:pt x="1000" y="22254"/>
                  </a:cubicBezTo>
                  <a:close/>
                  <a:moveTo>
                    <a:pt x="12350" y="0"/>
                  </a:moveTo>
                  <a:cubicBezTo>
                    <a:pt x="10928" y="0"/>
                    <a:pt x="9567" y="921"/>
                    <a:pt x="9487" y="2494"/>
                  </a:cubicBezTo>
                  <a:cubicBezTo>
                    <a:pt x="9290" y="2380"/>
                    <a:pt x="9090" y="2264"/>
                    <a:pt x="8859" y="2246"/>
                  </a:cubicBezTo>
                  <a:cubicBezTo>
                    <a:pt x="8856" y="2245"/>
                    <a:pt x="8853" y="2245"/>
                    <a:pt x="8851" y="2245"/>
                  </a:cubicBezTo>
                  <a:cubicBezTo>
                    <a:pt x="8805" y="2245"/>
                    <a:pt x="8770" y="2287"/>
                    <a:pt x="8758" y="2331"/>
                  </a:cubicBezTo>
                  <a:cubicBezTo>
                    <a:pt x="8726" y="2337"/>
                    <a:pt x="8692" y="2358"/>
                    <a:pt x="8667" y="2397"/>
                  </a:cubicBezTo>
                  <a:cubicBezTo>
                    <a:pt x="4798" y="7989"/>
                    <a:pt x="983" y="14824"/>
                    <a:pt x="480" y="21744"/>
                  </a:cubicBezTo>
                  <a:cubicBezTo>
                    <a:pt x="473" y="21819"/>
                    <a:pt x="509" y="21877"/>
                    <a:pt x="560" y="21916"/>
                  </a:cubicBezTo>
                  <a:cubicBezTo>
                    <a:pt x="568" y="21943"/>
                    <a:pt x="585" y="21964"/>
                    <a:pt x="611" y="21984"/>
                  </a:cubicBezTo>
                  <a:cubicBezTo>
                    <a:pt x="670" y="22023"/>
                    <a:pt x="728" y="22064"/>
                    <a:pt x="786" y="22106"/>
                  </a:cubicBezTo>
                  <a:cubicBezTo>
                    <a:pt x="495" y="22106"/>
                    <a:pt x="237" y="22303"/>
                    <a:pt x="132" y="22577"/>
                  </a:cubicBezTo>
                  <a:cubicBezTo>
                    <a:pt x="1" y="22913"/>
                    <a:pt x="142" y="23280"/>
                    <a:pt x="441" y="23472"/>
                  </a:cubicBezTo>
                  <a:cubicBezTo>
                    <a:pt x="593" y="23570"/>
                    <a:pt x="751" y="23613"/>
                    <a:pt x="904" y="23613"/>
                  </a:cubicBezTo>
                  <a:cubicBezTo>
                    <a:pt x="1389" y="23613"/>
                    <a:pt x="1820" y="23176"/>
                    <a:pt x="1822" y="22663"/>
                  </a:cubicBezTo>
                  <a:cubicBezTo>
                    <a:pt x="1867" y="22700"/>
                    <a:pt x="1921" y="22723"/>
                    <a:pt x="1977" y="22723"/>
                  </a:cubicBezTo>
                  <a:cubicBezTo>
                    <a:pt x="2035" y="22723"/>
                    <a:pt x="2094" y="22699"/>
                    <a:pt x="2145" y="22641"/>
                  </a:cubicBezTo>
                  <a:cubicBezTo>
                    <a:pt x="3360" y="21299"/>
                    <a:pt x="4559" y="19956"/>
                    <a:pt x="5716" y="18583"/>
                  </a:cubicBezTo>
                  <a:cubicBezTo>
                    <a:pt x="5750" y="18563"/>
                    <a:pt x="5773" y="18530"/>
                    <a:pt x="5790" y="18495"/>
                  </a:cubicBezTo>
                  <a:cubicBezTo>
                    <a:pt x="9108" y="14569"/>
                    <a:pt x="12112" y="10439"/>
                    <a:pt x="14279" y="5691"/>
                  </a:cubicBezTo>
                  <a:cubicBezTo>
                    <a:pt x="14371" y="5618"/>
                    <a:pt x="14410" y="5463"/>
                    <a:pt x="14310" y="5375"/>
                  </a:cubicBezTo>
                  <a:cubicBezTo>
                    <a:pt x="14232" y="5305"/>
                    <a:pt x="14143" y="5244"/>
                    <a:pt x="14050" y="5185"/>
                  </a:cubicBezTo>
                  <a:cubicBezTo>
                    <a:pt x="15258" y="3577"/>
                    <a:pt x="16005" y="1408"/>
                    <a:pt x="13744" y="316"/>
                  </a:cubicBezTo>
                  <a:cubicBezTo>
                    <a:pt x="13303" y="102"/>
                    <a:pt x="12823" y="0"/>
                    <a:pt x="12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62"/>
          <p:cNvGrpSpPr/>
          <p:nvPr/>
        </p:nvGrpSpPr>
        <p:grpSpPr>
          <a:xfrm>
            <a:off x="720000" y="4465000"/>
            <a:ext cx="356525" cy="409700"/>
            <a:chOff x="-2907150" y="31175"/>
            <a:chExt cx="356525" cy="409700"/>
          </a:xfrm>
        </p:grpSpPr>
        <p:sp>
          <p:nvSpPr>
            <p:cNvPr id="2715" name="Google Shape;2715;p62"/>
            <p:cNvSpPr/>
            <p:nvPr/>
          </p:nvSpPr>
          <p:spPr>
            <a:xfrm>
              <a:off x="-2671775" y="140625"/>
              <a:ext cx="100875" cy="57525"/>
            </a:xfrm>
            <a:custGeom>
              <a:avLst/>
              <a:gdLst/>
              <a:ahLst/>
              <a:cxnLst/>
              <a:rect l="l" t="t" r="r" b="b"/>
              <a:pathLst>
                <a:path w="4035" h="2301" extrusionOk="0">
                  <a:moveTo>
                    <a:pt x="4035" y="0"/>
                  </a:moveTo>
                  <a:lnTo>
                    <a:pt x="4035" y="0"/>
                  </a:lnTo>
                  <a:cubicBezTo>
                    <a:pt x="3225" y="153"/>
                    <a:pt x="2508" y="372"/>
                    <a:pt x="1862" y="704"/>
                  </a:cubicBezTo>
                  <a:cubicBezTo>
                    <a:pt x="1831" y="734"/>
                    <a:pt x="1792" y="758"/>
                    <a:pt x="1741" y="766"/>
                  </a:cubicBezTo>
                  <a:cubicBezTo>
                    <a:pt x="1093" y="1116"/>
                    <a:pt x="515" y="1594"/>
                    <a:pt x="0" y="2261"/>
                  </a:cubicBezTo>
                  <a:cubicBezTo>
                    <a:pt x="75" y="2273"/>
                    <a:pt x="153" y="2285"/>
                    <a:pt x="228" y="2300"/>
                  </a:cubicBezTo>
                  <a:cubicBezTo>
                    <a:pt x="1249" y="1524"/>
                    <a:pt x="2436" y="979"/>
                    <a:pt x="3700" y="741"/>
                  </a:cubicBezTo>
                  <a:cubicBezTo>
                    <a:pt x="3714" y="738"/>
                    <a:pt x="3727" y="737"/>
                    <a:pt x="3740" y="737"/>
                  </a:cubicBezTo>
                  <a:cubicBezTo>
                    <a:pt x="3805" y="737"/>
                    <a:pt x="3851" y="773"/>
                    <a:pt x="3879" y="823"/>
                  </a:cubicBezTo>
                  <a:cubicBezTo>
                    <a:pt x="3899" y="678"/>
                    <a:pt x="3936" y="535"/>
                    <a:pt x="3963" y="396"/>
                  </a:cubicBezTo>
                  <a:cubicBezTo>
                    <a:pt x="3986" y="262"/>
                    <a:pt x="4011" y="131"/>
                    <a:pt x="40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2"/>
            <p:cNvSpPr/>
            <p:nvPr/>
          </p:nvSpPr>
          <p:spPr>
            <a:xfrm>
              <a:off x="-2907150" y="31175"/>
              <a:ext cx="356525" cy="409700"/>
            </a:xfrm>
            <a:custGeom>
              <a:avLst/>
              <a:gdLst/>
              <a:ahLst/>
              <a:cxnLst/>
              <a:rect l="l" t="t" r="r" b="b"/>
              <a:pathLst>
                <a:path w="14261" h="16388" extrusionOk="0">
                  <a:moveTo>
                    <a:pt x="9791" y="734"/>
                  </a:moveTo>
                  <a:cubicBezTo>
                    <a:pt x="10915" y="1596"/>
                    <a:pt x="11401" y="2990"/>
                    <a:pt x="11066" y="4402"/>
                  </a:cubicBezTo>
                  <a:cubicBezTo>
                    <a:pt x="11049" y="4463"/>
                    <a:pt x="11060" y="4519"/>
                    <a:pt x="11085" y="4563"/>
                  </a:cubicBezTo>
                  <a:cubicBezTo>
                    <a:pt x="11046" y="4589"/>
                    <a:pt x="11004" y="4609"/>
                    <a:pt x="10961" y="4637"/>
                  </a:cubicBezTo>
                  <a:cubicBezTo>
                    <a:pt x="9604" y="3831"/>
                    <a:pt x="9616" y="2180"/>
                    <a:pt x="9791" y="734"/>
                  </a:cubicBezTo>
                  <a:close/>
                  <a:moveTo>
                    <a:pt x="13450" y="4378"/>
                  </a:moveTo>
                  <a:lnTo>
                    <a:pt x="13450" y="4378"/>
                  </a:lnTo>
                  <a:cubicBezTo>
                    <a:pt x="13424" y="4509"/>
                    <a:pt x="13401" y="4642"/>
                    <a:pt x="13378" y="4774"/>
                  </a:cubicBezTo>
                  <a:cubicBezTo>
                    <a:pt x="13351" y="4913"/>
                    <a:pt x="13314" y="5058"/>
                    <a:pt x="13292" y="5201"/>
                  </a:cubicBezTo>
                  <a:cubicBezTo>
                    <a:pt x="13266" y="5151"/>
                    <a:pt x="13219" y="5115"/>
                    <a:pt x="13153" y="5115"/>
                  </a:cubicBezTo>
                  <a:cubicBezTo>
                    <a:pt x="13140" y="5115"/>
                    <a:pt x="13127" y="5116"/>
                    <a:pt x="13113" y="5119"/>
                  </a:cubicBezTo>
                  <a:cubicBezTo>
                    <a:pt x="11850" y="5359"/>
                    <a:pt x="10662" y="5902"/>
                    <a:pt x="9641" y="6678"/>
                  </a:cubicBezTo>
                  <a:cubicBezTo>
                    <a:pt x="9568" y="6665"/>
                    <a:pt x="9490" y="6651"/>
                    <a:pt x="9413" y="6641"/>
                  </a:cubicBezTo>
                  <a:cubicBezTo>
                    <a:pt x="9930" y="5973"/>
                    <a:pt x="10506" y="5494"/>
                    <a:pt x="11156" y="5144"/>
                  </a:cubicBezTo>
                  <a:cubicBezTo>
                    <a:pt x="11206" y="5136"/>
                    <a:pt x="11246" y="5112"/>
                    <a:pt x="11277" y="5082"/>
                  </a:cubicBezTo>
                  <a:cubicBezTo>
                    <a:pt x="11923" y="4750"/>
                    <a:pt x="12640" y="4533"/>
                    <a:pt x="13450" y="4378"/>
                  </a:cubicBezTo>
                  <a:close/>
                  <a:moveTo>
                    <a:pt x="5469" y="4556"/>
                  </a:moveTo>
                  <a:cubicBezTo>
                    <a:pt x="7054" y="4556"/>
                    <a:pt x="8604" y="5594"/>
                    <a:pt x="9138" y="7618"/>
                  </a:cubicBezTo>
                  <a:cubicBezTo>
                    <a:pt x="9166" y="7716"/>
                    <a:pt x="9246" y="7763"/>
                    <a:pt x="9325" y="7763"/>
                  </a:cubicBezTo>
                  <a:cubicBezTo>
                    <a:pt x="9422" y="7763"/>
                    <a:pt x="9515" y="7692"/>
                    <a:pt x="9497" y="7562"/>
                  </a:cubicBezTo>
                  <a:cubicBezTo>
                    <a:pt x="9470" y="7392"/>
                    <a:pt x="9437" y="7232"/>
                    <a:pt x="9397" y="7076"/>
                  </a:cubicBezTo>
                  <a:lnTo>
                    <a:pt x="9397" y="7076"/>
                  </a:lnTo>
                  <a:cubicBezTo>
                    <a:pt x="10455" y="7404"/>
                    <a:pt x="11445" y="7798"/>
                    <a:pt x="12252" y="8583"/>
                  </a:cubicBezTo>
                  <a:cubicBezTo>
                    <a:pt x="13751" y="10037"/>
                    <a:pt x="13309" y="11529"/>
                    <a:pt x="11991" y="12913"/>
                  </a:cubicBezTo>
                  <a:cubicBezTo>
                    <a:pt x="11343" y="13591"/>
                    <a:pt x="10664" y="14267"/>
                    <a:pt x="9896" y="14809"/>
                  </a:cubicBezTo>
                  <a:cubicBezTo>
                    <a:pt x="9123" y="15354"/>
                    <a:pt x="7992" y="15836"/>
                    <a:pt x="6988" y="15836"/>
                  </a:cubicBezTo>
                  <a:cubicBezTo>
                    <a:pt x="6050" y="15836"/>
                    <a:pt x="5223" y="15414"/>
                    <a:pt x="4903" y="14230"/>
                  </a:cubicBezTo>
                  <a:cubicBezTo>
                    <a:pt x="4885" y="14164"/>
                    <a:pt x="4819" y="14125"/>
                    <a:pt x="4758" y="14125"/>
                  </a:cubicBezTo>
                  <a:cubicBezTo>
                    <a:pt x="4749" y="14125"/>
                    <a:pt x="4740" y="14126"/>
                    <a:pt x="4732" y="14128"/>
                  </a:cubicBezTo>
                  <a:cubicBezTo>
                    <a:pt x="4696" y="14043"/>
                    <a:pt x="4620" y="13976"/>
                    <a:pt x="4510" y="13976"/>
                  </a:cubicBezTo>
                  <a:cubicBezTo>
                    <a:pt x="4504" y="13976"/>
                    <a:pt x="4499" y="13976"/>
                    <a:pt x="4494" y="13977"/>
                  </a:cubicBezTo>
                  <a:cubicBezTo>
                    <a:pt x="4408" y="13981"/>
                    <a:pt x="4325" y="13983"/>
                    <a:pt x="4243" y="13983"/>
                  </a:cubicBezTo>
                  <a:cubicBezTo>
                    <a:pt x="687" y="13983"/>
                    <a:pt x="694" y="9644"/>
                    <a:pt x="1816" y="7124"/>
                  </a:cubicBezTo>
                  <a:cubicBezTo>
                    <a:pt x="2583" y="5399"/>
                    <a:pt x="4040" y="4556"/>
                    <a:pt x="5469" y="4556"/>
                  </a:cubicBezTo>
                  <a:close/>
                  <a:moveTo>
                    <a:pt x="9577" y="0"/>
                  </a:moveTo>
                  <a:cubicBezTo>
                    <a:pt x="9449" y="0"/>
                    <a:pt x="9333" y="84"/>
                    <a:pt x="9312" y="237"/>
                  </a:cubicBezTo>
                  <a:cubicBezTo>
                    <a:pt x="9098" y="1823"/>
                    <a:pt x="9014" y="4013"/>
                    <a:pt x="10555" y="4900"/>
                  </a:cubicBezTo>
                  <a:cubicBezTo>
                    <a:pt x="9994" y="5297"/>
                    <a:pt x="9502" y="5798"/>
                    <a:pt x="9137" y="6346"/>
                  </a:cubicBezTo>
                  <a:cubicBezTo>
                    <a:pt x="8444" y="4844"/>
                    <a:pt x="6971" y="4045"/>
                    <a:pt x="5460" y="4045"/>
                  </a:cubicBezTo>
                  <a:cubicBezTo>
                    <a:pt x="4080" y="4045"/>
                    <a:pt x="2669" y="4712"/>
                    <a:pt x="1794" y="6118"/>
                  </a:cubicBezTo>
                  <a:cubicBezTo>
                    <a:pt x="35" y="8943"/>
                    <a:pt x="1" y="14453"/>
                    <a:pt x="4167" y="14453"/>
                  </a:cubicBezTo>
                  <a:cubicBezTo>
                    <a:pt x="4297" y="14453"/>
                    <a:pt x="4431" y="14448"/>
                    <a:pt x="4569" y="14437"/>
                  </a:cubicBezTo>
                  <a:cubicBezTo>
                    <a:pt x="4596" y="14433"/>
                    <a:pt x="4621" y="14425"/>
                    <a:pt x="4642" y="14415"/>
                  </a:cubicBezTo>
                  <a:cubicBezTo>
                    <a:pt x="4687" y="15623"/>
                    <a:pt x="5756" y="16331"/>
                    <a:pt x="6940" y="16384"/>
                  </a:cubicBezTo>
                  <a:cubicBezTo>
                    <a:pt x="6995" y="16386"/>
                    <a:pt x="7050" y="16387"/>
                    <a:pt x="7104" y="16387"/>
                  </a:cubicBezTo>
                  <a:cubicBezTo>
                    <a:pt x="9102" y="16387"/>
                    <a:pt x="10834" y="14809"/>
                    <a:pt x="12143" y="13491"/>
                  </a:cubicBezTo>
                  <a:cubicBezTo>
                    <a:pt x="13207" y="12414"/>
                    <a:pt x="14260" y="11194"/>
                    <a:pt x="13632" y="9602"/>
                  </a:cubicBezTo>
                  <a:cubicBezTo>
                    <a:pt x="13046" y="8121"/>
                    <a:pt x="11522" y="7118"/>
                    <a:pt x="9994" y="6750"/>
                  </a:cubicBezTo>
                  <a:cubicBezTo>
                    <a:pt x="10978" y="6135"/>
                    <a:pt x="12021" y="5724"/>
                    <a:pt x="13170" y="5481"/>
                  </a:cubicBezTo>
                  <a:cubicBezTo>
                    <a:pt x="13220" y="5469"/>
                    <a:pt x="13260" y="5440"/>
                    <a:pt x="13285" y="5406"/>
                  </a:cubicBezTo>
                  <a:lnTo>
                    <a:pt x="13285" y="5406"/>
                  </a:lnTo>
                  <a:cubicBezTo>
                    <a:pt x="13283" y="5432"/>
                    <a:pt x="13280" y="5455"/>
                    <a:pt x="13283" y="5479"/>
                  </a:cubicBezTo>
                  <a:cubicBezTo>
                    <a:pt x="13294" y="5565"/>
                    <a:pt x="13362" y="5607"/>
                    <a:pt x="13431" y="5607"/>
                  </a:cubicBezTo>
                  <a:cubicBezTo>
                    <a:pt x="13493" y="5607"/>
                    <a:pt x="13557" y="5574"/>
                    <a:pt x="13584" y="5508"/>
                  </a:cubicBezTo>
                  <a:cubicBezTo>
                    <a:pt x="13671" y="5304"/>
                    <a:pt x="13655" y="5065"/>
                    <a:pt x="13677" y="4847"/>
                  </a:cubicBezTo>
                  <a:cubicBezTo>
                    <a:pt x="13696" y="4609"/>
                    <a:pt x="13725" y="4370"/>
                    <a:pt x="13732" y="4130"/>
                  </a:cubicBezTo>
                  <a:cubicBezTo>
                    <a:pt x="13734" y="4079"/>
                    <a:pt x="13698" y="4039"/>
                    <a:pt x="13657" y="4022"/>
                  </a:cubicBezTo>
                  <a:cubicBezTo>
                    <a:pt x="13628" y="3989"/>
                    <a:pt x="13587" y="3967"/>
                    <a:pt x="13530" y="3960"/>
                  </a:cubicBezTo>
                  <a:cubicBezTo>
                    <a:pt x="13453" y="3956"/>
                    <a:pt x="13376" y="3953"/>
                    <a:pt x="13299" y="3953"/>
                  </a:cubicBezTo>
                  <a:cubicBezTo>
                    <a:pt x="12700" y="3953"/>
                    <a:pt x="12101" y="4098"/>
                    <a:pt x="11535" y="4346"/>
                  </a:cubicBezTo>
                  <a:cubicBezTo>
                    <a:pt x="11965" y="2705"/>
                    <a:pt x="11201" y="901"/>
                    <a:pt x="9738" y="45"/>
                  </a:cubicBezTo>
                  <a:cubicBezTo>
                    <a:pt x="9686" y="15"/>
                    <a:pt x="9631" y="0"/>
                    <a:pt x="9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2"/>
            <p:cNvSpPr/>
            <p:nvPr/>
          </p:nvSpPr>
          <p:spPr>
            <a:xfrm>
              <a:off x="-2889950" y="145075"/>
              <a:ext cx="326575" cy="282000"/>
            </a:xfrm>
            <a:custGeom>
              <a:avLst/>
              <a:gdLst/>
              <a:ahLst/>
              <a:cxnLst/>
              <a:rect l="l" t="t" r="r" b="b"/>
              <a:pathLst>
                <a:path w="13063" h="11280" extrusionOk="0">
                  <a:moveTo>
                    <a:pt x="4781" y="0"/>
                  </a:moveTo>
                  <a:cubicBezTo>
                    <a:pt x="3352" y="0"/>
                    <a:pt x="1895" y="843"/>
                    <a:pt x="1128" y="2568"/>
                  </a:cubicBezTo>
                  <a:cubicBezTo>
                    <a:pt x="6" y="5088"/>
                    <a:pt x="0" y="9428"/>
                    <a:pt x="3553" y="9428"/>
                  </a:cubicBezTo>
                  <a:cubicBezTo>
                    <a:pt x="3636" y="9428"/>
                    <a:pt x="3720" y="9425"/>
                    <a:pt x="3806" y="9421"/>
                  </a:cubicBezTo>
                  <a:cubicBezTo>
                    <a:pt x="3811" y="9420"/>
                    <a:pt x="3816" y="9420"/>
                    <a:pt x="3822" y="9420"/>
                  </a:cubicBezTo>
                  <a:cubicBezTo>
                    <a:pt x="3932" y="9420"/>
                    <a:pt x="4008" y="9487"/>
                    <a:pt x="4044" y="9572"/>
                  </a:cubicBezTo>
                  <a:cubicBezTo>
                    <a:pt x="4052" y="9570"/>
                    <a:pt x="4061" y="9569"/>
                    <a:pt x="4070" y="9569"/>
                  </a:cubicBezTo>
                  <a:cubicBezTo>
                    <a:pt x="4131" y="9569"/>
                    <a:pt x="4199" y="9608"/>
                    <a:pt x="4215" y="9674"/>
                  </a:cubicBezTo>
                  <a:cubicBezTo>
                    <a:pt x="4535" y="10858"/>
                    <a:pt x="5362" y="11280"/>
                    <a:pt x="6300" y="11280"/>
                  </a:cubicBezTo>
                  <a:cubicBezTo>
                    <a:pt x="7304" y="11280"/>
                    <a:pt x="8435" y="10798"/>
                    <a:pt x="9208" y="10253"/>
                  </a:cubicBezTo>
                  <a:cubicBezTo>
                    <a:pt x="9976" y="9711"/>
                    <a:pt x="10655" y="9037"/>
                    <a:pt x="11303" y="8357"/>
                  </a:cubicBezTo>
                  <a:cubicBezTo>
                    <a:pt x="12621" y="6973"/>
                    <a:pt x="13063" y="5481"/>
                    <a:pt x="11564" y="4027"/>
                  </a:cubicBezTo>
                  <a:cubicBezTo>
                    <a:pt x="10757" y="3242"/>
                    <a:pt x="9767" y="2850"/>
                    <a:pt x="8709" y="2520"/>
                  </a:cubicBezTo>
                  <a:lnTo>
                    <a:pt x="8709" y="2520"/>
                  </a:lnTo>
                  <a:cubicBezTo>
                    <a:pt x="8749" y="2676"/>
                    <a:pt x="8782" y="2838"/>
                    <a:pt x="8809" y="3006"/>
                  </a:cubicBezTo>
                  <a:cubicBezTo>
                    <a:pt x="8827" y="3136"/>
                    <a:pt x="8734" y="3207"/>
                    <a:pt x="8637" y="3207"/>
                  </a:cubicBezTo>
                  <a:cubicBezTo>
                    <a:pt x="8559" y="3207"/>
                    <a:pt x="8479" y="3160"/>
                    <a:pt x="8452" y="3062"/>
                  </a:cubicBezTo>
                  <a:cubicBezTo>
                    <a:pt x="7917" y="1038"/>
                    <a:pt x="6366" y="0"/>
                    <a:pt x="4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2"/>
            <p:cNvSpPr/>
            <p:nvPr/>
          </p:nvSpPr>
          <p:spPr>
            <a:xfrm>
              <a:off x="-2667075" y="49525"/>
              <a:ext cx="45000" cy="97575"/>
            </a:xfrm>
            <a:custGeom>
              <a:avLst/>
              <a:gdLst/>
              <a:ahLst/>
              <a:cxnLst/>
              <a:rect l="l" t="t" r="r" b="b"/>
              <a:pathLst>
                <a:path w="1800" h="3903" extrusionOk="0">
                  <a:moveTo>
                    <a:pt x="188" y="0"/>
                  </a:moveTo>
                  <a:cubicBezTo>
                    <a:pt x="13" y="1448"/>
                    <a:pt x="1" y="3097"/>
                    <a:pt x="1360" y="3903"/>
                  </a:cubicBezTo>
                  <a:cubicBezTo>
                    <a:pt x="1401" y="3875"/>
                    <a:pt x="1443" y="3855"/>
                    <a:pt x="1482" y="3829"/>
                  </a:cubicBezTo>
                  <a:cubicBezTo>
                    <a:pt x="1458" y="3785"/>
                    <a:pt x="1446" y="3729"/>
                    <a:pt x="1465" y="3668"/>
                  </a:cubicBezTo>
                  <a:cubicBezTo>
                    <a:pt x="1800" y="2256"/>
                    <a:pt x="1312" y="862"/>
                    <a:pt x="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9" name="Google Shape;2719;p62"/>
          <p:cNvSpPr/>
          <p:nvPr/>
        </p:nvSpPr>
        <p:spPr>
          <a:xfrm>
            <a:off x="984506" y="32979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0" name="Google Shape;2720;p62"/>
          <p:cNvSpPr/>
          <p:nvPr/>
        </p:nvSpPr>
        <p:spPr>
          <a:xfrm>
            <a:off x="6389631" y="26380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1" name="Google Shape;2721;p62"/>
          <p:cNvSpPr/>
          <p:nvPr/>
        </p:nvSpPr>
        <p:spPr>
          <a:xfrm>
            <a:off x="2724106" y="48346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62"/>
          <p:cNvSpPr/>
          <p:nvPr/>
        </p:nvSpPr>
        <p:spPr>
          <a:xfrm>
            <a:off x="6460931" y="43114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3" name="Google Shape;2723;p62"/>
          <p:cNvSpPr/>
          <p:nvPr/>
        </p:nvSpPr>
        <p:spPr>
          <a:xfrm>
            <a:off x="8476706" y="21438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4" name="Google Shape;2724;p62"/>
          <p:cNvSpPr/>
          <p:nvPr/>
        </p:nvSpPr>
        <p:spPr>
          <a:xfrm>
            <a:off x="8548006" y="4633108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5" name="Google Shape;2725;p62"/>
          <p:cNvGrpSpPr/>
          <p:nvPr/>
        </p:nvGrpSpPr>
        <p:grpSpPr>
          <a:xfrm>
            <a:off x="3833850" y="3199400"/>
            <a:ext cx="830600" cy="263700"/>
            <a:chOff x="706200" y="934200"/>
            <a:chExt cx="830600" cy="263700"/>
          </a:xfrm>
        </p:grpSpPr>
        <p:sp>
          <p:nvSpPr>
            <p:cNvPr id="2726" name="Google Shape;2726;p62"/>
            <p:cNvSpPr/>
            <p:nvPr/>
          </p:nvSpPr>
          <p:spPr>
            <a:xfrm>
              <a:off x="1358950" y="1035250"/>
              <a:ext cx="26625" cy="162650"/>
            </a:xfrm>
            <a:custGeom>
              <a:avLst/>
              <a:gdLst/>
              <a:ahLst/>
              <a:cxnLst/>
              <a:rect l="l" t="t" r="r" b="b"/>
              <a:pathLst>
                <a:path w="1065" h="6506" fill="none" extrusionOk="0">
                  <a:moveTo>
                    <a:pt x="913" y="1"/>
                  </a:moveTo>
                  <a:cubicBezTo>
                    <a:pt x="1065" y="2189"/>
                    <a:pt x="669" y="4347"/>
                    <a:pt x="1" y="6506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2"/>
            <p:cNvSpPr/>
            <p:nvPr/>
          </p:nvSpPr>
          <p:spPr>
            <a:xfrm>
              <a:off x="1238900" y="1067925"/>
              <a:ext cx="120075" cy="129975"/>
            </a:xfrm>
            <a:custGeom>
              <a:avLst/>
              <a:gdLst/>
              <a:ahLst/>
              <a:cxnLst/>
              <a:rect l="l" t="t" r="r" b="b"/>
              <a:pathLst>
                <a:path w="4803" h="5199" fill="none" extrusionOk="0">
                  <a:moveTo>
                    <a:pt x="3860" y="1"/>
                  </a:moveTo>
                  <a:cubicBezTo>
                    <a:pt x="4438" y="1642"/>
                    <a:pt x="4742" y="3375"/>
                    <a:pt x="4803" y="5199"/>
                  </a:cubicBezTo>
                  <a:cubicBezTo>
                    <a:pt x="3040" y="4712"/>
                    <a:pt x="1945" y="4408"/>
                    <a:pt x="0" y="3405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2"/>
            <p:cNvSpPr/>
            <p:nvPr/>
          </p:nvSpPr>
          <p:spPr>
            <a:xfrm>
              <a:off x="706200" y="934200"/>
              <a:ext cx="830600" cy="101075"/>
            </a:xfrm>
            <a:custGeom>
              <a:avLst/>
              <a:gdLst/>
              <a:ahLst/>
              <a:cxnLst/>
              <a:rect l="l" t="t" r="r" b="b"/>
              <a:pathLst>
                <a:path w="33224" h="4043" fill="none" extrusionOk="0">
                  <a:moveTo>
                    <a:pt x="33223" y="1368"/>
                  </a:moveTo>
                  <a:cubicBezTo>
                    <a:pt x="22342" y="487"/>
                    <a:pt x="11186" y="0"/>
                    <a:pt x="1" y="304"/>
                  </a:cubicBezTo>
                  <a:cubicBezTo>
                    <a:pt x="9849" y="1490"/>
                    <a:pt x="19606" y="2645"/>
                    <a:pt x="27023" y="4043"/>
                  </a:cubicBezTo>
                  <a:cubicBezTo>
                    <a:pt x="29545" y="3374"/>
                    <a:pt x="31430" y="2371"/>
                    <a:pt x="33223" y="1368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2"/>
            <p:cNvSpPr/>
            <p:nvPr/>
          </p:nvSpPr>
          <p:spPr>
            <a:xfrm>
              <a:off x="706200" y="941800"/>
              <a:ext cx="629225" cy="243950"/>
            </a:xfrm>
            <a:custGeom>
              <a:avLst/>
              <a:gdLst/>
              <a:ahLst/>
              <a:cxnLst/>
              <a:rect l="l" t="t" r="r" b="b"/>
              <a:pathLst>
                <a:path w="25169" h="9758" fill="none" extrusionOk="0">
                  <a:moveTo>
                    <a:pt x="1" y="0"/>
                  </a:moveTo>
                  <a:cubicBezTo>
                    <a:pt x="7934" y="2219"/>
                    <a:pt x="16293" y="4104"/>
                    <a:pt x="25168" y="5046"/>
                  </a:cubicBezTo>
                  <a:cubicBezTo>
                    <a:pt x="23436" y="6839"/>
                    <a:pt x="21369" y="8420"/>
                    <a:pt x="18876" y="9757"/>
                  </a:cubicBezTo>
                  <a:cubicBezTo>
                    <a:pt x="12706" y="7690"/>
                    <a:pt x="6353" y="410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0" name="Google Shape;2730;p62"/>
          <p:cNvGrpSpPr/>
          <p:nvPr/>
        </p:nvGrpSpPr>
        <p:grpSpPr>
          <a:xfrm>
            <a:off x="2852413" y="3593263"/>
            <a:ext cx="600350" cy="598050"/>
            <a:chOff x="3603675" y="905325"/>
            <a:chExt cx="600350" cy="598050"/>
          </a:xfrm>
        </p:grpSpPr>
        <p:sp>
          <p:nvSpPr>
            <p:cNvPr id="2731" name="Google Shape;2731;p62"/>
            <p:cNvSpPr/>
            <p:nvPr/>
          </p:nvSpPr>
          <p:spPr>
            <a:xfrm>
              <a:off x="3603675" y="905325"/>
              <a:ext cx="600350" cy="598050"/>
            </a:xfrm>
            <a:custGeom>
              <a:avLst/>
              <a:gdLst/>
              <a:ahLst/>
              <a:cxnLst/>
              <a:rect l="l" t="t" r="r" b="b"/>
              <a:pathLst>
                <a:path w="24014" h="23922" fill="none" extrusionOk="0">
                  <a:moveTo>
                    <a:pt x="8755" y="1854"/>
                  </a:moveTo>
                  <a:cubicBezTo>
                    <a:pt x="14347" y="0"/>
                    <a:pt x="20123" y="3709"/>
                    <a:pt x="22068" y="9210"/>
                  </a:cubicBezTo>
                  <a:cubicBezTo>
                    <a:pt x="24013" y="14742"/>
                    <a:pt x="20730" y="21186"/>
                    <a:pt x="14712" y="22554"/>
                  </a:cubicBezTo>
                  <a:cubicBezTo>
                    <a:pt x="8663" y="23922"/>
                    <a:pt x="2736" y="21156"/>
                    <a:pt x="1368" y="15168"/>
                  </a:cubicBezTo>
                  <a:cubicBezTo>
                    <a:pt x="1" y="9210"/>
                    <a:pt x="3162" y="3709"/>
                    <a:pt x="8755" y="1854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2"/>
            <p:cNvSpPr/>
            <p:nvPr/>
          </p:nvSpPr>
          <p:spPr>
            <a:xfrm>
              <a:off x="3673575" y="963825"/>
              <a:ext cx="441525" cy="489400"/>
            </a:xfrm>
            <a:custGeom>
              <a:avLst/>
              <a:gdLst/>
              <a:ahLst/>
              <a:cxnLst/>
              <a:rect l="l" t="t" r="r" b="b"/>
              <a:pathLst>
                <a:path w="17661" h="19576" fill="none" extrusionOk="0">
                  <a:moveTo>
                    <a:pt x="9211" y="2767"/>
                  </a:moveTo>
                  <a:cubicBezTo>
                    <a:pt x="13892" y="1"/>
                    <a:pt x="17387" y="1429"/>
                    <a:pt x="17539" y="5168"/>
                  </a:cubicBezTo>
                  <a:cubicBezTo>
                    <a:pt x="17661" y="8876"/>
                    <a:pt x="13649" y="14560"/>
                    <a:pt x="8725" y="17053"/>
                  </a:cubicBezTo>
                  <a:cubicBezTo>
                    <a:pt x="3831" y="19575"/>
                    <a:pt x="1" y="18907"/>
                    <a:pt x="427" y="14682"/>
                  </a:cubicBezTo>
                  <a:cubicBezTo>
                    <a:pt x="822" y="10457"/>
                    <a:pt x="4530" y="5533"/>
                    <a:pt x="9211" y="2767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2"/>
            <p:cNvSpPr/>
            <p:nvPr/>
          </p:nvSpPr>
          <p:spPr>
            <a:xfrm>
              <a:off x="3703975" y="1021575"/>
              <a:ext cx="379975" cy="383025"/>
            </a:xfrm>
            <a:custGeom>
              <a:avLst/>
              <a:gdLst/>
              <a:ahLst/>
              <a:cxnLst/>
              <a:rect l="l" t="t" r="r" b="b"/>
              <a:pathLst>
                <a:path w="15199" h="15321" fill="none" extrusionOk="0">
                  <a:moveTo>
                    <a:pt x="15199" y="1"/>
                  </a:moveTo>
                  <a:cubicBezTo>
                    <a:pt x="12524" y="3527"/>
                    <a:pt x="5198" y="12220"/>
                    <a:pt x="1" y="15320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2"/>
            <p:cNvSpPr/>
            <p:nvPr/>
          </p:nvSpPr>
          <p:spPr>
            <a:xfrm>
              <a:off x="3716900" y="1023100"/>
              <a:ext cx="378450" cy="376925"/>
            </a:xfrm>
            <a:custGeom>
              <a:avLst/>
              <a:gdLst/>
              <a:ahLst/>
              <a:cxnLst/>
              <a:rect l="l" t="t" r="r" b="b"/>
              <a:pathLst>
                <a:path w="15138" h="15077" fill="none" extrusionOk="0">
                  <a:moveTo>
                    <a:pt x="15138" y="15077"/>
                  </a:moveTo>
                  <a:cubicBezTo>
                    <a:pt x="11642" y="12402"/>
                    <a:pt x="3101" y="5229"/>
                    <a:pt x="1" y="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2"/>
            <p:cNvSpPr/>
            <p:nvPr/>
          </p:nvSpPr>
          <p:spPr>
            <a:xfrm>
              <a:off x="3897000" y="939525"/>
              <a:ext cx="272050" cy="275850"/>
            </a:xfrm>
            <a:custGeom>
              <a:avLst/>
              <a:gdLst/>
              <a:ahLst/>
              <a:cxnLst/>
              <a:rect l="l" t="t" r="r" b="b"/>
              <a:pathLst>
                <a:path w="10882" h="11034" fill="none" extrusionOk="0">
                  <a:moveTo>
                    <a:pt x="10882" y="11034"/>
                  </a:moveTo>
                  <a:cubicBezTo>
                    <a:pt x="6718" y="10335"/>
                    <a:pt x="2554" y="7325"/>
                    <a:pt x="791" y="2888"/>
                  </a:cubicBezTo>
                  <a:cubicBezTo>
                    <a:pt x="395" y="1885"/>
                    <a:pt x="122" y="912"/>
                    <a:pt x="0" y="0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2"/>
            <p:cNvSpPr/>
            <p:nvPr/>
          </p:nvSpPr>
          <p:spPr>
            <a:xfrm>
              <a:off x="3631800" y="1249550"/>
              <a:ext cx="233300" cy="226475"/>
            </a:xfrm>
            <a:custGeom>
              <a:avLst/>
              <a:gdLst/>
              <a:ahLst/>
              <a:cxnLst/>
              <a:rect l="l" t="t" r="r" b="b"/>
              <a:pathLst>
                <a:path w="9332" h="9059" fill="none" extrusionOk="0">
                  <a:moveTo>
                    <a:pt x="0" y="0"/>
                  </a:moveTo>
                  <a:cubicBezTo>
                    <a:pt x="3496" y="1125"/>
                    <a:pt x="6961" y="4286"/>
                    <a:pt x="8815" y="7964"/>
                  </a:cubicBezTo>
                  <a:cubicBezTo>
                    <a:pt x="9028" y="8329"/>
                    <a:pt x="9180" y="8694"/>
                    <a:pt x="9332" y="9058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7" name="Google Shape;2737;p62"/>
          <p:cNvSpPr/>
          <p:nvPr/>
        </p:nvSpPr>
        <p:spPr>
          <a:xfrm>
            <a:off x="3779513" y="3801475"/>
            <a:ext cx="169475" cy="405800"/>
          </a:xfrm>
          <a:custGeom>
            <a:avLst/>
            <a:gdLst/>
            <a:ahLst/>
            <a:cxnLst/>
            <a:rect l="l" t="t" r="r" b="b"/>
            <a:pathLst>
              <a:path w="6779" h="16232" fill="none" extrusionOk="0">
                <a:moveTo>
                  <a:pt x="6262" y="6049"/>
                </a:moveTo>
                <a:cubicBezTo>
                  <a:pt x="6262" y="9301"/>
                  <a:pt x="6779" y="16232"/>
                  <a:pt x="3162" y="16110"/>
                </a:cubicBezTo>
                <a:cubicBezTo>
                  <a:pt x="821" y="16019"/>
                  <a:pt x="274" y="12098"/>
                  <a:pt x="153" y="7994"/>
                </a:cubicBezTo>
                <a:cubicBezTo>
                  <a:pt x="1" y="3709"/>
                  <a:pt x="335" y="91"/>
                  <a:pt x="2706" y="31"/>
                </a:cubicBezTo>
                <a:cubicBezTo>
                  <a:pt x="4712" y="0"/>
                  <a:pt x="4894" y="4073"/>
                  <a:pt x="4834" y="7690"/>
                </a:cubicBezTo>
                <a:cubicBezTo>
                  <a:pt x="4773" y="10760"/>
                  <a:pt x="4621" y="13040"/>
                  <a:pt x="3405" y="13040"/>
                </a:cubicBezTo>
                <a:cubicBezTo>
                  <a:pt x="1217" y="13040"/>
                  <a:pt x="1824" y="6231"/>
                  <a:pt x="1824" y="6231"/>
                </a:cubicBezTo>
              </a:path>
            </a:pathLst>
          </a:custGeom>
          <a:solidFill>
            <a:schemeClr val="dk1"/>
          </a:solidFill>
          <a:ln w="182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8" name="Google Shape;2738;p62"/>
          <p:cNvGrpSpPr/>
          <p:nvPr/>
        </p:nvGrpSpPr>
        <p:grpSpPr>
          <a:xfrm>
            <a:off x="6883763" y="3787350"/>
            <a:ext cx="561575" cy="816150"/>
            <a:chOff x="6331700" y="3937275"/>
            <a:chExt cx="561575" cy="816150"/>
          </a:xfrm>
        </p:grpSpPr>
        <p:sp>
          <p:nvSpPr>
            <p:cNvPr id="2739" name="Google Shape;2739;p62"/>
            <p:cNvSpPr/>
            <p:nvPr/>
          </p:nvSpPr>
          <p:spPr>
            <a:xfrm>
              <a:off x="6506475" y="4022375"/>
              <a:ext cx="198350" cy="197600"/>
            </a:xfrm>
            <a:custGeom>
              <a:avLst/>
              <a:gdLst/>
              <a:ahLst/>
              <a:cxnLst/>
              <a:rect l="l" t="t" r="r" b="b"/>
              <a:pathLst>
                <a:path w="7934" h="7904" fill="none" extrusionOk="0">
                  <a:moveTo>
                    <a:pt x="2888" y="609"/>
                  </a:moveTo>
                  <a:cubicBezTo>
                    <a:pt x="4712" y="1"/>
                    <a:pt x="6626" y="1217"/>
                    <a:pt x="7295" y="3040"/>
                  </a:cubicBezTo>
                  <a:cubicBezTo>
                    <a:pt x="7933" y="4864"/>
                    <a:pt x="6839" y="6992"/>
                    <a:pt x="4833" y="7448"/>
                  </a:cubicBezTo>
                  <a:cubicBezTo>
                    <a:pt x="2857" y="7904"/>
                    <a:pt x="882" y="6992"/>
                    <a:pt x="426" y="5016"/>
                  </a:cubicBezTo>
                  <a:cubicBezTo>
                    <a:pt x="0" y="3040"/>
                    <a:pt x="1034" y="1217"/>
                    <a:pt x="2888" y="609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2"/>
            <p:cNvSpPr/>
            <p:nvPr/>
          </p:nvSpPr>
          <p:spPr>
            <a:xfrm>
              <a:off x="6548250" y="3937275"/>
              <a:ext cx="103375" cy="106400"/>
            </a:xfrm>
            <a:custGeom>
              <a:avLst/>
              <a:gdLst/>
              <a:ahLst/>
              <a:cxnLst/>
              <a:rect l="l" t="t" r="r" b="b"/>
              <a:pathLst>
                <a:path w="4135" h="4256" fill="none" extrusionOk="0">
                  <a:moveTo>
                    <a:pt x="487" y="4226"/>
                  </a:moveTo>
                  <a:cubicBezTo>
                    <a:pt x="366" y="2706"/>
                    <a:pt x="1" y="213"/>
                    <a:pt x="2068" y="122"/>
                  </a:cubicBezTo>
                  <a:cubicBezTo>
                    <a:pt x="4135" y="1"/>
                    <a:pt x="3861" y="2645"/>
                    <a:pt x="3831" y="4256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2"/>
            <p:cNvSpPr/>
            <p:nvPr/>
          </p:nvSpPr>
          <p:spPr>
            <a:xfrm>
              <a:off x="6331700" y="4190325"/>
              <a:ext cx="272050" cy="522825"/>
            </a:xfrm>
            <a:custGeom>
              <a:avLst/>
              <a:gdLst/>
              <a:ahLst/>
              <a:cxnLst/>
              <a:rect l="l" t="t" r="r" b="b"/>
              <a:pathLst>
                <a:path w="10882" h="20913" fill="none" extrusionOk="0">
                  <a:moveTo>
                    <a:pt x="8450" y="0"/>
                  </a:moveTo>
                  <a:cubicBezTo>
                    <a:pt x="8237" y="547"/>
                    <a:pt x="4438" y="9180"/>
                    <a:pt x="1824" y="15077"/>
                  </a:cubicBezTo>
                  <a:cubicBezTo>
                    <a:pt x="0" y="19271"/>
                    <a:pt x="31" y="20092"/>
                    <a:pt x="1034" y="20517"/>
                  </a:cubicBezTo>
                  <a:cubicBezTo>
                    <a:pt x="2037" y="20913"/>
                    <a:pt x="2766" y="20122"/>
                    <a:pt x="4468" y="16353"/>
                  </a:cubicBezTo>
                  <a:cubicBezTo>
                    <a:pt x="7113" y="10548"/>
                    <a:pt x="10730" y="1429"/>
                    <a:pt x="10882" y="82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2"/>
            <p:cNvSpPr/>
            <p:nvPr/>
          </p:nvSpPr>
          <p:spPr>
            <a:xfrm>
              <a:off x="6603725" y="4195650"/>
              <a:ext cx="272825" cy="517500"/>
            </a:xfrm>
            <a:custGeom>
              <a:avLst/>
              <a:gdLst/>
              <a:ahLst/>
              <a:cxnLst/>
              <a:rect l="l" t="t" r="r" b="b"/>
              <a:pathLst>
                <a:path w="10913" h="20700" fill="none" extrusionOk="0">
                  <a:moveTo>
                    <a:pt x="2584" y="0"/>
                  </a:moveTo>
                  <a:cubicBezTo>
                    <a:pt x="2797" y="547"/>
                    <a:pt x="6475" y="8967"/>
                    <a:pt x="9059" y="14864"/>
                  </a:cubicBezTo>
                  <a:cubicBezTo>
                    <a:pt x="10913" y="19058"/>
                    <a:pt x="10882" y="19879"/>
                    <a:pt x="9879" y="20304"/>
                  </a:cubicBezTo>
                  <a:cubicBezTo>
                    <a:pt x="8876" y="20700"/>
                    <a:pt x="8147" y="19909"/>
                    <a:pt x="6414" y="16140"/>
                  </a:cubicBezTo>
                  <a:cubicBezTo>
                    <a:pt x="3800" y="10335"/>
                    <a:pt x="183" y="1277"/>
                    <a:pt x="1" y="699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2"/>
            <p:cNvSpPr/>
            <p:nvPr/>
          </p:nvSpPr>
          <p:spPr>
            <a:xfrm>
              <a:off x="6855250" y="4704775"/>
              <a:ext cx="23600" cy="48650"/>
            </a:xfrm>
            <a:custGeom>
              <a:avLst/>
              <a:gdLst/>
              <a:ahLst/>
              <a:cxnLst/>
              <a:rect l="l" t="t" r="r" b="b"/>
              <a:pathLst>
                <a:path w="944" h="1946" fill="none" extrusionOk="0">
                  <a:moveTo>
                    <a:pt x="1" y="0"/>
                  </a:moveTo>
                  <a:lnTo>
                    <a:pt x="943" y="1945"/>
                  </a:ln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2"/>
            <p:cNvSpPr/>
            <p:nvPr/>
          </p:nvSpPr>
          <p:spPr>
            <a:xfrm>
              <a:off x="6336250" y="4409175"/>
              <a:ext cx="557025" cy="11425"/>
            </a:xfrm>
            <a:custGeom>
              <a:avLst/>
              <a:gdLst/>
              <a:ahLst/>
              <a:cxnLst/>
              <a:rect l="l" t="t" r="r" b="b"/>
              <a:pathLst>
                <a:path w="22281" h="457" fill="none" extrusionOk="0">
                  <a:moveTo>
                    <a:pt x="1" y="335"/>
                  </a:moveTo>
                  <a:cubicBezTo>
                    <a:pt x="760" y="426"/>
                    <a:pt x="2675" y="456"/>
                    <a:pt x="4195" y="426"/>
                  </a:cubicBezTo>
                  <a:moveTo>
                    <a:pt x="7478" y="365"/>
                  </a:moveTo>
                  <a:cubicBezTo>
                    <a:pt x="9514" y="304"/>
                    <a:pt x="11764" y="213"/>
                    <a:pt x="13891" y="152"/>
                  </a:cubicBezTo>
                  <a:moveTo>
                    <a:pt x="17083" y="61"/>
                  </a:moveTo>
                  <a:cubicBezTo>
                    <a:pt x="18755" y="0"/>
                    <a:pt x="21156" y="122"/>
                    <a:pt x="22281" y="183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5" name="Google Shape;2745;p62"/>
          <p:cNvGrpSpPr/>
          <p:nvPr/>
        </p:nvGrpSpPr>
        <p:grpSpPr>
          <a:xfrm>
            <a:off x="4591325" y="3577300"/>
            <a:ext cx="731025" cy="753075"/>
            <a:chOff x="6201000" y="938000"/>
            <a:chExt cx="731025" cy="753075"/>
          </a:xfrm>
        </p:grpSpPr>
        <p:sp>
          <p:nvSpPr>
            <p:cNvPr id="2746" name="Google Shape;2746;p62"/>
            <p:cNvSpPr/>
            <p:nvPr/>
          </p:nvSpPr>
          <p:spPr>
            <a:xfrm>
              <a:off x="6773200" y="1483600"/>
              <a:ext cx="93475" cy="205200"/>
            </a:xfrm>
            <a:custGeom>
              <a:avLst/>
              <a:gdLst/>
              <a:ahLst/>
              <a:cxnLst/>
              <a:rect l="l" t="t" r="r" b="b"/>
              <a:pathLst>
                <a:path w="3739" h="8208" fill="none" extrusionOk="0">
                  <a:moveTo>
                    <a:pt x="0" y="0"/>
                  </a:moveTo>
                  <a:cubicBezTo>
                    <a:pt x="2067" y="1216"/>
                    <a:pt x="3739" y="5228"/>
                    <a:pt x="2888" y="8207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47" name="Google Shape;2747;p62"/>
            <p:cNvGrpSpPr/>
            <p:nvPr/>
          </p:nvGrpSpPr>
          <p:grpSpPr>
            <a:xfrm>
              <a:off x="6201000" y="938000"/>
              <a:ext cx="731025" cy="753075"/>
              <a:chOff x="6201000" y="938000"/>
              <a:chExt cx="731025" cy="753075"/>
            </a:xfrm>
          </p:grpSpPr>
          <p:sp>
            <p:nvSpPr>
              <p:cNvPr id="2748" name="Google Shape;2748;p62"/>
              <p:cNvSpPr/>
              <p:nvPr/>
            </p:nvSpPr>
            <p:spPr>
              <a:xfrm>
                <a:off x="6640975" y="1055775"/>
                <a:ext cx="190750" cy="190750"/>
              </a:xfrm>
              <a:custGeom>
                <a:avLst/>
                <a:gdLst/>
                <a:ahLst/>
                <a:cxnLst/>
                <a:rect l="l" t="t" r="r" b="b"/>
                <a:pathLst>
                  <a:path w="7630" h="7630" fill="none" extrusionOk="0">
                    <a:moveTo>
                      <a:pt x="2918" y="517"/>
                    </a:moveTo>
                    <a:cubicBezTo>
                      <a:pt x="4742" y="1"/>
                      <a:pt x="6566" y="1277"/>
                      <a:pt x="7113" y="3101"/>
                    </a:cubicBezTo>
                    <a:cubicBezTo>
                      <a:pt x="7630" y="4894"/>
                      <a:pt x="6474" y="6931"/>
                      <a:pt x="4499" y="7265"/>
                    </a:cubicBezTo>
                    <a:cubicBezTo>
                      <a:pt x="2553" y="7630"/>
                      <a:pt x="669" y="6627"/>
                      <a:pt x="335" y="4682"/>
                    </a:cubicBezTo>
                    <a:cubicBezTo>
                      <a:pt x="0" y="2736"/>
                      <a:pt x="1094" y="1004"/>
                      <a:pt x="2918" y="517"/>
                    </a:cubicBezTo>
                    <a:close/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62"/>
              <p:cNvSpPr/>
              <p:nvPr/>
            </p:nvSpPr>
            <p:spPr>
              <a:xfrm>
                <a:off x="6490500" y="1189525"/>
                <a:ext cx="33970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7691" fill="none" extrusionOk="0">
                    <a:moveTo>
                      <a:pt x="1" y="0"/>
                    </a:moveTo>
                    <a:cubicBezTo>
                      <a:pt x="2736" y="3860"/>
                      <a:pt x="8512" y="6870"/>
                      <a:pt x="13588" y="7690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62"/>
              <p:cNvSpPr/>
              <p:nvPr/>
            </p:nvSpPr>
            <p:spPr>
              <a:xfrm>
                <a:off x="6201000" y="1160650"/>
                <a:ext cx="286500" cy="170225"/>
              </a:xfrm>
              <a:custGeom>
                <a:avLst/>
                <a:gdLst/>
                <a:ahLst/>
                <a:cxnLst/>
                <a:rect l="l" t="t" r="r" b="b"/>
                <a:pathLst>
                  <a:path w="11460" h="6809" fill="none" extrusionOk="0">
                    <a:moveTo>
                      <a:pt x="11459" y="1003"/>
                    </a:moveTo>
                    <a:cubicBezTo>
                      <a:pt x="7751" y="0"/>
                      <a:pt x="2948" y="1186"/>
                      <a:pt x="0" y="6809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62"/>
              <p:cNvSpPr/>
              <p:nvPr/>
            </p:nvSpPr>
            <p:spPr>
              <a:xfrm>
                <a:off x="6204800" y="1260950"/>
                <a:ext cx="212775" cy="72200"/>
              </a:xfrm>
              <a:custGeom>
                <a:avLst/>
                <a:gdLst/>
                <a:ahLst/>
                <a:cxnLst/>
                <a:rect l="l" t="t" r="r" b="b"/>
                <a:pathLst>
                  <a:path w="8511" h="2888" fill="none" extrusionOk="0">
                    <a:moveTo>
                      <a:pt x="8511" y="1125"/>
                    </a:moveTo>
                    <a:cubicBezTo>
                      <a:pt x="6414" y="0"/>
                      <a:pt x="2128" y="608"/>
                      <a:pt x="0" y="2888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62"/>
              <p:cNvSpPr/>
              <p:nvPr/>
            </p:nvSpPr>
            <p:spPr>
              <a:xfrm>
                <a:off x="6826375" y="1370375"/>
                <a:ext cx="105650" cy="320700"/>
              </a:xfrm>
              <a:custGeom>
                <a:avLst/>
                <a:gdLst/>
                <a:ahLst/>
                <a:cxnLst/>
                <a:rect l="l" t="t" r="r" b="b"/>
                <a:pathLst>
                  <a:path w="4226" h="12828" fill="none" extrusionOk="0">
                    <a:moveTo>
                      <a:pt x="1" y="0"/>
                    </a:moveTo>
                    <a:cubicBezTo>
                      <a:pt x="2767" y="2675"/>
                      <a:pt x="4226" y="7386"/>
                      <a:pt x="913" y="12827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62"/>
              <p:cNvSpPr/>
              <p:nvPr/>
            </p:nvSpPr>
            <p:spPr>
              <a:xfrm>
                <a:off x="6418325" y="938000"/>
                <a:ext cx="512950" cy="557775"/>
              </a:xfrm>
              <a:custGeom>
                <a:avLst/>
                <a:gdLst/>
                <a:ahLst/>
                <a:cxnLst/>
                <a:rect l="l" t="t" r="r" b="b"/>
                <a:pathLst>
                  <a:path w="20518" h="22311" fill="none" extrusionOk="0">
                    <a:moveTo>
                      <a:pt x="4651" y="19058"/>
                    </a:moveTo>
                    <a:cubicBezTo>
                      <a:pt x="2766" y="17751"/>
                      <a:pt x="1095" y="16019"/>
                      <a:pt x="0" y="13921"/>
                    </a:cubicBezTo>
                    <a:cubicBezTo>
                      <a:pt x="1490" y="11277"/>
                      <a:pt x="9149" y="791"/>
                      <a:pt x="18754" y="0"/>
                    </a:cubicBezTo>
                    <a:cubicBezTo>
                      <a:pt x="20517" y="4833"/>
                      <a:pt x="16809" y="17022"/>
                      <a:pt x="14256" y="21946"/>
                    </a:cubicBezTo>
                    <a:cubicBezTo>
                      <a:pt x="12219" y="22311"/>
                      <a:pt x="9058" y="21612"/>
                      <a:pt x="6140" y="19970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62"/>
              <p:cNvSpPr/>
              <p:nvPr/>
            </p:nvSpPr>
            <p:spPr>
              <a:xfrm>
                <a:off x="6489000" y="1320225"/>
                <a:ext cx="152000" cy="238625"/>
              </a:xfrm>
              <a:custGeom>
                <a:avLst/>
                <a:gdLst/>
                <a:ahLst/>
                <a:cxnLst/>
                <a:rect l="l" t="t" r="r" b="b"/>
                <a:pathLst>
                  <a:path w="6080" h="9545" fill="none" extrusionOk="0">
                    <a:moveTo>
                      <a:pt x="6079" y="0"/>
                    </a:moveTo>
                    <a:cubicBezTo>
                      <a:pt x="2948" y="1307"/>
                      <a:pt x="426" y="5380"/>
                      <a:pt x="0" y="9544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62"/>
              <p:cNvSpPr/>
              <p:nvPr/>
            </p:nvSpPr>
            <p:spPr>
              <a:xfrm>
                <a:off x="6497350" y="1321750"/>
                <a:ext cx="150475" cy="239375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9575" fill="none" extrusionOk="0">
                    <a:moveTo>
                      <a:pt x="6019" y="0"/>
                    </a:moveTo>
                    <a:cubicBezTo>
                      <a:pt x="5259" y="1003"/>
                      <a:pt x="730" y="7204"/>
                      <a:pt x="0" y="9575"/>
                    </a:cubicBezTo>
                  </a:path>
                </a:pathLst>
              </a:custGeom>
              <a:solidFill>
                <a:schemeClr val="dk1"/>
              </a:solidFill>
              <a:ln w="182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56" name="Google Shape;2756;p62"/>
          <p:cNvGrpSpPr/>
          <p:nvPr/>
        </p:nvGrpSpPr>
        <p:grpSpPr>
          <a:xfrm>
            <a:off x="1727888" y="3577300"/>
            <a:ext cx="465825" cy="629975"/>
            <a:chOff x="3078600" y="904550"/>
            <a:chExt cx="465825" cy="629975"/>
          </a:xfrm>
        </p:grpSpPr>
        <p:sp>
          <p:nvSpPr>
            <p:cNvPr id="2757" name="Google Shape;2757;p62"/>
            <p:cNvSpPr/>
            <p:nvPr/>
          </p:nvSpPr>
          <p:spPr>
            <a:xfrm>
              <a:off x="3078600" y="953200"/>
              <a:ext cx="446075" cy="517500"/>
            </a:xfrm>
            <a:custGeom>
              <a:avLst/>
              <a:gdLst/>
              <a:ahLst/>
              <a:cxnLst/>
              <a:rect l="l" t="t" r="r" b="b"/>
              <a:pathLst>
                <a:path w="17843" h="20700" fill="none" extrusionOk="0">
                  <a:moveTo>
                    <a:pt x="17842" y="20700"/>
                  </a:moveTo>
                  <a:cubicBezTo>
                    <a:pt x="15350" y="17022"/>
                    <a:pt x="8724" y="6991"/>
                    <a:pt x="6322" y="3496"/>
                  </a:cubicBezTo>
                  <a:cubicBezTo>
                    <a:pt x="3921" y="0"/>
                    <a:pt x="0" y="3556"/>
                    <a:pt x="1976" y="7082"/>
                  </a:cubicBezTo>
                  <a:cubicBezTo>
                    <a:pt x="3952" y="10578"/>
                    <a:pt x="8572" y="6839"/>
                    <a:pt x="6626" y="3952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62"/>
            <p:cNvSpPr/>
            <p:nvPr/>
          </p:nvSpPr>
          <p:spPr>
            <a:xfrm>
              <a:off x="3363550" y="1229800"/>
              <a:ext cx="180875" cy="250775"/>
            </a:xfrm>
            <a:custGeom>
              <a:avLst/>
              <a:gdLst/>
              <a:ahLst/>
              <a:cxnLst/>
              <a:rect l="l" t="t" r="r" b="b"/>
              <a:pathLst>
                <a:path w="7235" h="10031" fill="none" extrusionOk="0">
                  <a:moveTo>
                    <a:pt x="6809" y="10031"/>
                  </a:moveTo>
                  <a:cubicBezTo>
                    <a:pt x="7235" y="5958"/>
                    <a:pt x="3435" y="1976"/>
                    <a:pt x="1" y="0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62"/>
            <p:cNvSpPr/>
            <p:nvPr/>
          </p:nvSpPr>
          <p:spPr>
            <a:xfrm>
              <a:off x="3302000" y="904550"/>
              <a:ext cx="178600" cy="616300"/>
            </a:xfrm>
            <a:custGeom>
              <a:avLst/>
              <a:gdLst/>
              <a:ahLst/>
              <a:cxnLst/>
              <a:rect l="l" t="t" r="r" b="b"/>
              <a:pathLst>
                <a:path w="7144" h="24652" fill="none" extrusionOk="0">
                  <a:moveTo>
                    <a:pt x="3709" y="24652"/>
                  </a:moveTo>
                  <a:cubicBezTo>
                    <a:pt x="3070" y="20275"/>
                    <a:pt x="1186" y="8390"/>
                    <a:pt x="608" y="4195"/>
                  </a:cubicBezTo>
                  <a:cubicBezTo>
                    <a:pt x="0" y="1"/>
                    <a:pt x="5289" y="1"/>
                    <a:pt x="6201" y="3892"/>
                  </a:cubicBezTo>
                  <a:cubicBezTo>
                    <a:pt x="7143" y="7813"/>
                    <a:pt x="1186" y="8177"/>
                    <a:pt x="669" y="4743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62"/>
            <p:cNvSpPr/>
            <p:nvPr/>
          </p:nvSpPr>
          <p:spPr>
            <a:xfrm>
              <a:off x="3317950" y="1234350"/>
              <a:ext cx="76025" cy="300175"/>
            </a:xfrm>
            <a:custGeom>
              <a:avLst/>
              <a:gdLst/>
              <a:ahLst/>
              <a:cxnLst/>
              <a:rect l="l" t="t" r="r" b="b"/>
              <a:pathLst>
                <a:path w="3041" h="12007" fill="none" extrusionOk="0">
                  <a:moveTo>
                    <a:pt x="3040" y="12007"/>
                  </a:moveTo>
                  <a:cubicBezTo>
                    <a:pt x="1" y="9302"/>
                    <a:pt x="122" y="3800"/>
                    <a:pt x="1308" y="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1" name="Google Shape;2761;p62"/>
          <p:cNvGrpSpPr/>
          <p:nvPr/>
        </p:nvGrpSpPr>
        <p:grpSpPr>
          <a:xfrm>
            <a:off x="6043938" y="3412150"/>
            <a:ext cx="565375" cy="507650"/>
            <a:chOff x="6336250" y="2785275"/>
            <a:chExt cx="565375" cy="507650"/>
          </a:xfrm>
        </p:grpSpPr>
        <p:sp>
          <p:nvSpPr>
            <p:cNvPr id="2762" name="Google Shape;2762;p62"/>
            <p:cNvSpPr/>
            <p:nvPr/>
          </p:nvSpPr>
          <p:spPr>
            <a:xfrm>
              <a:off x="6550550" y="2963100"/>
              <a:ext cx="251550" cy="226475"/>
            </a:xfrm>
            <a:custGeom>
              <a:avLst/>
              <a:gdLst/>
              <a:ahLst/>
              <a:cxnLst/>
              <a:rect l="l" t="t" r="r" b="b"/>
              <a:pathLst>
                <a:path w="10062" h="9059" fill="none" extrusionOk="0">
                  <a:moveTo>
                    <a:pt x="9757" y="9058"/>
                  </a:moveTo>
                  <a:cubicBezTo>
                    <a:pt x="6505" y="8998"/>
                    <a:pt x="3252" y="8846"/>
                    <a:pt x="0" y="8663"/>
                  </a:cubicBezTo>
                  <a:cubicBezTo>
                    <a:pt x="2827" y="5381"/>
                    <a:pt x="8268" y="1247"/>
                    <a:pt x="9970" y="0"/>
                  </a:cubicBezTo>
                  <a:cubicBezTo>
                    <a:pt x="10061" y="2979"/>
                    <a:pt x="9970" y="5745"/>
                    <a:pt x="9757" y="9058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62"/>
            <p:cNvSpPr/>
            <p:nvPr/>
          </p:nvSpPr>
          <p:spPr>
            <a:xfrm>
              <a:off x="6836250" y="3235150"/>
              <a:ext cx="51700" cy="2300"/>
            </a:xfrm>
            <a:custGeom>
              <a:avLst/>
              <a:gdLst/>
              <a:ahLst/>
              <a:cxnLst/>
              <a:rect l="l" t="t" r="r" b="b"/>
              <a:pathLst>
                <a:path w="2068" h="92" fill="none" extrusionOk="0">
                  <a:moveTo>
                    <a:pt x="2068" y="31"/>
                  </a:moveTo>
                  <a:cubicBezTo>
                    <a:pt x="1278" y="0"/>
                    <a:pt x="791" y="61"/>
                    <a:pt x="1" y="9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62"/>
            <p:cNvSpPr/>
            <p:nvPr/>
          </p:nvSpPr>
          <p:spPr>
            <a:xfrm>
              <a:off x="6839300" y="3185750"/>
              <a:ext cx="51700" cy="2300"/>
            </a:xfrm>
            <a:custGeom>
              <a:avLst/>
              <a:gdLst/>
              <a:ahLst/>
              <a:cxnLst/>
              <a:rect l="l" t="t" r="r" b="b"/>
              <a:pathLst>
                <a:path w="2068" h="92" fill="none" extrusionOk="0">
                  <a:moveTo>
                    <a:pt x="2067" y="61"/>
                  </a:moveTo>
                  <a:cubicBezTo>
                    <a:pt x="1277" y="0"/>
                    <a:pt x="791" y="92"/>
                    <a:pt x="0" y="92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62"/>
            <p:cNvSpPr/>
            <p:nvPr/>
          </p:nvSpPr>
          <p:spPr>
            <a:xfrm>
              <a:off x="6839300" y="3136350"/>
              <a:ext cx="51700" cy="2300"/>
            </a:xfrm>
            <a:custGeom>
              <a:avLst/>
              <a:gdLst/>
              <a:ahLst/>
              <a:cxnLst/>
              <a:rect l="l" t="t" r="r" b="b"/>
              <a:pathLst>
                <a:path w="2068" h="92" fill="none" extrusionOk="0">
                  <a:moveTo>
                    <a:pt x="2067" y="61"/>
                  </a:moveTo>
                  <a:cubicBezTo>
                    <a:pt x="1277" y="1"/>
                    <a:pt x="791" y="92"/>
                    <a:pt x="0" y="92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62"/>
            <p:cNvSpPr/>
            <p:nvPr/>
          </p:nvSpPr>
          <p:spPr>
            <a:xfrm>
              <a:off x="6842350" y="3081650"/>
              <a:ext cx="51675" cy="2300"/>
            </a:xfrm>
            <a:custGeom>
              <a:avLst/>
              <a:gdLst/>
              <a:ahLst/>
              <a:cxnLst/>
              <a:rect l="l" t="t" r="r" b="b"/>
              <a:pathLst>
                <a:path w="2067" h="92" fill="none" extrusionOk="0">
                  <a:moveTo>
                    <a:pt x="2067" y="31"/>
                  </a:moveTo>
                  <a:cubicBezTo>
                    <a:pt x="1277" y="0"/>
                    <a:pt x="790" y="61"/>
                    <a:pt x="0" y="9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62"/>
            <p:cNvSpPr/>
            <p:nvPr/>
          </p:nvSpPr>
          <p:spPr>
            <a:xfrm>
              <a:off x="6843100" y="3027700"/>
              <a:ext cx="50925" cy="2300"/>
            </a:xfrm>
            <a:custGeom>
              <a:avLst/>
              <a:gdLst/>
              <a:ahLst/>
              <a:cxnLst/>
              <a:rect l="l" t="t" r="r" b="b"/>
              <a:pathLst>
                <a:path w="2037" h="92" fill="none" extrusionOk="0">
                  <a:moveTo>
                    <a:pt x="2037" y="61"/>
                  </a:moveTo>
                  <a:cubicBezTo>
                    <a:pt x="1277" y="0"/>
                    <a:pt x="760" y="91"/>
                    <a:pt x="0" y="9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62"/>
            <p:cNvSpPr/>
            <p:nvPr/>
          </p:nvSpPr>
          <p:spPr>
            <a:xfrm>
              <a:off x="6843100" y="2972975"/>
              <a:ext cx="51700" cy="2300"/>
            </a:xfrm>
            <a:custGeom>
              <a:avLst/>
              <a:gdLst/>
              <a:ahLst/>
              <a:cxnLst/>
              <a:rect l="l" t="t" r="r" b="b"/>
              <a:pathLst>
                <a:path w="2068" h="92" fill="none" extrusionOk="0">
                  <a:moveTo>
                    <a:pt x="2067" y="61"/>
                  </a:moveTo>
                  <a:cubicBezTo>
                    <a:pt x="1307" y="1"/>
                    <a:pt x="791" y="92"/>
                    <a:pt x="0" y="92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62"/>
            <p:cNvSpPr/>
            <p:nvPr/>
          </p:nvSpPr>
          <p:spPr>
            <a:xfrm>
              <a:off x="6842350" y="2925100"/>
              <a:ext cx="51675" cy="2300"/>
            </a:xfrm>
            <a:custGeom>
              <a:avLst/>
              <a:gdLst/>
              <a:ahLst/>
              <a:cxnLst/>
              <a:rect l="l" t="t" r="r" b="b"/>
              <a:pathLst>
                <a:path w="2067" h="92" fill="none" extrusionOk="0">
                  <a:moveTo>
                    <a:pt x="2067" y="31"/>
                  </a:moveTo>
                  <a:cubicBezTo>
                    <a:pt x="1277" y="1"/>
                    <a:pt x="790" y="62"/>
                    <a:pt x="0" y="92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62"/>
            <p:cNvSpPr/>
            <p:nvPr/>
          </p:nvSpPr>
          <p:spPr>
            <a:xfrm>
              <a:off x="6848425" y="2878000"/>
              <a:ext cx="51700" cy="2300"/>
            </a:xfrm>
            <a:custGeom>
              <a:avLst/>
              <a:gdLst/>
              <a:ahLst/>
              <a:cxnLst/>
              <a:rect l="l" t="t" r="r" b="b"/>
              <a:pathLst>
                <a:path w="2068" h="92" fill="none" extrusionOk="0">
                  <a:moveTo>
                    <a:pt x="2067" y="31"/>
                  </a:moveTo>
                  <a:cubicBezTo>
                    <a:pt x="1307" y="0"/>
                    <a:pt x="791" y="91"/>
                    <a:pt x="0" y="91"/>
                  </a:cubicBezTo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2"/>
            <p:cNvSpPr/>
            <p:nvPr/>
          </p:nvSpPr>
          <p:spPr>
            <a:xfrm>
              <a:off x="6336250" y="2785275"/>
              <a:ext cx="565375" cy="507650"/>
            </a:xfrm>
            <a:custGeom>
              <a:avLst/>
              <a:gdLst/>
              <a:ahLst/>
              <a:cxnLst/>
              <a:rect l="l" t="t" r="r" b="b"/>
              <a:pathLst>
                <a:path w="22615" h="20306" fill="none" extrusionOk="0">
                  <a:moveTo>
                    <a:pt x="21977" y="20305"/>
                  </a:moveTo>
                  <a:cubicBezTo>
                    <a:pt x="14651" y="20184"/>
                    <a:pt x="7326" y="19910"/>
                    <a:pt x="1" y="19454"/>
                  </a:cubicBezTo>
                  <a:cubicBezTo>
                    <a:pt x="6384" y="12068"/>
                    <a:pt x="18633" y="2767"/>
                    <a:pt x="22433" y="1"/>
                  </a:cubicBezTo>
                  <a:cubicBezTo>
                    <a:pt x="22615" y="6718"/>
                    <a:pt x="22433" y="12889"/>
                    <a:pt x="21977" y="20305"/>
                  </a:cubicBezTo>
                  <a:close/>
                </a:path>
              </a:pathLst>
            </a:custGeom>
            <a:solidFill>
              <a:schemeClr val="dk1"/>
            </a:solidFill>
            <a:ln w="1822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63"/>
          <p:cNvSpPr txBox="1">
            <a:spLocks noGrp="1"/>
          </p:cNvSpPr>
          <p:nvPr>
            <p:ph type="title"/>
          </p:nvPr>
        </p:nvSpPr>
        <p:spPr>
          <a:xfrm>
            <a:off x="720000" y="61620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</a:t>
            </a:r>
            <a:endParaRPr/>
          </a:p>
        </p:txBody>
      </p:sp>
      <p:sp>
        <p:nvSpPr>
          <p:cNvPr id="2777" name="Google Shape;2777;p63"/>
          <p:cNvSpPr txBox="1">
            <a:spLocks noGrp="1"/>
          </p:cNvSpPr>
          <p:nvPr>
            <p:ph type="body" idx="1"/>
          </p:nvPr>
        </p:nvSpPr>
        <p:spPr>
          <a:xfrm>
            <a:off x="822250" y="1304450"/>
            <a:ext cx="6853800" cy="31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¿Te gustaron los recursos de esta plantilla? Consíguelos gratis en nuestras otras webs:</a:t>
            </a:r>
            <a:endParaRPr sz="13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Chango"/>
                <a:ea typeface="Chango"/>
                <a:cs typeface="Chango"/>
                <a:sym typeface="Chango"/>
              </a:rPr>
              <a:t>Fotos:</a:t>
            </a:r>
            <a:endParaRPr sz="1300">
              <a:highlight>
                <a:schemeClr val="lt2"/>
              </a:highlight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lang="es" sz="1300">
                <a:uFill>
                  <a:noFill/>
                </a:uFill>
                <a:hlinkClick r:id="rId3"/>
              </a:rPr>
              <a:t>Medium shot smiley man wearing post its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lang="es" sz="1300">
                <a:uFill>
                  <a:noFill/>
                </a:uFill>
                <a:hlinkClick r:id="rId4"/>
              </a:rPr>
              <a:t>High angle people working togethe</a:t>
            </a:r>
            <a:r>
              <a:rPr lang="es" sz="1300"/>
              <a:t>r</a:t>
            </a: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hango"/>
                <a:ea typeface="Chango"/>
                <a:cs typeface="Chango"/>
                <a:sym typeface="Chango"/>
              </a:rPr>
              <a:t>Vectores:</a:t>
            </a:r>
            <a:endParaRPr sz="1300"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lang="es" sz="1300">
                <a:uFill>
                  <a:noFill/>
                </a:uFill>
                <a:hlinkClick r:id="rId5"/>
              </a:rPr>
              <a:t>Back to school pattern set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omfortaa"/>
              <a:buChar char="●"/>
            </a:pPr>
            <a:r>
              <a:rPr lang="es" sz="1300">
                <a:uFill>
                  <a:noFill/>
                </a:uFill>
                <a:hlinkClick r:id="rId6"/>
              </a:rPr>
              <a:t>Hand drawn back to school sales background</a:t>
            </a:r>
            <a:endParaRPr sz="1300"/>
          </a:p>
        </p:txBody>
      </p:sp>
      <p:grpSp>
        <p:nvGrpSpPr>
          <p:cNvPr id="2778" name="Google Shape;2778;p63"/>
          <p:cNvGrpSpPr/>
          <p:nvPr/>
        </p:nvGrpSpPr>
        <p:grpSpPr>
          <a:xfrm>
            <a:off x="6067750" y="4372950"/>
            <a:ext cx="296850" cy="390925"/>
            <a:chOff x="-2421200" y="-205225"/>
            <a:chExt cx="296850" cy="390925"/>
          </a:xfrm>
        </p:grpSpPr>
        <p:sp>
          <p:nvSpPr>
            <p:cNvPr id="2779" name="Google Shape;2779;p63"/>
            <p:cNvSpPr/>
            <p:nvPr/>
          </p:nvSpPr>
          <p:spPr>
            <a:xfrm>
              <a:off x="-2378175" y="-169650"/>
              <a:ext cx="93975" cy="82900"/>
            </a:xfrm>
            <a:custGeom>
              <a:avLst/>
              <a:gdLst/>
              <a:ahLst/>
              <a:cxnLst/>
              <a:rect l="l" t="t" r="r" b="b"/>
              <a:pathLst>
                <a:path w="3759" h="3316" extrusionOk="0">
                  <a:moveTo>
                    <a:pt x="1550" y="1"/>
                  </a:moveTo>
                  <a:cubicBezTo>
                    <a:pt x="1369" y="1"/>
                    <a:pt x="1175" y="37"/>
                    <a:pt x="965" y="116"/>
                  </a:cubicBezTo>
                  <a:cubicBezTo>
                    <a:pt x="0" y="483"/>
                    <a:pt x="272" y="1550"/>
                    <a:pt x="734" y="2226"/>
                  </a:cubicBezTo>
                  <a:cubicBezTo>
                    <a:pt x="1076" y="2724"/>
                    <a:pt x="1541" y="3069"/>
                    <a:pt x="2071" y="3312"/>
                  </a:cubicBezTo>
                  <a:cubicBezTo>
                    <a:pt x="2187" y="3297"/>
                    <a:pt x="2297" y="3291"/>
                    <a:pt x="2399" y="3291"/>
                  </a:cubicBezTo>
                  <a:cubicBezTo>
                    <a:pt x="2455" y="3291"/>
                    <a:pt x="2508" y="3293"/>
                    <a:pt x="2559" y="3296"/>
                  </a:cubicBezTo>
                  <a:cubicBezTo>
                    <a:pt x="2581" y="3301"/>
                    <a:pt x="2598" y="3308"/>
                    <a:pt x="2617" y="3315"/>
                  </a:cubicBezTo>
                  <a:cubicBezTo>
                    <a:pt x="2873" y="2873"/>
                    <a:pt x="3289" y="2506"/>
                    <a:pt x="3758" y="2318"/>
                  </a:cubicBezTo>
                  <a:cubicBezTo>
                    <a:pt x="3293" y="1384"/>
                    <a:pt x="2676" y="1"/>
                    <a:pt x="15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63"/>
            <p:cNvSpPr/>
            <p:nvPr/>
          </p:nvSpPr>
          <p:spPr>
            <a:xfrm>
              <a:off x="-2400475" y="-76050"/>
              <a:ext cx="96275" cy="73950"/>
            </a:xfrm>
            <a:custGeom>
              <a:avLst/>
              <a:gdLst/>
              <a:ahLst/>
              <a:cxnLst/>
              <a:rect l="l" t="t" r="r" b="b"/>
              <a:pathLst>
                <a:path w="3851" h="2958" extrusionOk="0">
                  <a:moveTo>
                    <a:pt x="2979" y="1"/>
                  </a:moveTo>
                  <a:cubicBezTo>
                    <a:pt x="1844" y="254"/>
                    <a:pt x="1" y="799"/>
                    <a:pt x="498" y="2058"/>
                  </a:cubicBezTo>
                  <a:cubicBezTo>
                    <a:pt x="740" y="2675"/>
                    <a:pt x="1431" y="2957"/>
                    <a:pt x="2131" y="2957"/>
                  </a:cubicBezTo>
                  <a:cubicBezTo>
                    <a:pt x="2677" y="2957"/>
                    <a:pt x="3229" y="2786"/>
                    <a:pt x="3577" y="2468"/>
                  </a:cubicBezTo>
                  <a:cubicBezTo>
                    <a:pt x="3636" y="2360"/>
                    <a:pt x="3697" y="2257"/>
                    <a:pt x="3758" y="2155"/>
                  </a:cubicBezTo>
                  <a:cubicBezTo>
                    <a:pt x="3782" y="2111"/>
                    <a:pt x="3818" y="2090"/>
                    <a:pt x="3850" y="2072"/>
                  </a:cubicBezTo>
                  <a:cubicBezTo>
                    <a:pt x="3385" y="1574"/>
                    <a:pt x="3135" y="874"/>
                    <a:pt x="3267" y="189"/>
                  </a:cubicBezTo>
                  <a:cubicBezTo>
                    <a:pt x="3269" y="159"/>
                    <a:pt x="3281" y="127"/>
                    <a:pt x="3291" y="94"/>
                  </a:cubicBezTo>
                  <a:cubicBezTo>
                    <a:pt x="3187" y="72"/>
                    <a:pt x="3086" y="40"/>
                    <a:pt x="29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63"/>
            <p:cNvSpPr/>
            <p:nvPr/>
          </p:nvSpPr>
          <p:spPr>
            <a:xfrm>
              <a:off x="-2330750" y="-17600"/>
              <a:ext cx="73175" cy="80500"/>
            </a:xfrm>
            <a:custGeom>
              <a:avLst/>
              <a:gdLst/>
              <a:ahLst/>
              <a:cxnLst/>
              <a:rect l="l" t="t" r="r" b="b"/>
              <a:pathLst>
                <a:path w="2927" h="3220" extrusionOk="0">
                  <a:moveTo>
                    <a:pt x="1360" y="0"/>
                  </a:moveTo>
                  <a:cubicBezTo>
                    <a:pt x="1357" y="16"/>
                    <a:pt x="1357" y="26"/>
                    <a:pt x="1350" y="36"/>
                  </a:cubicBezTo>
                  <a:cubicBezTo>
                    <a:pt x="869" y="851"/>
                    <a:pt x="1" y="2562"/>
                    <a:pt x="1299" y="3140"/>
                  </a:cubicBezTo>
                  <a:cubicBezTo>
                    <a:pt x="1424" y="3195"/>
                    <a:pt x="1545" y="3219"/>
                    <a:pt x="1660" y="3219"/>
                  </a:cubicBezTo>
                  <a:cubicBezTo>
                    <a:pt x="2225" y="3219"/>
                    <a:pt x="2658" y="2629"/>
                    <a:pt x="2794" y="2100"/>
                  </a:cubicBezTo>
                  <a:cubicBezTo>
                    <a:pt x="2926" y="1589"/>
                    <a:pt x="2852" y="1030"/>
                    <a:pt x="2836" y="510"/>
                  </a:cubicBezTo>
                  <a:cubicBezTo>
                    <a:pt x="2836" y="449"/>
                    <a:pt x="2869" y="410"/>
                    <a:pt x="2911" y="386"/>
                  </a:cubicBezTo>
                  <a:lnTo>
                    <a:pt x="2911" y="386"/>
                  </a:lnTo>
                  <a:cubicBezTo>
                    <a:pt x="2797" y="405"/>
                    <a:pt x="2681" y="415"/>
                    <a:pt x="2565" y="415"/>
                  </a:cubicBezTo>
                  <a:cubicBezTo>
                    <a:pt x="2459" y="415"/>
                    <a:pt x="2352" y="406"/>
                    <a:pt x="2245" y="389"/>
                  </a:cubicBezTo>
                  <a:cubicBezTo>
                    <a:pt x="1922" y="335"/>
                    <a:pt x="1620" y="197"/>
                    <a:pt x="13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63"/>
            <p:cNvSpPr/>
            <p:nvPr/>
          </p:nvSpPr>
          <p:spPr>
            <a:xfrm>
              <a:off x="-2250225" y="-22100"/>
              <a:ext cx="78825" cy="69575"/>
            </a:xfrm>
            <a:custGeom>
              <a:avLst/>
              <a:gdLst/>
              <a:ahLst/>
              <a:cxnLst/>
              <a:rect l="l" t="t" r="r" b="b"/>
              <a:pathLst>
                <a:path w="3153" h="2783" extrusionOk="0">
                  <a:moveTo>
                    <a:pt x="832" y="0"/>
                  </a:moveTo>
                  <a:cubicBezTo>
                    <a:pt x="594" y="218"/>
                    <a:pt x="310" y="384"/>
                    <a:pt x="3" y="488"/>
                  </a:cubicBezTo>
                  <a:cubicBezTo>
                    <a:pt x="125" y="491"/>
                    <a:pt x="242" y="595"/>
                    <a:pt x="210" y="751"/>
                  </a:cubicBezTo>
                  <a:cubicBezTo>
                    <a:pt x="0" y="1784"/>
                    <a:pt x="699" y="2782"/>
                    <a:pt x="1688" y="2782"/>
                  </a:cubicBezTo>
                  <a:cubicBezTo>
                    <a:pt x="1878" y="2782"/>
                    <a:pt x="2078" y="2746"/>
                    <a:pt x="2284" y="2666"/>
                  </a:cubicBezTo>
                  <a:cubicBezTo>
                    <a:pt x="3152" y="2328"/>
                    <a:pt x="2566" y="1356"/>
                    <a:pt x="2157" y="892"/>
                  </a:cubicBezTo>
                  <a:lnTo>
                    <a:pt x="2157" y="894"/>
                  </a:lnTo>
                  <a:cubicBezTo>
                    <a:pt x="2063" y="790"/>
                    <a:pt x="1965" y="693"/>
                    <a:pt x="1861" y="608"/>
                  </a:cubicBezTo>
                  <a:cubicBezTo>
                    <a:pt x="1630" y="495"/>
                    <a:pt x="1409" y="359"/>
                    <a:pt x="1224" y="209"/>
                  </a:cubicBezTo>
                  <a:cubicBezTo>
                    <a:pt x="1205" y="196"/>
                    <a:pt x="1199" y="182"/>
                    <a:pt x="1188" y="167"/>
                  </a:cubicBezTo>
                  <a:cubicBezTo>
                    <a:pt x="1075" y="111"/>
                    <a:pt x="957" y="53"/>
                    <a:pt x="840" y="4"/>
                  </a:cubicBezTo>
                  <a:cubicBezTo>
                    <a:pt x="837" y="4"/>
                    <a:pt x="837" y="0"/>
                    <a:pt x="8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63"/>
            <p:cNvSpPr/>
            <p:nvPr/>
          </p:nvSpPr>
          <p:spPr>
            <a:xfrm>
              <a:off x="-2222650" y="-64825"/>
              <a:ext cx="86825" cy="56475"/>
            </a:xfrm>
            <a:custGeom>
              <a:avLst/>
              <a:gdLst/>
              <a:ahLst/>
              <a:cxnLst/>
              <a:rect l="l" t="t" r="r" b="b"/>
              <a:pathLst>
                <a:path w="3473" h="2259" extrusionOk="0">
                  <a:moveTo>
                    <a:pt x="1028" y="39"/>
                  </a:moveTo>
                  <a:cubicBezTo>
                    <a:pt x="829" y="94"/>
                    <a:pt x="629" y="136"/>
                    <a:pt x="437" y="172"/>
                  </a:cubicBezTo>
                  <a:lnTo>
                    <a:pt x="430" y="172"/>
                  </a:lnTo>
                  <a:cubicBezTo>
                    <a:pt x="430" y="293"/>
                    <a:pt x="423" y="413"/>
                    <a:pt x="401" y="534"/>
                  </a:cubicBezTo>
                  <a:cubicBezTo>
                    <a:pt x="342" y="858"/>
                    <a:pt x="199" y="1157"/>
                    <a:pt x="0" y="1414"/>
                  </a:cubicBezTo>
                  <a:cubicBezTo>
                    <a:pt x="242" y="1509"/>
                    <a:pt x="524" y="1674"/>
                    <a:pt x="804" y="1883"/>
                  </a:cubicBezTo>
                  <a:cubicBezTo>
                    <a:pt x="1183" y="2093"/>
                    <a:pt x="1580" y="2258"/>
                    <a:pt x="2015" y="2258"/>
                  </a:cubicBezTo>
                  <a:cubicBezTo>
                    <a:pt x="2091" y="2258"/>
                    <a:pt x="2167" y="2253"/>
                    <a:pt x="2245" y="2243"/>
                  </a:cubicBezTo>
                  <a:cubicBezTo>
                    <a:pt x="2800" y="2168"/>
                    <a:pt x="3330" y="1759"/>
                    <a:pt x="3376" y="1167"/>
                  </a:cubicBezTo>
                  <a:cubicBezTo>
                    <a:pt x="3473" y="0"/>
                    <a:pt x="2017" y="55"/>
                    <a:pt x="1028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63"/>
            <p:cNvSpPr/>
            <p:nvPr/>
          </p:nvSpPr>
          <p:spPr>
            <a:xfrm>
              <a:off x="-2232800" y="-144500"/>
              <a:ext cx="95625" cy="73325"/>
            </a:xfrm>
            <a:custGeom>
              <a:avLst/>
              <a:gdLst/>
              <a:ahLst/>
              <a:cxnLst/>
              <a:rect l="l" t="t" r="r" b="b"/>
              <a:pathLst>
                <a:path w="3825" h="2933" extrusionOk="0">
                  <a:moveTo>
                    <a:pt x="2204" y="0"/>
                  </a:moveTo>
                  <a:cubicBezTo>
                    <a:pt x="1917" y="0"/>
                    <a:pt x="1620" y="81"/>
                    <a:pt x="1378" y="213"/>
                  </a:cubicBezTo>
                  <a:cubicBezTo>
                    <a:pt x="784" y="537"/>
                    <a:pt x="388" y="1145"/>
                    <a:pt x="7" y="1682"/>
                  </a:cubicBezTo>
                  <a:lnTo>
                    <a:pt x="0" y="1691"/>
                  </a:lnTo>
                  <a:cubicBezTo>
                    <a:pt x="400" y="1990"/>
                    <a:pt x="680" y="2436"/>
                    <a:pt x="790" y="2933"/>
                  </a:cubicBezTo>
                  <a:cubicBezTo>
                    <a:pt x="1801" y="2647"/>
                    <a:pt x="3824" y="2068"/>
                    <a:pt x="3189" y="590"/>
                  </a:cubicBezTo>
                  <a:cubicBezTo>
                    <a:pt x="3006" y="167"/>
                    <a:pt x="2615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63"/>
            <p:cNvSpPr/>
            <p:nvPr/>
          </p:nvSpPr>
          <p:spPr>
            <a:xfrm>
              <a:off x="-2286700" y="-193950"/>
              <a:ext cx="79700" cy="86300"/>
            </a:xfrm>
            <a:custGeom>
              <a:avLst/>
              <a:gdLst/>
              <a:ahLst/>
              <a:cxnLst/>
              <a:rect l="l" t="t" r="r" b="b"/>
              <a:pathLst>
                <a:path w="3188" h="3452" extrusionOk="0">
                  <a:moveTo>
                    <a:pt x="1143" y="0"/>
                  </a:moveTo>
                  <a:cubicBezTo>
                    <a:pt x="448" y="0"/>
                    <a:pt x="7" y="686"/>
                    <a:pt x="4" y="1377"/>
                  </a:cubicBezTo>
                  <a:cubicBezTo>
                    <a:pt x="1" y="2028"/>
                    <a:pt x="327" y="2610"/>
                    <a:pt x="629" y="3166"/>
                  </a:cubicBezTo>
                  <a:cubicBezTo>
                    <a:pt x="673" y="3163"/>
                    <a:pt x="717" y="3161"/>
                    <a:pt x="762" y="3161"/>
                  </a:cubicBezTo>
                  <a:cubicBezTo>
                    <a:pt x="904" y="3161"/>
                    <a:pt x="1047" y="3178"/>
                    <a:pt x="1188" y="3219"/>
                  </a:cubicBezTo>
                  <a:cubicBezTo>
                    <a:pt x="1246" y="3237"/>
                    <a:pt x="1282" y="3266"/>
                    <a:pt x="1305" y="3302"/>
                  </a:cubicBezTo>
                  <a:cubicBezTo>
                    <a:pt x="1480" y="3329"/>
                    <a:pt x="1647" y="3380"/>
                    <a:pt x="1801" y="3451"/>
                  </a:cubicBezTo>
                  <a:cubicBezTo>
                    <a:pt x="2498" y="2437"/>
                    <a:pt x="3188" y="487"/>
                    <a:pt x="1434" y="38"/>
                  </a:cubicBezTo>
                  <a:cubicBezTo>
                    <a:pt x="1333" y="12"/>
                    <a:pt x="1236" y="0"/>
                    <a:pt x="11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63"/>
            <p:cNvSpPr/>
            <p:nvPr/>
          </p:nvSpPr>
          <p:spPr>
            <a:xfrm>
              <a:off x="-2421200" y="-205225"/>
              <a:ext cx="296850" cy="390925"/>
            </a:xfrm>
            <a:custGeom>
              <a:avLst/>
              <a:gdLst/>
              <a:ahLst/>
              <a:cxnLst/>
              <a:rect l="l" t="t" r="r" b="b"/>
              <a:pathLst>
                <a:path w="11874" h="15637" extrusionOk="0">
                  <a:moveTo>
                    <a:pt x="6523" y="451"/>
                  </a:moveTo>
                  <a:cubicBezTo>
                    <a:pt x="6616" y="451"/>
                    <a:pt x="6713" y="463"/>
                    <a:pt x="6814" y="489"/>
                  </a:cubicBezTo>
                  <a:cubicBezTo>
                    <a:pt x="8568" y="938"/>
                    <a:pt x="7878" y="2888"/>
                    <a:pt x="7180" y="3902"/>
                  </a:cubicBezTo>
                  <a:lnTo>
                    <a:pt x="7180" y="3901"/>
                  </a:lnTo>
                  <a:cubicBezTo>
                    <a:pt x="7027" y="3831"/>
                    <a:pt x="6860" y="3780"/>
                    <a:pt x="6685" y="3751"/>
                  </a:cubicBezTo>
                  <a:cubicBezTo>
                    <a:pt x="6662" y="3717"/>
                    <a:pt x="6626" y="3688"/>
                    <a:pt x="6568" y="3670"/>
                  </a:cubicBezTo>
                  <a:cubicBezTo>
                    <a:pt x="6427" y="3629"/>
                    <a:pt x="6284" y="3612"/>
                    <a:pt x="6142" y="3612"/>
                  </a:cubicBezTo>
                  <a:cubicBezTo>
                    <a:pt x="6097" y="3612"/>
                    <a:pt x="6053" y="3614"/>
                    <a:pt x="6009" y="3617"/>
                  </a:cubicBezTo>
                  <a:cubicBezTo>
                    <a:pt x="5707" y="3061"/>
                    <a:pt x="5381" y="2479"/>
                    <a:pt x="5384" y="1826"/>
                  </a:cubicBezTo>
                  <a:cubicBezTo>
                    <a:pt x="5387" y="1137"/>
                    <a:pt x="5828" y="451"/>
                    <a:pt x="6523" y="451"/>
                  </a:cubicBezTo>
                  <a:close/>
                  <a:moveTo>
                    <a:pt x="3272" y="1424"/>
                  </a:moveTo>
                  <a:cubicBezTo>
                    <a:pt x="4397" y="1424"/>
                    <a:pt x="5014" y="2806"/>
                    <a:pt x="5479" y="3741"/>
                  </a:cubicBezTo>
                  <a:cubicBezTo>
                    <a:pt x="5010" y="3929"/>
                    <a:pt x="4594" y="4296"/>
                    <a:pt x="4338" y="4738"/>
                  </a:cubicBezTo>
                  <a:cubicBezTo>
                    <a:pt x="4319" y="4731"/>
                    <a:pt x="4302" y="4723"/>
                    <a:pt x="4280" y="4719"/>
                  </a:cubicBezTo>
                  <a:cubicBezTo>
                    <a:pt x="4228" y="4716"/>
                    <a:pt x="4175" y="4714"/>
                    <a:pt x="4119" y="4714"/>
                  </a:cubicBezTo>
                  <a:cubicBezTo>
                    <a:pt x="4017" y="4714"/>
                    <a:pt x="3908" y="4720"/>
                    <a:pt x="3792" y="4735"/>
                  </a:cubicBezTo>
                  <a:cubicBezTo>
                    <a:pt x="3262" y="4492"/>
                    <a:pt x="2797" y="4147"/>
                    <a:pt x="2455" y="3649"/>
                  </a:cubicBezTo>
                  <a:cubicBezTo>
                    <a:pt x="1993" y="2973"/>
                    <a:pt x="1721" y="1906"/>
                    <a:pt x="2686" y="1539"/>
                  </a:cubicBezTo>
                  <a:cubicBezTo>
                    <a:pt x="2896" y="1460"/>
                    <a:pt x="3090" y="1424"/>
                    <a:pt x="3272" y="1424"/>
                  </a:cubicBezTo>
                  <a:close/>
                  <a:moveTo>
                    <a:pt x="9740" y="2429"/>
                  </a:moveTo>
                  <a:cubicBezTo>
                    <a:pt x="10151" y="2429"/>
                    <a:pt x="10542" y="2596"/>
                    <a:pt x="10725" y="3019"/>
                  </a:cubicBezTo>
                  <a:cubicBezTo>
                    <a:pt x="11362" y="4495"/>
                    <a:pt x="9337" y="5076"/>
                    <a:pt x="8326" y="5360"/>
                  </a:cubicBezTo>
                  <a:cubicBezTo>
                    <a:pt x="8216" y="4865"/>
                    <a:pt x="7936" y="4417"/>
                    <a:pt x="7536" y="4118"/>
                  </a:cubicBezTo>
                  <a:lnTo>
                    <a:pt x="7543" y="4111"/>
                  </a:lnTo>
                  <a:cubicBezTo>
                    <a:pt x="7924" y="3574"/>
                    <a:pt x="8320" y="2966"/>
                    <a:pt x="8914" y="2642"/>
                  </a:cubicBezTo>
                  <a:cubicBezTo>
                    <a:pt x="9156" y="2510"/>
                    <a:pt x="9453" y="2429"/>
                    <a:pt x="9740" y="2429"/>
                  </a:cubicBezTo>
                  <a:close/>
                  <a:moveTo>
                    <a:pt x="6611" y="4040"/>
                  </a:moveTo>
                  <a:cubicBezTo>
                    <a:pt x="7341" y="4414"/>
                    <a:pt x="7939" y="5080"/>
                    <a:pt x="7852" y="5951"/>
                  </a:cubicBezTo>
                  <a:cubicBezTo>
                    <a:pt x="7776" y="6763"/>
                    <a:pt x="6987" y="7433"/>
                    <a:pt x="6172" y="7433"/>
                  </a:cubicBezTo>
                  <a:cubicBezTo>
                    <a:pt x="6080" y="7433"/>
                    <a:pt x="5987" y="7425"/>
                    <a:pt x="5895" y="7407"/>
                  </a:cubicBezTo>
                  <a:cubicBezTo>
                    <a:pt x="5092" y="7249"/>
                    <a:pt x="4484" y="6432"/>
                    <a:pt x="4540" y="5616"/>
                  </a:cubicBezTo>
                  <a:cubicBezTo>
                    <a:pt x="4611" y="4546"/>
                    <a:pt x="5605" y="4147"/>
                    <a:pt x="6515" y="4076"/>
                  </a:cubicBezTo>
                  <a:cubicBezTo>
                    <a:pt x="6554" y="4072"/>
                    <a:pt x="6583" y="4059"/>
                    <a:pt x="6611" y="4040"/>
                  </a:cubicBezTo>
                  <a:close/>
                  <a:moveTo>
                    <a:pt x="8970" y="5655"/>
                  </a:moveTo>
                  <a:cubicBezTo>
                    <a:pt x="9959" y="5671"/>
                    <a:pt x="11415" y="5616"/>
                    <a:pt x="11318" y="6783"/>
                  </a:cubicBezTo>
                  <a:cubicBezTo>
                    <a:pt x="11272" y="7375"/>
                    <a:pt x="10742" y="7784"/>
                    <a:pt x="10187" y="7859"/>
                  </a:cubicBezTo>
                  <a:cubicBezTo>
                    <a:pt x="10109" y="7869"/>
                    <a:pt x="10033" y="7874"/>
                    <a:pt x="9957" y="7874"/>
                  </a:cubicBezTo>
                  <a:cubicBezTo>
                    <a:pt x="9522" y="7874"/>
                    <a:pt x="9125" y="7709"/>
                    <a:pt x="8746" y="7499"/>
                  </a:cubicBezTo>
                  <a:cubicBezTo>
                    <a:pt x="8466" y="7290"/>
                    <a:pt x="8184" y="7125"/>
                    <a:pt x="7942" y="7030"/>
                  </a:cubicBezTo>
                  <a:cubicBezTo>
                    <a:pt x="8141" y="6773"/>
                    <a:pt x="8284" y="6474"/>
                    <a:pt x="8343" y="6150"/>
                  </a:cubicBezTo>
                  <a:cubicBezTo>
                    <a:pt x="8365" y="6029"/>
                    <a:pt x="8372" y="5909"/>
                    <a:pt x="8372" y="5788"/>
                  </a:cubicBezTo>
                  <a:lnTo>
                    <a:pt x="8379" y="5788"/>
                  </a:lnTo>
                  <a:cubicBezTo>
                    <a:pt x="8571" y="5752"/>
                    <a:pt x="8771" y="5710"/>
                    <a:pt x="8970" y="5655"/>
                  </a:cubicBezTo>
                  <a:close/>
                  <a:moveTo>
                    <a:pt x="3808" y="5168"/>
                  </a:moveTo>
                  <a:cubicBezTo>
                    <a:pt x="3915" y="5207"/>
                    <a:pt x="4016" y="5239"/>
                    <a:pt x="4120" y="5261"/>
                  </a:cubicBezTo>
                  <a:cubicBezTo>
                    <a:pt x="4110" y="5294"/>
                    <a:pt x="4100" y="5324"/>
                    <a:pt x="4095" y="5356"/>
                  </a:cubicBezTo>
                  <a:cubicBezTo>
                    <a:pt x="3964" y="6039"/>
                    <a:pt x="4214" y="6741"/>
                    <a:pt x="4679" y="7239"/>
                  </a:cubicBezTo>
                  <a:cubicBezTo>
                    <a:pt x="4647" y="7257"/>
                    <a:pt x="4611" y="7278"/>
                    <a:pt x="4586" y="7320"/>
                  </a:cubicBezTo>
                  <a:cubicBezTo>
                    <a:pt x="4526" y="7424"/>
                    <a:pt x="4465" y="7527"/>
                    <a:pt x="4406" y="7635"/>
                  </a:cubicBezTo>
                  <a:cubicBezTo>
                    <a:pt x="4058" y="7953"/>
                    <a:pt x="3506" y="8124"/>
                    <a:pt x="2960" y="8124"/>
                  </a:cubicBezTo>
                  <a:cubicBezTo>
                    <a:pt x="2260" y="8124"/>
                    <a:pt x="1569" y="7842"/>
                    <a:pt x="1327" y="7225"/>
                  </a:cubicBezTo>
                  <a:cubicBezTo>
                    <a:pt x="830" y="5965"/>
                    <a:pt x="2673" y="5421"/>
                    <a:pt x="3808" y="5168"/>
                  </a:cubicBezTo>
                  <a:close/>
                  <a:moveTo>
                    <a:pt x="7671" y="7324"/>
                  </a:moveTo>
                  <a:cubicBezTo>
                    <a:pt x="7676" y="7324"/>
                    <a:pt x="7676" y="7327"/>
                    <a:pt x="7679" y="7327"/>
                  </a:cubicBezTo>
                  <a:cubicBezTo>
                    <a:pt x="7796" y="7378"/>
                    <a:pt x="7914" y="7434"/>
                    <a:pt x="8027" y="7492"/>
                  </a:cubicBezTo>
                  <a:cubicBezTo>
                    <a:pt x="8038" y="7505"/>
                    <a:pt x="8044" y="7521"/>
                    <a:pt x="8063" y="7534"/>
                  </a:cubicBezTo>
                  <a:cubicBezTo>
                    <a:pt x="8248" y="7684"/>
                    <a:pt x="8469" y="7820"/>
                    <a:pt x="8700" y="7933"/>
                  </a:cubicBezTo>
                  <a:cubicBezTo>
                    <a:pt x="8804" y="8018"/>
                    <a:pt x="8902" y="8114"/>
                    <a:pt x="8996" y="8217"/>
                  </a:cubicBezTo>
                  <a:cubicBezTo>
                    <a:pt x="9405" y="8681"/>
                    <a:pt x="9991" y="9651"/>
                    <a:pt x="9123" y="9989"/>
                  </a:cubicBezTo>
                  <a:cubicBezTo>
                    <a:pt x="8917" y="10069"/>
                    <a:pt x="8716" y="10106"/>
                    <a:pt x="8527" y="10106"/>
                  </a:cubicBezTo>
                  <a:cubicBezTo>
                    <a:pt x="7538" y="10106"/>
                    <a:pt x="6839" y="9108"/>
                    <a:pt x="7049" y="8074"/>
                  </a:cubicBezTo>
                  <a:cubicBezTo>
                    <a:pt x="7081" y="7918"/>
                    <a:pt x="6964" y="7815"/>
                    <a:pt x="6842" y="7811"/>
                  </a:cubicBezTo>
                  <a:cubicBezTo>
                    <a:pt x="7149" y="7709"/>
                    <a:pt x="7433" y="7541"/>
                    <a:pt x="7671" y="7324"/>
                  </a:cubicBezTo>
                  <a:close/>
                  <a:moveTo>
                    <a:pt x="4978" y="7505"/>
                  </a:moveTo>
                  <a:cubicBezTo>
                    <a:pt x="5238" y="7701"/>
                    <a:pt x="5540" y="7840"/>
                    <a:pt x="5863" y="7894"/>
                  </a:cubicBezTo>
                  <a:cubicBezTo>
                    <a:pt x="5968" y="7910"/>
                    <a:pt x="6074" y="7918"/>
                    <a:pt x="6178" y="7918"/>
                  </a:cubicBezTo>
                  <a:cubicBezTo>
                    <a:pt x="6296" y="7918"/>
                    <a:pt x="6414" y="7908"/>
                    <a:pt x="6529" y="7889"/>
                  </a:cubicBezTo>
                  <a:lnTo>
                    <a:pt x="6529" y="7889"/>
                  </a:lnTo>
                  <a:cubicBezTo>
                    <a:pt x="6487" y="7915"/>
                    <a:pt x="6454" y="7954"/>
                    <a:pt x="6454" y="8015"/>
                  </a:cubicBezTo>
                  <a:cubicBezTo>
                    <a:pt x="6470" y="8535"/>
                    <a:pt x="6544" y="9092"/>
                    <a:pt x="6412" y="9605"/>
                  </a:cubicBezTo>
                  <a:cubicBezTo>
                    <a:pt x="6276" y="10134"/>
                    <a:pt x="5843" y="10724"/>
                    <a:pt x="5278" y="10724"/>
                  </a:cubicBezTo>
                  <a:cubicBezTo>
                    <a:pt x="5163" y="10724"/>
                    <a:pt x="5042" y="10700"/>
                    <a:pt x="4917" y="10645"/>
                  </a:cubicBezTo>
                  <a:cubicBezTo>
                    <a:pt x="3619" y="10067"/>
                    <a:pt x="4487" y="8356"/>
                    <a:pt x="4968" y="7541"/>
                  </a:cubicBezTo>
                  <a:cubicBezTo>
                    <a:pt x="4975" y="7531"/>
                    <a:pt x="4975" y="7521"/>
                    <a:pt x="4978" y="7505"/>
                  </a:cubicBezTo>
                  <a:close/>
                  <a:moveTo>
                    <a:pt x="5085" y="12437"/>
                  </a:moveTo>
                  <a:cubicBezTo>
                    <a:pt x="5831" y="12437"/>
                    <a:pt x="6552" y="12627"/>
                    <a:pt x="7192" y="13139"/>
                  </a:cubicBezTo>
                  <a:cubicBezTo>
                    <a:pt x="7188" y="13145"/>
                    <a:pt x="7180" y="13149"/>
                    <a:pt x="7173" y="13156"/>
                  </a:cubicBezTo>
                  <a:cubicBezTo>
                    <a:pt x="6612" y="13959"/>
                    <a:pt x="5898" y="14258"/>
                    <a:pt x="5142" y="14258"/>
                  </a:cubicBezTo>
                  <a:cubicBezTo>
                    <a:pt x="4119" y="14258"/>
                    <a:pt x="3020" y="13712"/>
                    <a:pt x="2117" y="13128"/>
                  </a:cubicBezTo>
                  <a:cubicBezTo>
                    <a:pt x="3064" y="12769"/>
                    <a:pt x="4096" y="12437"/>
                    <a:pt x="5085" y="12437"/>
                  </a:cubicBezTo>
                  <a:close/>
                  <a:moveTo>
                    <a:pt x="6514" y="1"/>
                  </a:moveTo>
                  <a:cubicBezTo>
                    <a:pt x="5871" y="1"/>
                    <a:pt x="5343" y="411"/>
                    <a:pt x="5107" y="1016"/>
                  </a:cubicBezTo>
                  <a:cubicBezTo>
                    <a:pt x="4968" y="1371"/>
                    <a:pt x="4942" y="1731"/>
                    <a:pt x="4993" y="2083"/>
                  </a:cubicBezTo>
                  <a:cubicBezTo>
                    <a:pt x="4494" y="1431"/>
                    <a:pt x="3843" y="916"/>
                    <a:pt x="3128" y="916"/>
                  </a:cubicBezTo>
                  <a:cubicBezTo>
                    <a:pt x="2774" y="916"/>
                    <a:pt x="2404" y="1043"/>
                    <a:pt x="2029" y="1342"/>
                  </a:cubicBezTo>
                  <a:cubicBezTo>
                    <a:pt x="697" y="2411"/>
                    <a:pt x="1886" y="4065"/>
                    <a:pt x="3157" y="4848"/>
                  </a:cubicBezTo>
                  <a:cubicBezTo>
                    <a:pt x="1704" y="5214"/>
                    <a:pt x="1" y="6303"/>
                    <a:pt x="1032" y="7730"/>
                  </a:cubicBezTo>
                  <a:cubicBezTo>
                    <a:pt x="1426" y="8273"/>
                    <a:pt x="2263" y="8601"/>
                    <a:pt x="3060" y="8601"/>
                  </a:cubicBezTo>
                  <a:cubicBezTo>
                    <a:pt x="3400" y="8601"/>
                    <a:pt x="3734" y="8541"/>
                    <a:pt x="4022" y="8413"/>
                  </a:cubicBezTo>
                  <a:lnTo>
                    <a:pt x="4022" y="8413"/>
                  </a:lnTo>
                  <a:cubicBezTo>
                    <a:pt x="3843" y="8858"/>
                    <a:pt x="3740" y="9328"/>
                    <a:pt x="3833" y="9807"/>
                  </a:cubicBezTo>
                  <a:cubicBezTo>
                    <a:pt x="3947" y="10388"/>
                    <a:pt x="4338" y="10964"/>
                    <a:pt x="4929" y="11127"/>
                  </a:cubicBezTo>
                  <a:cubicBezTo>
                    <a:pt x="5036" y="11157"/>
                    <a:pt x="5144" y="11171"/>
                    <a:pt x="5250" y="11171"/>
                  </a:cubicBezTo>
                  <a:cubicBezTo>
                    <a:pt x="5731" y="11171"/>
                    <a:pt x="6184" y="10886"/>
                    <a:pt x="6473" y="10502"/>
                  </a:cubicBezTo>
                  <a:cubicBezTo>
                    <a:pt x="6626" y="10298"/>
                    <a:pt x="6729" y="10071"/>
                    <a:pt x="6792" y="9833"/>
                  </a:cubicBezTo>
                  <a:lnTo>
                    <a:pt x="6792" y="9833"/>
                  </a:lnTo>
                  <a:cubicBezTo>
                    <a:pt x="6651" y="10750"/>
                    <a:pt x="6786" y="11744"/>
                    <a:pt x="7134" y="12651"/>
                  </a:cubicBezTo>
                  <a:cubicBezTo>
                    <a:pt x="6478" y="12220"/>
                    <a:pt x="5759" y="12054"/>
                    <a:pt x="5018" y="12054"/>
                  </a:cubicBezTo>
                  <a:cubicBezTo>
                    <a:pt x="3877" y="12054"/>
                    <a:pt x="2684" y="12447"/>
                    <a:pt x="1594" y="12869"/>
                  </a:cubicBezTo>
                  <a:cubicBezTo>
                    <a:pt x="1412" y="12936"/>
                    <a:pt x="1382" y="13152"/>
                    <a:pt x="1541" y="13263"/>
                  </a:cubicBezTo>
                  <a:cubicBezTo>
                    <a:pt x="2504" y="13938"/>
                    <a:pt x="3954" y="14693"/>
                    <a:pt x="5231" y="14693"/>
                  </a:cubicBezTo>
                  <a:cubicBezTo>
                    <a:pt x="6115" y="14693"/>
                    <a:pt x="6917" y="14332"/>
                    <a:pt x="7419" y="13334"/>
                  </a:cubicBezTo>
                  <a:lnTo>
                    <a:pt x="7451" y="13366"/>
                  </a:lnTo>
                  <a:cubicBezTo>
                    <a:pt x="7455" y="13370"/>
                    <a:pt x="7462" y="13370"/>
                    <a:pt x="7465" y="13373"/>
                  </a:cubicBezTo>
                  <a:cubicBezTo>
                    <a:pt x="8021" y="14394"/>
                    <a:pt x="8872" y="15238"/>
                    <a:pt x="9935" y="15626"/>
                  </a:cubicBezTo>
                  <a:cubicBezTo>
                    <a:pt x="9957" y="15633"/>
                    <a:pt x="9977" y="15637"/>
                    <a:pt x="9996" y="15637"/>
                  </a:cubicBezTo>
                  <a:cubicBezTo>
                    <a:pt x="10154" y="15637"/>
                    <a:pt x="10211" y="15397"/>
                    <a:pt x="10073" y="15303"/>
                  </a:cubicBezTo>
                  <a:cubicBezTo>
                    <a:pt x="8124" y="13932"/>
                    <a:pt x="7064" y="12257"/>
                    <a:pt x="7146" y="9943"/>
                  </a:cubicBezTo>
                  <a:lnTo>
                    <a:pt x="7146" y="9943"/>
                  </a:lnTo>
                  <a:cubicBezTo>
                    <a:pt x="7520" y="10313"/>
                    <a:pt x="8034" y="10544"/>
                    <a:pt x="8577" y="10544"/>
                  </a:cubicBezTo>
                  <a:cubicBezTo>
                    <a:pt x="8849" y="10544"/>
                    <a:pt x="9129" y="10486"/>
                    <a:pt x="9402" y="10359"/>
                  </a:cubicBezTo>
                  <a:cubicBezTo>
                    <a:pt x="10450" y="9875"/>
                    <a:pt x="10163" y="8968"/>
                    <a:pt x="9510" y="8210"/>
                  </a:cubicBezTo>
                  <a:lnTo>
                    <a:pt x="9510" y="8210"/>
                  </a:lnTo>
                  <a:cubicBezTo>
                    <a:pt x="9697" y="8249"/>
                    <a:pt x="9884" y="8269"/>
                    <a:pt x="10067" y="8269"/>
                  </a:cubicBezTo>
                  <a:cubicBezTo>
                    <a:pt x="10785" y="8269"/>
                    <a:pt x="11434" y="7947"/>
                    <a:pt x="11692" y="7093"/>
                  </a:cubicBezTo>
                  <a:cubicBezTo>
                    <a:pt x="11873" y="6500"/>
                    <a:pt x="11639" y="5922"/>
                    <a:pt x="11106" y="5606"/>
                  </a:cubicBezTo>
                  <a:cubicBezTo>
                    <a:pt x="10728" y="5382"/>
                    <a:pt x="10309" y="5324"/>
                    <a:pt x="9881" y="5321"/>
                  </a:cubicBezTo>
                  <a:cubicBezTo>
                    <a:pt x="10244" y="5139"/>
                    <a:pt x="10572" y="4901"/>
                    <a:pt x="10810" y="4582"/>
                  </a:cubicBezTo>
                  <a:cubicBezTo>
                    <a:pt x="11226" y="4023"/>
                    <a:pt x="11394" y="3207"/>
                    <a:pt x="10985" y="2603"/>
                  </a:cubicBezTo>
                  <a:cubicBezTo>
                    <a:pt x="10699" y="2185"/>
                    <a:pt x="10227" y="2002"/>
                    <a:pt x="9746" y="2002"/>
                  </a:cubicBezTo>
                  <a:cubicBezTo>
                    <a:pt x="9550" y="2002"/>
                    <a:pt x="9352" y="2032"/>
                    <a:pt x="9166" y="2090"/>
                  </a:cubicBezTo>
                  <a:cubicBezTo>
                    <a:pt x="8807" y="2200"/>
                    <a:pt x="8505" y="2404"/>
                    <a:pt x="8245" y="2655"/>
                  </a:cubicBezTo>
                  <a:cubicBezTo>
                    <a:pt x="8522" y="1456"/>
                    <a:pt x="8156" y="151"/>
                    <a:pt x="6668" y="9"/>
                  </a:cubicBezTo>
                  <a:cubicBezTo>
                    <a:pt x="6616" y="3"/>
                    <a:pt x="6565" y="1"/>
                    <a:pt x="6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63"/>
            <p:cNvSpPr/>
            <p:nvPr/>
          </p:nvSpPr>
          <p:spPr>
            <a:xfrm>
              <a:off x="-2309125" y="-104250"/>
              <a:ext cx="86425" cy="84875"/>
            </a:xfrm>
            <a:custGeom>
              <a:avLst/>
              <a:gdLst/>
              <a:ahLst/>
              <a:cxnLst/>
              <a:rect l="l" t="t" r="r" b="b"/>
              <a:pathLst>
                <a:path w="3457" h="3395" extrusionOk="0">
                  <a:moveTo>
                    <a:pt x="2128" y="1"/>
                  </a:moveTo>
                  <a:cubicBezTo>
                    <a:pt x="2100" y="20"/>
                    <a:pt x="2071" y="33"/>
                    <a:pt x="2032" y="37"/>
                  </a:cubicBezTo>
                  <a:cubicBezTo>
                    <a:pt x="1122" y="108"/>
                    <a:pt x="128" y="507"/>
                    <a:pt x="57" y="1577"/>
                  </a:cubicBezTo>
                  <a:cubicBezTo>
                    <a:pt x="1" y="2393"/>
                    <a:pt x="609" y="3212"/>
                    <a:pt x="1412" y="3368"/>
                  </a:cubicBezTo>
                  <a:cubicBezTo>
                    <a:pt x="1504" y="3386"/>
                    <a:pt x="1597" y="3394"/>
                    <a:pt x="1689" y="3394"/>
                  </a:cubicBezTo>
                  <a:cubicBezTo>
                    <a:pt x="2504" y="3394"/>
                    <a:pt x="3293" y="2724"/>
                    <a:pt x="3369" y="1912"/>
                  </a:cubicBezTo>
                  <a:cubicBezTo>
                    <a:pt x="3456" y="1041"/>
                    <a:pt x="2858" y="375"/>
                    <a:pt x="21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63"/>
            <p:cNvSpPr/>
            <p:nvPr/>
          </p:nvSpPr>
          <p:spPr>
            <a:xfrm>
              <a:off x="-2368275" y="105700"/>
              <a:ext cx="126875" cy="45550"/>
            </a:xfrm>
            <a:custGeom>
              <a:avLst/>
              <a:gdLst/>
              <a:ahLst/>
              <a:cxnLst/>
              <a:rect l="l" t="t" r="r" b="b"/>
              <a:pathLst>
                <a:path w="5075" h="1822" extrusionOk="0">
                  <a:moveTo>
                    <a:pt x="2967" y="1"/>
                  </a:moveTo>
                  <a:cubicBezTo>
                    <a:pt x="1979" y="1"/>
                    <a:pt x="946" y="333"/>
                    <a:pt x="0" y="691"/>
                  </a:cubicBezTo>
                  <a:cubicBezTo>
                    <a:pt x="903" y="1275"/>
                    <a:pt x="2003" y="1821"/>
                    <a:pt x="3026" y="1821"/>
                  </a:cubicBezTo>
                  <a:cubicBezTo>
                    <a:pt x="3781" y="1821"/>
                    <a:pt x="4495" y="1523"/>
                    <a:pt x="5056" y="720"/>
                  </a:cubicBezTo>
                  <a:cubicBezTo>
                    <a:pt x="5064" y="712"/>
                    <a:pt x="5071" y="708"/>
                    <a:pt x="5075" y="702"/>
                  </a:cubicBezTo>
                  <a:cubicBezTo>
                    <a:pt x="4435" y="190"/>
                    <a:pt x="3714" y="1"/>
                    <a:pt x="29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9" name="Google Shape;2789;p63"/>
          <p:cNvSpPr/>
          <p:nvPr/>
        </p:nvSpPr>
        <p:spPr>
          <a:xfrm>
            <a:off x="8175681" y="13348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0" name="Google Shape;2790;p63"/>
          <p:cNvSpPr/>
          <p:nvPr/>
        </p:nvSpPr>
        <p:spPr>
          <a:xfrm rot="9196425">
            <a:off x="8013965" y="2151813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1" name="Google Shape;2791;p63"/>
          <p:cNvSpPr/>
          <p:nvPr/>
        </p:nvSpPr>
        <p:spPr>
          <a:xfrm>
            <a:off x="8551156" y="31611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2" name="Google Shape;2792;p63"/>
          <p:cNvSpPr/>
          <p:nvPr/>
        </p:nvSpPr>
        <p:spPr>
          <a:xfrm>
            <a:off x="3681131" y="469718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3" name="Google Shape;2793;p63"/>
          <p:cNvSpPr/>
          <p:nvPr/>
        </p:nvSpPr>
        <p:spPr>
          <a:xfrm rot="9196425">
            <a:off x="8101328" y="4411288"/>
            <a:ext cx="220008" cy="208259"/>
          </a:xfrm>
          <a:custGeom>
            <a:avLst/>
            <a:gdLst/>
            <a:ahLst/>
            <a:cxnLst/>
            <a:rect l="l" t="t" r="r" b="b"/>
            <a:pathLst>
              <a:path w="11779" h="11150" extrusionOk="0">
                <a:moveTo>
                  <a:pt x="6239" y="823"/>
                </a:moveTo>
                <a:cubicBezTo>
                  <a:pt x="6633" y="1855"/>
                  <a:pt x="6922" y="2954"/>
                  <a:pt x="7399" y="3932"/>
                </a:cubicBezTo>
                <a:cubicBezTo>
                  <a:pt x="7430" y="3998"/>
                  <a:pt x="7494" y="4027"/>
                  <a:pt x="7561" y="4027"/>
                </a:cubicBezTo>
                <a:cubicBezTo>
                  <a:pt x="7636" y="4027"/>
                  <a:pt x="7714" y="3990"/>
                  <a:pt x="7751" y="3926"/>
                </a:cubicBezTo>
                <a:cubicBezTo>
                  <a:pt x="7764" y="4004"/>
                  <a:pt x="7822" y="4075"/>
                  <a:pt x="7926" y="4082"/>
                </a:cubicBezTo>
                <a:cubicBezTo>
                  <a:pt x="8950" y="4163"/>
                  <a:pt x="9978" y="4235"/>
                  <a:pt x="11002" y="4306"/>
                </a:cubicBezTo>
                <a:lnTo>
                  <a:pt x="11004" y="4306"/>
                </a:lnTo>
                <a:cubicBezTo>
                  <a:pt x="10270" y="5189"/>
                  <a:pt x="9466" y="5990"/>
                  <a:pt x="8690" y="6839"/>
                </a:cubicBezTo>
                <a:cubicBezTo>
                  <a:pt x="8530" y="7009"/>
                  <a:pt x="8674" y="7218"/>
                  <a:pt x="8854" y="7218"/>
                </a:cubicBezTo>
                <a:cubicBezTo>
                  <a:pt x="8870" y="7218"/>
                  <a:pt x="8887" y="7216"/>
                  <a:pt x="8904" y="7213"/>
                </a:cubicBezTo>
                <a:lnTo>
                  <a:pt x="8904" y="7213"/>
                </a:lnTo>
                <a:cubicBezTo>
                  <a:pt x="8889" y="7257"/>
                  <a:pt x="8882" y="7299"/>
                  <a:pt x="8889" y="7349"/>
                </a:cubicBezTo>
                <a:cubicBezTo>
                  <a:pt x="9047" y="8349"/>
                  <a:pt x="9235" y="9341"/>
                  <a:pt x="9419" y="10333"/>
                </a:cubicBezTo>
                <a:cubicBezTo>
                  <a:pt x="8462" y="9893"/>
                  <a:pt x="7506" y="9452"/>
                  <a:pt x="6544" y="9013"/>
                </a:cubicBezTo>
                <a:cubicBezTo>
                  <a:pt x="6519" y="9003"/>
                  <a:pt x="6495" y="9000"/>
                  <a:pt x="6473" y="8996"/>
                </a:cubicBezTo>
                <a:cubicBezTo>
                  <a:pt x="6439" y="8920"/>
                  <a:pt x="6371" y="8862"/>
                  <a:pt x="6284" y="8862"/>
                </a:cubicBezTo>
                <a:cubicBezTo>
                  <a:pt x="6246" y="8862"/>
                  <a:pt x="6204" y="8873"/>
                  <a:pt x="6160" y="8900"/>
                </a:cubicBezTo>
                <a:cubicBezTo>
                  <a:pt x="5260" y="9430"/>
                  <a:pt x="4395" y="10004"/>
                  <a:pt x="3449" y="10451"/>
                </a:cubicBezTo>
                <a:cubicBezTo>
                  <a:pt x="3323" y="10508"/>
                  <a:pt x="3203" y="10561"/>
                  <a:pt x="3079" y="10619"/>
                </a:cubicBezTo>
                <a:cubicBezTo>
                  <a:pt x="2816" y="10423"/>
                  <a:pt x="2770" y="10206"/>
                  <a:pt x="2933" y="9960"/>
                </a:cubicBezTo>
                <a:cubicBezTo>
                  <a:pt x="2962" y="9693"/>
                  <a:pt x="3132" y="9391"/>
                  <a:pt x="3218" y="9139"/>
                </a:cubicBezTo>
                <a:cubicBezTo>
                  <a:pt x="3403" y="8590"/>
                  <a:pt x="3592" y="8043"/>
                  <a:pt x="3755" y="7484"/>
                </a:cubicBezTo>
                <a:cubicBezTo>
                  <a:pt x="3790" y="7358"/>
                  <a:pt x="3672" y="7257"/>
                  <a:pt x="3564" y="7257"/>
                </a:cubicBezTo>
                <a:cubicBezTo>
                  <a:pt x="3561" y="7257"/>
                  <a:pt x="3559" y="7257"/>
                  <a:pt x="3556" y="7257"/>
                </a:cubicBezTo>
                <a:cubicBezTo>
                  <a:pt x="3553" y="7209"/>
                  <a:pt x="3531" y="7163"/>
                  <a:pt x="3488" y="7135"/>
                </a:cubicBezTo>
                <a:cubicBezTo>
                  <a:pt x="2455" y="6470"/>
                  <a:pt x="1524" y="5769"/>
                  <a:pt x="738" y="4836"/>
                </a:cubicBezTo>
                <a:cubicBezTo>
                  <a:pt x="1827" y="4585"/>
                  <a:pt x="2887" y="4552"/>
                  <a:pt x="4008" y="4501"/>
                </a:cubicBezTo>
                <a:cubicBezTo>
                  <a:pt x="4175" y="4495"/>
                  <a:pt x="4260" y="4306"/>
                  <a:pt x="4214" y="4179"/>
                </a:cubicBezTo>
                <a:cubicBezTo>
                  <a:pt x="4275" y="4179"/>
                  <a:pt x="4331" y="4153"/>
                  <a:pt x="4370" y="4085"/>
                </a:cubicBezTo>
                <a:cubicBezTo>
                  <a:pt x="5004" y="3005"/>
                  <a:pt x="5627" y="1914"/>
                  <a:pt x="6239" y="823"/>
                </a:cubicBezTo>
                <a:close/>
                <a:moveTo>
                  <a:pt x="6289" y="0"/>
                </a:moveTo>
                <a:cubicBezTo>
                  <a:pt x="6197" y="0"/>
                  <a:pt x="6103" y="44"/>
                  <a:pt x="6060" y="122"/>
                </a:cubicBezTo>
                <a:cubicBezTo>
                  <a:pt x="5374" y="1371"/>
                  <a:pt x="4698" y="2626"/>
                  <a:pt x="4035" y="3890"/>
                </a:cubicBezTo>
                <a:cubicBezTo>
                  <a:pt x="4003" y="3949"/>
                  <a:pt x="4006" y="4007"/>
                  <a:pt x="4028" y="4053"/>
                </a:cubicBezTo>
                <a:cubicBezTo>
                  <a:pt x="3735" y="4012"/>
                  <a:pt x="3436" y="3994"/>
                  <a:pt x="3135" y="3994"/>
                </a:cubicBezTo>
                <a:cubicBezTo>
                  <a:pt x="2154" y="3994"/>
                  <a:pt x="1151" y="4189"/>
                  <a:pt x="228" y="4445"/>
                </a:cubicBezTo>
                <a:cubicBezTo>
                  <a:pt x="29" y="4498"/>
                  <a:pt x="1" y="4722"/>
                  <a:pt x="114" y="4865"/>
                </a:cubicBezTo>
                <a:cubicBezTo>
                  <a:pt x="986" y="5945"/>
                  <a:pt x="2071" y="6893"/>
                  <a:pt x="3363" y="7423"/>
                </a:cubicBezTo>
                <a:cubicBezTo>
                  <a:pt x="3374" y="7427"/>
                  <a:pt x="3381" y="7427"/>
                  <a:pt x="3391" y="7430"/>
                </a:cubicBezTo>
                <a:cubicBezTo>
                  <a:pt x="3057" y="8220"/>
                  <a:pt x="2751" y="9024"/>
                  <a:pt x="2467" y="9832"/>
                </a:cubicBezTo>
                <a:cubicBezTo>
                  <a:pt x="2321" y="10242"/>
                  <a:pt x="2097" y="10860"/>
                  <a:pt x="2630" y="11094"/>
                </a:cubicBezTo>
                <a:cubicBezTo>
                  <a:pt x="2718" y="11133"/>
                  <a:pt x="2810" y="11150"/>
                  <a:pt x="2904" y="11150"/>
                </a:cubicBezTo>
                <a:cubicBezTo>
                  <a:pt x="3300" y="11150"/>
                  <a:pt x="3739" y="10862"/>
                  <a:pt x="4051" y="10707"/>
                </a:cubicBezTo>
                <a:cubicBezTo>
                  <a:pt x="4832" y="10310"/>
                  <a:pt x="5627" y="9871"/>
                  <a:pt x="6330" y="9341"/>
                </a:cubicBezTo>
                <a:cubicBezTo>
                  <a:pt x="6339" y="9345"/>
                  <a:pt x="6342" y="9351"/>
                  <a:pt x="6349" y="9355"/>
                </a:cubicBezTo>
                <a:cubicBezTo>
                  <a:pt x="7438" y="9897"/>
                  <a:pt x="8530" y="10437"/>
                  <a:pt x="9626" y="10970"/>
                </a:cubicBezTo>
                <a:cubicBezTo>
                  <a:pt x="9668" y="10991"/>
                  <a:pt x="9710" y="11000"/>
                  <a:pt x="9750" y="11000"/>
                </a:cubicBezTo>
                <a:cubicBezTo>
                  <a:pt x="9903" y="11000"/>
                  <a:pt x="10021" y="10861"/>
                  <a:pt x="9990" y="10690"/>
                </a:cubicBezTo>
                <a:cubicBezTo>
                  <a:pt x="9796" y="9530"/>
                  <a:pt x="9611" y="8366"/>
                  <a:pt x="9383" y="7213"/>
                </a:cubicBezTo>
                <a:cubicBezTo>
                  <a:pt x="9359" y="7082"/>
                  <a:pt x="9266" y="7028"/>
                  <a:pt x="9171" y="7028"/>
                </a:cubicBezTo>
                <a:cubicBezTo>
                  <a:pt x="10103" y="6234"/>
                  <a:pt x="10910" y="5235"/>
                  <a:pt x="11654" y="4270"/>
                </a:cubicBezTo>
                <a:cubicBezTo>
                  <a:pt x="11778" y="4111"/>
                  <a:pt x="11704" y="3876"/>
                  <a:pt x="11483" y="3864"/>
                </a:cubicBezTo>
                <a:cubicBezTo>
                  <a:pt x="10299" y="3808"/>
                  <a:pt x="9110" y="3751"/>
                  <a:pt x="7926" y="3708"/>
                </a:cubicBezTo>
                <a:cubicBezTo>
                  <a:pt x="7922" y="3708"/>
                  <a:pt x="7919" y="3708"/>
                  <a:pt x="7916" y="3708"/>
                </a:cubicBezTo>
                <a:cubicBezTo>
                  <a:pt x="7838" y="3708"/>
                  <a:pt x="7789" y="3746"/>
                  <a:pt x="7764" y="3796"/>
                </a:cubicBezTo>
                <a:cubicBezTo>
                  <a:pt x="7604" y="2548"/>
                  <a:pt x="6989" y="1267"/>
                  <a:pt x="6495" y="122"/>
                </a:cubicBezTo>
                <a:cubicBezTo>
                  <a:pt x="6458" y="38"/>
                  <a:pt x="6375" y="0"/>
                  <a:pt x="628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4" name="Google Shape;2794;p63"/>
          <p:cNvSpPr/>
          <p:nvPr/>
        </p:nvSpPr>
        <p:spPr>
          <a:xfrm>
            <a:off x="6561431" y="3094433"/>
            <a:ext cx="71293" cy="66693"/>
          </a:xfrm>
          <a:custGeom>
            <a:avLst/>
            <a:gdLst/>
            <a:ahLst/>
            <a:cxnLst/>
            <a:rect l="l" t="t" r="r" b="b"/>
            <a:pathLst>
              <a:path w="1178" h="1102" extrusionOk="0">
                <a:moveTo>
                  <a:pt x="609" y="1"/>
                </a:moveTo>
                <a:cubicBezTo>
                  <a:pt x="494" y="1"/>
                  <a:pt x="379" y="29"/>
                  <a:pt x="279" y="89"/>
                </a:cubicBezTo>
                <a:cubicBezTo>
                  <a:pt x="14" y="250"/>
                  <a:pt x="0" y="573"/>
                  <a:pt x="152" y="816"/>
                </a:cubicBezTo>
                <a:cubicBezTo>
                  <a:pt x="254" y="984"/>
                  <a:pt x="427" y="1101"/>
                  <a:pt x="609" y="1101"/>
                </a:cubicBezTo>
                <a:cubicBezTo>
                  <a:pt x="689" y="1101"/>
                  <a:pt x="772" y="1078"/>
                  <a:pt x="850" y="1027"/>
                </a:cubicBezTo>
                <a:cubicBezTo>
                  <a:pt x="1144" y="830"/>
                  <a:pt x="1178" y="449"/>
                  <a:pt x="1023" y="160"/>
                </a:cubicBezTo>
                <a:cubicBezTo>
                  <a:pt x="1018" y="152"/>
                  <a:pt x="1020" y="142"/>
                  <a:pt x="1018" y="133"/>
                </a:cubicBezTo>
                <a:cubicBezTo>
                  <a:pt x="902" y="47"/>
                  <a:pt x="755" y="1"/>
                  <a:pt x="609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Sketchnotes Doodles - Planner for High School by Slidesgo">
  <a:themeElements>
    <a:clrScheme name="Simple Light">
      <a:dk1>
        <a:srgbClr val="292985"/>
      </a:dk1>
      <a:lt1>
        <a:srgbClr val="A8E0E7"/>
      </a:lt1>
      <a:dk2>
        <a:srgbClr val="E3ABEA"/>
      </a:dk2>
      <a:lt2>
        <a:srgbClr val="FF6962"/>
      </a:lt2>
      <a:accent1>
        <a:srgbClr val="A6E58B"/>
      </a:accent1>
      <a:accent2>
        <a:srgbClr val="FFC800"/>
      </a:accent2>
      <a:accent3>
        <a:srgbClr val="F3F3F3"/>
      </a:accent3>
      <a:accent4>
        <a:srgbClr val="CB2027"/>
      </a:accent4>
      <a:accent5>
        <a:srgbClr val="D9D9D9"/>
      </a:accent5>
      <a:accent6>
        <a:srgbClr val="8F2E2E"/>
      </a:accent6>
      <a:hlink>
        <a:srgbClr val="29298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1414</Words>
  <Application>Microsoft Office PowerPoint</Application>
  <PresentationFormat>全屏显示(16:9)</PresentationFormat>
  <Paragraphs>733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Arimo</vt:lpstr>
      <vt:lpstr>Arial</vt:lpstr>
      <vt:lpstr>Bebas Neue</vt:lpstr>
      <vt:lpstr>Chango</vt:lpstr>
      <vt:lpstr>Comfortaa</vt:lpstr>
      <vt:lpstr>Comfortaa Light</vt:lpstr>
      <vt:lpstr>Open Sans</vt:lpstr>
      <vt:lpstr>Notebook Sketchnotes Doodles - Planner for High School by Slidesgo</vt:lpstr>
      <vt:lpstr>Planificador  para secundaria: Apuntes sobre libreta blanca</vt:lpstr>
      <vt:lpstr>Agenda mensual</vt:lpstr>
      <vt:lpstr>¡Hola! Mi nombre es Juan González</vt:lpstr>
      <vt:lpstr>Agenda mensual</vt:lpstr>
      <vt:lpstr>Organiza tu año</vt:lpstr>
      <vt:lpstr>Planificador trimestral</vt:lpstr>
      <vt:lpstr>Enero 2XXX</vt:lpstr>
      <vt:lpstr>Mis proyectos de febrero</vt:lpstr>
      <vt:lpstr>Reto de 30 días</vt:lpstr>
      <vt:lpstr>Planea el mes</vt:lpstr>
      <vt:lpstr>Agenda semanal</vt:lpstr>
      <vt:lpstr>¿Qué hacer el finde?</vt:lpstr>
      <vt:lpstr>Horario semanal</vt:lpstr>
      <vt:lpstr>123 456 789</vt:lpstr>
      <vt:lpstr>Ir a clase para…</vt:lpstr>
      <vt:lpstr>Por hacer…</vt:lpstr>
      <vt:lpstr>Organiza con colores</vt:lpstr>
      <vt:lpstr>Organiza tus hábitos</vt:lpstr>
      <vt:lpstr>Planea tu día</vt:lpstr>
      <vt:lpstr>Anotaciones del mes</vt:lpstr>
      <vt:lpstr>Planea tu semana</vt:lpstr>
      <vt:lpstr>Para estudiar</vt:lpstr>
      <vt:lpstr>Mood de la semana</vt:lpstr>
      <vt:lpstr>Organiza por días</vt:lpstr>
      <vt:lpstr>Planea por horas</vt:lpstr>
      <vt:lpstr>El día paso a paso</vt:lpstr>
      <vt:lpstr>Notas del mes</vt:lpstr>
      <vt:lpstr>Planner de metas</vt:lpstr>
      <vt:lpstr>Una imagen vale más que mil palabras</vt:lpstr>
      <vt:lpstr>¡Organízate!</vt:lpstr>
      <vt:lpstr>Lista de cosas por hacer</vt:lpstr>
      <vt:lpstr>Actividades </vt:lpstr>
      <vt:lpstr>Mi semana</vt:lpstr>
      <vt:lpstr>¡Gracias!</vt:lpstr>
      <vt:lpstr>Recursos alternativos</vt:lpstr>
      <vt:lpstr>Recursos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Planificador  para secundaria: Apuntes sobre libreta blanca</dc:title>
  <cp:lastModifiedBy>沈 艺劼</cp:lastModifiedBy>
  <cp:revision>4</cp:revision>
  <dcterms:modified xsi:type="dcterms:W3CDTF">2023-04-04T04:01:27Z</dcterms:modified>
</cp:coreProperties>
</file>